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102"/>
  </p:notesMasterIdLst>
  <p:sldIdLst>
    <p:sldId id="256" r:id="rId2"/>
    <p:sldId id="338" r:id="rId3"/>
    <p:sldId id="257" r:id="rId4"/>
    <p:sldId id="258" r:id="rId5"/>
    <p:sldId id="259" r:id="rId6"/>
    <p:sldId id="260" r:id="rId7"/>
    <p:sldId id="262" r:id="rId8"/>
    <p:sldId id="268" r:id="rId9"/>
    <p:sldId id="304" r:id="rId10"/>
    <p:sldId id="305" r:id="rId11"/>
    <p:sldId id="306" r:id="rId12"/>
    <p:sldId id="307" r:id="rId13"/>
    <p:sldId id="308" r:id="rId14"/>
    <p:sldId id="309" r:id="rId15"/>
    <p:sldId id="310" r:id="rId16"/>
    <p:sldId id="311" r:id="rId17"/>
    <p:sldId id="312" r:id="rId18"/>
    <p:sldId id="313" r:id="rId19"/>
    <p:sldId id="314" r:id="rId20"/>
    <p:sldId id="359" r:id="rId21"/>
    <p:sldId id="353" r:id="rId22"/>
    <p:sldId id="354" r:id="rId23"/>
    <p:sldId id="355" r:id="rId24"/>
    <p:sldId id="356" r:id="rId25"/>
    <p:sldId id="357" r:id="rId26"/>
    <p:sldId id="358" r:id="rId27"/>
    <p:sldId id="267" r:id="rId28"/>
    <p:sldId id="284" r:id="rId29"/>
    <p:sldId id="265" r:id="rId30"/>
    <p:sldId id="264" r:id="rId31"/>
    <p:sldId id="271" r:id="rId32"/>
    <p:sldId id="273" r:id="rId33"/>
    <p:sldId id="288" r:id="rId34"/>
    <p:sldId id="286" r:id="rId35"/>
    <p:sldId id="287" r:id="rId36"/>
    <p:sldId id="290" r:id="rId37"/>
    <p:sldId id="285" r:id="rId38"/>
    <p:sldId id="274" r:id="rId39"/>
    <p:sldId id="269" r:id="rId40"/>
    <p:sldId id="277" r:id="rId41"/>
    <p:sldId id="278" r:id="rId42"/>
    <p:sldId id="276" r:id="rId43"/>
    <p:sldId id="270" r:id="rId44"/>
    <p:sldId id="279" r:id="rId45"/>
    <p:sldId id="346" r:id="rId46"/>
    <p:sldId id="361" r:id="rId47"/>
    <p:sldId id="360" r:id="rId48"/>
    <p:sldId id="362" r:id="rId49"/>
    <p:sldId id="363" r:id="rId50"/>
    <p:sldId id="364" r:id="rId51"/>
    <p:sldId id="296" r:id="rId52"/>
    <p:sldId id="365" r:id="rId53"/>
    <p:sldId id="301" r:id="rId54"/>
    <p:sldId id="366" r:id="rId55"/>
    <p:sldId id="302" r:id="rId56"/>
    <p:sldId id="367" r:id="rId57"/>
    <p:sldId id="303" r:id="rId58"/>
    <p:sldId id="368" r:id="rId59"/>
    <p:sldId id="298" r:id="rId60"/>
    <p:sldId id="369" r:id="rId61"/>
    <p:sldId id="299" r:id="rId62"/>
    <p:sldId id="370" r:id="rId63"/>
    <p:sldId id="297" r:id="rId64"/>
    <p:sldId id="345" r:id="rId65"/>
    <p:sldId id="340" r:id="rId66"/>
    <p:sldId id="341" r:id="rId67"/>
    <p:sldId id="342" r:id="rId68"/>
    <p:sldId id="343" r:id="rId69"/>
    <p:sldId id="344" r:id="rId70"/>
    <p:sldId id="347" r:id="rId71"/>
    <p:sldId id="348" r:id="rId72"/>
    <p:sldId id="349" r:id="rId73"/>
    <p:sldId id="350" r:id="rId74"/>
    <p:sldId id="351" r:id="rId75"/>
    <p:sldId id="352" r:id="rId76"/>
    <p:sldId id="315" r:id="rId77"/>
    <p:sldId id="316" r:id="rId78"/>
    <p:sldId id="317" r:id="rId79"/>
    <p:sldId id="318" r:id="rId80"/>
    <p:sldId id="322" r:id="rId81"/>
    <p:sldId id="323" r:id="rId82"/>
    <p:sldId id="324" r:id="rId83"/>
    <p:sldId id="320" r:id="rId84"/>
    <p:sldId id="321" r:id="rId85"/>
    <p:sldId id="326" r:id="rId86"/>
    <p:sldId id="325" r:id="rId87"/>
    <p:sldId id="331" r:id="rId88"/>
    <p:sldId id="332" r:id="rId89"/>
    <p:sldId id="327" r:id="rId90"/>
    <p:sldId id="330" r:id="rId91"/>
    <p:sldId id="275" r:id="rId92"/>
    <p:sldId id="328" r:id="rId93"/>
    <p:sldId id="329" r:id="rId94"/>
    <p:sldId id="333" r:id="rId95"/>
    <p:sldId id="371" r:id="rId96"/>
    <p:sldId id="334" r:id="rId97"/>
    <p:sldId id="335" r:id="rId98"/>
    <p:sldId id="336" r:id="rId99"/>
    <p:sldId id="337" r:id="rId100"/>
    <p:sldId id="282" r:id="rId101"/>
  </p:sldIdLst>
  <p:sldSz cx="9144000" cy="5143500" type="screen16x9"/>
  <p:notesSz cx="6858000" cy="9144000"/>
  <p:embeddedFontLst>
    <p:embeddedFont>
      <p:font typeface="Archivo Black" panose="020B0604020202020204" charset="0"/>
      <p:regular r:id="rId103"/>
    </p:embeddedFont>
    <p:embeddedFont>
      <p:font typeface="Fira Sans Extra Condensed Medium" panose="020B0604020202020204" charset="0"/>
      <p:regular r:id="rId104"/>
      <p:bold r:id="rId105"/>
      <p:italic r:id="rId106"/>
      <p:boldItalic r:id="rId107"/>
    </p:embeddedFont>
    <p:embeddedFont>
      <p:font typeface="Gaegu" pitchFamily="2" charset="0"/>
      <p:bold r:id="rId108"/>
    </p:embeddedFont>
    <p:embeddedFont>
      <p:font typeface="Karla" pitchFamily="2" charset="0"/>
      <p:regular r:id="rId109"/>
      <p:bold r:id="rId110"/>
    </p:embeddedFont>
    <p:embeddedFont>
      <p:font typeface="Paytone One" panose="020B0604020202020204" charset="0"/>
      <p:regular r:id="rId111"/>
    </p:embeddedFont>
    <p:embeddedFont>
      <p:font typeface="Poppins" panose="00000500000000000000" pitchFamily="2" charset="0"/>
      <p:regular r:id="rId112"/>
    </p:embeddedFont>
    <p:embeddedFont>
      <p:font typeface="Viga" panose="020B0604020202020204" charset="0"/>
      <p:regular r:id="rId1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AA80B8-2369-49B5-8AA8-1E38404EA42B}">
  <a:tblStyle styleId="{8DAA80B8-2369-49B5-8AA8-1E38404EA42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907"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0.fntdata"/><Relationship Id="rId16" Type="http://schemas.openxmlformats.org/officeDocument/2006/relationships/slide" Target="slides/slide15.xml"/><Relationship Id="rId107" Type="http://schemas.openxmlformats.org/officeDocument/2006/relationships/font" Target="fonts/font5.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1.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fntdata"/><Relationship Id="rId108" Type="http://schemas.openxmlformats.org/officeDocument/2006/relationships/font" Target="fonts/font6.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7.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8.fntdata"/><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4.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82581B-D391-4F1B-8F35-B645E329344B}"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US"/>
        </a:p>
      </dgm:t>
    </dgm:pt>
    <dgm:pt modelId="{7E14F861-D611-40B4-8CB1-FC0038A26144}" type="pres">
      <dgm:prSet presAssocID="{3482581B-D391-4F1B-8F35-B645E329344B}" presName="Name0" presStyleCnt="0">
        <dgm:presLayoutVars>
          <dgm:chMax/>
          <dgm:chPref/>
          <dgm:dir/>
          <dgm:animLvl val="lvl"/>
        </dgm:presLayoutVars>
      </dgm:prSet>
      <dgm:spPr/>
    </dgm:pt>
  </dgm:ptLst>
  <dgm:cxnLst>
    <dgm:cxn modelId="{CACA5DB5-6A88-46A7-9C45-03F366064F88}" type="presOf" srcId="{3482581B-D391-4F1B-8F35-B645E329344B}" destId="{7E14F861-D611-40B4-8CB1-FC0038A26144}" srcOrd="0"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B7A1A5-8A00-4861-8C04-DB3F4A68B0AF}"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US"/>
        </a:p>
      </dgm:t>
    </dgm:pt>
    <dgm:pt modelId="{B2AD13FF-2A4D-4820-B926-F614490265DF}">
      <dgm:prSet phldrT="[Text]" phldr="0"/>
      <dgm:spPr/>
      <dgm:t>
        <a:bodyPr/>
        <a:lstStyle/>
        <a:p>
          <a:r>
            <a:rPr lang="en-US" b="1" dirty="0"/>
            <a:t>Mahmoud Ghonim</a:t>
          </a:r>
        </a:p>
      </dgm:t>
    </dgm:pt>
    <dgm:pt modelId="{863DBB38-443E-423E-AF8D-4443432E272F}" type="parTrans" cxnId="{6840423C-A260-429F-B06E-81186D22B696}">
      <dgm:prSet/>
      <dgm:spPr/>
      <dgm:t>
        <a:bodyPr/>
        <a:lstStyle/>
        <a:p>
          <a:endParaRPr lang="en-US"/>
        </a:p>
      </dgm:t>
    </dgm:pt>
    <dgm:pt modelId="{95BE02B5-7440-4A2A-8913-68062C4E2D48}" type="sibTrans" cxnId="{6840423C-A260-429F-B06E-81186D22B696}">
      <dgm:prSet/>
      <dgm:spPr/>
      <dgm:t>
        <a:bodyPr/>
        <a:lstStyle/>
        <a:p>
          <a:endParaRPr lang="en-US"/>
        </a:p>
      </dgm:t>
    </dgm:pt>
    <dgm:pt modelId="{565F4BCF-BDA0-4C42-8EBA-D870857F579B}">
      <dgm:prSet phldrT="[Text]"/>
      <dgm:spPr/>
      <dgm:t>
        <a:bodyPr/>
        <a:lstStyle/>
        <a:p>
          <a:r>
            <a:rPr lang="en-US" b="1" dirty="0">
              <a:effectLst/>
              <a:latin typeface="Arial" panose="020B0604020202020204" pitchFamily="34" charset="0"/>
              <a:ea typeface="Arial MT"/>
              <a:cs typeface="Arial" panose="020B0604020202020204" pitchFamily="34" charset="0"/>
            </a:rPr>
            <a:t>Mohamed Reda </a:t>
          </a:r>
          <a:endParaRPr lang="en-US" dirty="0"/>
        </a:p>
      </dgm:t>
    </dgm:pt>
    <dgm:pt modelId="{AEA4F2D1-C77B-429F-A55B-460700FA36F5}" type="parTrans" cxnId="{251C20E0-2D16-4AC3-87F1-2E71D22199A8}">
      <dgm:prSet/>
      <dgm:spPr/>
      <dgm:t>
        <a:bodyPr/>
        <a:lstStyle/>
        <a:p>
          <a:endParaRPr lang="en-US"/>
        </a:p>
      </dgm:t>
    </dgm:pt>
    <dgm:pt modelId="{11D1DDA4-B730-4C01-B2C8-14B57C3677DB}" type="sibTrans" cxnId="{251C20E0-2D16-4AC3-87F1-2E71D22199A8}">
      <dgm:prSet/>
      <dgm:spPr/>
      <dgm:t>
        <a:bodyPr/>
        <a:lstStyle/>
        <a:p>
          <a:endParaRPr lang="en-US"/>
        </a:p>
      </dgm:t>
    </dgm:pt>
    <dgm:pt modelId="{AAF0C87A-DF9E-4B65-9BC6-CE71C591DAFF}">
      <dgm:prSet phldrT="[Text]"/>
      <dgm:spPr/>
      <dgm:t>
        <a:bodyPr/>
        <a:lstStyle/>
        <a:p>
          <a:pPr>
            <a:buNone/>
          </a:pPr>
          <a:r>
            <a:rPr lang="en-US" b="1" dirty="0">
              <a:effectLst/>
              <a:latin typeface="Arial" panose="020B0604020202020204" pitchFamily="34" charset="0"/>
              <a:ea typeface="Arial MT"/>
              <a:cs typeface="Arial" panose="020B0604020202020204" pitchFamily="34" charset="0"/>
            </a:rPr>
            <a:t>Ahmed Elkashef</a:t>
          </a:r>
          <a:endParaRPr lang="en-US" dirty="0"/>
        </a:p>
      </dgm:t>
    </dgm:pt>
    <dgm:pt modelId="{9A0CC621-5AAD-48F7-8D0C-F9856929373D}" type="parTrans" cxnId="{3289296E-5EE6-407C-9C41-463F1B439339}">
      <dgm:prSet/>
      <dgm:spPr/>
      <dgm:t>
        <a:bodyPr/>
        <a:lstStyle/>
        <a:p>
          <a:endParaRPr lang="en-US"/>
        </a:p>
      </dgm:t>
    </dgm:pt>
    <dgm:pt modelId="{54379078-2D85-4332-992E-2436C7CDC421}" type="sibTrans" cxnId="{3289296E-5EE6-407C-9C41-463F1B439339}">
      <dgm:prSet/>
      <dgm:spPr/>
      <dgm:t>
        <a:bodyPr/>
        <a:lstStyle/>
        <a:p>
          <a:endParaRPr lang="en-US"/>
        </a:p>
      </dgm:t>
    </dgm:pt>
    <dgm:pt modelId="{98C1E29C-B588-4052-A514-2DF58AD3094B}">
      <dgm:prSet phldrT="[Text]"/>
      <dgm:spPr/>
      <dgm:t>
        <a:bodyPr/>
        <a:lstStyle/>
        <a:p>
          <a:r>
            <a:rPr lang="en-US" b="1" dirty="0">
              <a:effectLst/>
              <a:latin typeface="Arial" panose="020B0604020202020204" pitchFamily="34" charset="0"/>
              <a:ea typeface="Arial MT"/>
              <a:cs typeface="Arial" panose="020B0604020202020204" pitchFamily="34" charset="0"/>
            </a:rPr>
            <a:t>Nada Abd-</a:t>
          </a:r>
          <a:r>
            <a:rPr lang="en-US" b="1" dirty="0" err="1">
              <a:effectLst/>
              <a:latin typeface="Arial" panose="020B0604020202020204" pitchFamily="34" charset="0"/>
              <a:ea typeface="Arial MT"/>
              <a:cs typeface="Arial" panose="020B0604020202020204" pitchFamily="34" charset="0"/>
            </a:rPr>
            <a:t>ElRazik</a:t>
          </a:r>
          <a:endParaRPr lang="en-US" dirty="0"/>
        </a:p>
      </dgm:t>
    </dgm:pt>
    <dgm:pt modelId="{D9933800-D1D6-49EC-B931-092962F02CA5}" type="parTrans" cxnId="{88C12007-AD72-494E-AC04-9568B7229151}">
      <dgm:prSet/>
      <dgm:spPr/>
      <dgm:t>
        <a:bodyPr/>
        <a:lstStyle/>
        <a:p>
          <a:endParaRPr lang="en-US"/>
        </a:p>
      </dgm:t>
    </dgm:pt>
    <dgm:pt modelId="{63320B35-F457-4269-A4FB-066B0E7607E5}" type="sibTrans" cxnId="{88C12007-AD72-494E-AC04-9568B7229151}">
      <dgm:prSet/>
      <dgm:spPr/>
      <dgm:t>
        <a:bodyPr/>
        <a:lstStyle/>
        <a:p>
          <a:endParaRPr lang="en-US"/>
        </a:p>
      </dgm:t>
    </dgm:pt>
    <dgm:pt modelId="{405CC329-8C1E-4921-A10A-B41DFEF8CC84}">
      <dgm:prSet phldrT="[Text]"/>
      <dgm:spPr/>
      <dgm:t>
        <a:bodyPr/>
        <a:lstStyle/>
        <a:p>
          <a:r>
            <a:rPr lang="en-US" b="1" dirty="0">
              <a:effectLst/>
              <a:latin typeface="Arial" panose="020B0604020202020204" pitchFamily="34" charset="0"/>
              <a:ea typeface="Arial MT"/>
              <a:cs typeface="Arial" panose="020B0604020202020204" pitchFamily="34" charset="0"/>
            </a:rPr>
            <a:t>Sara Zein </a:t>
          </a:r>
          <a:endParaRPr lang="en-US" dirty="0"/>
        </a:p>
      </dgm:t>
    </dgm:pt>
    <dgm:pt modelId="{6DBFA7B8-0851-4CC4-BEBF-5312BAB89EFC}" type="parTrans" cxnId="{7FCF44FB-639E-436B-A0F9-E0AD42078BAC}">
      <dgm:prSet/>
      <dgm:spPr/>
      <dgm:t>
        <a:bodyPr/>
        <a:lstStyle/>
        <a:p>
          <a:endParaRPr lang="en-US"/>
        </a:p>
      </dgm:t>
    </dgm:pt>
    <dgm:pt modelId="{37085A7B-66A5-4E7C-B28B-18D23947895D}" type="sibTrans" cxnId="{7FCF44FB-639E-436B-A0F9-E0AD42078BAC}">
      <dgm:prSet/>
      <dgm:spPr/>
      <dgm:t>
        <a:bodyPr/>
        <a:lstStyle/>
        <a:p>
          <a:endParaRPr lang="en-US"/>
        </a:p>
      </dgm:t>
    </dgm:pt>
    <dgm:pt modelId="{15DF11A3-029D-4117-A303-92636BE8BE24}">
      <dgm:prSet phldrT="[Text]"/>
      <dgm:spPr/>
      <dgm:t>
        <a:bodyPr/>
        <a:lstStyle/>
        <a:p>
          <a:r>
            <a:rPr lang="en-US" b="1" dirty="0">
              <a:effectLst/>
              <a:latin typeface="Arial" panose="020B0604020202020204" pitchFamily="34" charset="0"/>
              <a:ea typeface="Arial MT"/>
              <a:cs typeface="Arial" panose="020B0604020202020204" pitchFamily="34" charset="0"/>
            </a:rPr>
            <a:t>Ibrahim Ragab </a:t>
          </a:r>
          <a:endParaRPr lang="en-US" dirty="0"/>
        </a:p>
      </dgm:t>
    </dgm:pt>
    <dgm:pt modelId="{00A20D69-8E65-407E-9A40-40CFB6AF20B0}" type="parTrans" cxnId="{878358B3-3A2C-4B48-AE1D-67C2A95768ED}">
      <dgm:prSet/>
      <dgm:spPr/>
      <dgm:t>
        <a:bodyPr/>
        <a:lstStyle/>
        <a:p>
          <a:endParaRPr lang="en-US"/>
        </a:p>
      </dgm:t>
    </dgm:pt>
    <dgm:pt modelId="{8347F721-0C88-4CF1-BD6D-2C12AAE536F6}" type="sibTrans" cxnId="{878358B3-3A2C-4B48-AE1D-67C2A95768ED}">
      <dgm:prSet/>
      <dgm:spPr/>
      <dgm:t>
        <a:bodyPr/>
        <a:lstStyle/>
        <a:p>
          <a:endParaRPr lang="en-US"/>
        </a:p>
      </dgm:t>
    </dgm:pt>
    <dgm:pt modelId="{E5F1D867-0BAD-4AAC-B5F8-F0D00D6EAD0B}">
      <dgm:prSet phldrT="[Text]"/>
      <dgm:spPr/>
      <dgm:t>
        <a:bodyPr/>
        <a:lstStyle/>
        <a:p>
          <a:r>
            <a:rPr lang="en-US" b="1" dirty="0">
              <a:effectLst/>
              <a:latin typeface="Arial" panose="020B0604020202020204" pitchFamily="34" charset="0"/>
              <a:ea typeface="Arial MT"/>
              <a:cs typeface="Arial" panose="020B0604020202020204" pitchFamily="34" charset="0"/>
            </a:rPr>
            <a:t>Ibrahim Atef </a:t>
          </a:r>
          <a:endParaRPr lang="en-US" dirty="0"/>
        </a:p>
      </dgm:t>
    </dgm:pt>
    <dgm:pt modelId="{FFE91857-D066-461E-9A6A-45695DCFC8B3}" type="parTrans" cxnId="{DB137E17-AB15-4264-B7EB-1E674C6822B0}">
      <dgm:prSet/>
      <dgm:spPr/>
      <dgm:t>
        <a:bodyPr/>
        <a:lstStyle/>
        <a:p>
          <a:endParaRPr lang="en-US"/>
        </a:p>
      </dgm:t>
    </dgm:pt>
    <dgm:pt modelId="{8F31D59D-3037-49EA-A82A-377165F47508}" type="sibTrans" cxnId="{DB137E17-AB15-4264-B7EB-1E674C6822B0}">
      <dgm:prSet/>
      <dgm:spPr/>
      <dgm:t>
        <a:bodyPr/>
        <a:lstStyle/>
        <a:p>
          <a:endParaRPr lang="en-US"/>
        </a:p>
      </dgm:t>
    </dgm:pt>
    <dgm:pt modelId="{1ECB6F27-789F-4877-9884-70015FE33F07}" type="pres">
      <dgm:prSet presAssocID="{C8B7A1A5-8A00-4861-8C04-DB3F4A68B0AF}" presName="Name0" presStyleCnt="0">
        <dgm:presLayoutVars>
          <dgm:chMax val="1"/>
          <dgm:chPref val="1"/>
          <dgm:dir/>
          <dgm:animOne val="branch"/>
          <dgm:animLvl val="lvl"/>
        </dgm:presLayoutVars>
      </dgm:prSet>
      <dgm:spPr/>
    </dgm:pt>
    <dgm:pt modelId="{A70E5B3B-CA65-4728-BBE8-10085A8D7F95}" type="pres">
      <dgm:prSet presAssocID="{B2AD13FF-2A4D-4820-B926-F614490265DF}" presName="Parent" presStyleLbl="node0" presStyleIdx="0" presStyleCnt="1">
        <dgm:presLayoutVars>
          <dgm:chMax val="6"/>
          <dgm:chPref val="6"/>
        </dgm:presLayoutVars>
      </dgm:prSet>
      <dgm:spPr/>
    </dgm:pt>
    <dgm:pt modelId="{976EC911-7264-465D-AC30-2C18013D6307}" type="pres">
      <dgm:prSet presAssocID="{565F4BCF-BDA0-4C42-8EBA-D870857F579B}" presName="Accent1" presStyleCnt="0"/>
      <dgm:spPr/>
    </dgm:pt>
    <dgm:pt modelId="{204F2951-D183-457C-AAAD-8F67D5126412}" type="pres">
      <dgm:prSet presAssocID="{565F4BCF-BDA0-4C42-8EBA-D870857F579B}" presName="Accent" presStyleLbl="bgShp" presStyleIdx="0" presStyleCnt="6"/>
      <dgm:spPr/>
    </dgm:pt>
    <dgm:pt modelId="{D1AAFABD-0111-4C50-AE6A-3CD3641E56D1}" type="pres">
      <dgm:prSet presAssocID="{565F4BCF-BDA0-4C42-8EBA-D870857F579B}" presName="Child1" presStyleLbl="node1" presStyleIdx="0" presStyleCnt="6">
        <dgm:presLayoutVars>
          <dgm:chMax val="0"/>
          <dgm:chPref val="0"/>
          <dgm:bulletEnabled val="1"/>
        </dgm:presLayoutVars>
      </dgm:prSet>
      <dgm:spPr/>
    </dgm:pt>
    <dgm:pt modelId="{38E59F26-F661-4CD2-9C41-9784A142A9D1}" type="pres">
      <dgm:prSet presAssocID="{AAF0C87A-DF9E-4B65-9BC6-CE71C591DAFF}" presName="Accent2" presStyleCnt="0"/>
      <dgm:spPr/>
    </dgm:pt>
    <dgm:pt modelId="{5DB4D293-4FDB-412D-BD91-C2C0C02E25D5}" type="pres">
      <dgm:prSet presAssocID="{AAF0C87A-DF9E-4B65-9BC6-CE71C591DAFF}" presName="Accent" presStyleLbl="bgShp" presStyleIdx="1" presStyleCnt="6"/>
      <dgm:spPr/>
    </dgm:pt>
    <dgm:pt modelId="{4BEC2D78-5B22-4D6F-8CDE-AE8FBD640EEF}" type="pres">
      <dgm:prSet presAssocID="{AAF0C87A-DF9E-4B65-9BC6-CE71C591DAFF}" presName="Child2" presStyleLbl="node1" presStyleIdx="1" presStyleCnt="6">
        <dgm:presLayoutVars>
          <dgm:chMax val="0"/>
          <dgm:chPref val="0"/>
          <dgm:bulletEnabled val="1"/>
        </dgm:presLayoutVars>
      </dgm:prSet>
      <dgm:spPr/>
    </dgm:pt>
    <dgm:pt modelId="{8FC4A6D9-A4C8-42DB-AE6E-E828E8F7A941}" type="pres">
      <dgm:prSet presAssocID="{98C1E29C-B588-4052-A514-2DF58AD3094B}" presName="Accent3" presStyleCnt="0"/>
      <dgm:spPr/>
    </dgm:pt>
    <dgm:pt modelId="{51E3C160-0E10-4172-AC8D-EE8B30326B06}" type="pres">
      <dgm:prSet presAssocID="{98C1E29C-B588-4052-A514-2DF58AD3094B}" presName="Accent" presStyleLbl="bgShp" presStyleIdx="2" presStyleCnt="6"/>
      <dgm:spPr/>
    </dgm:pt>
    <dgm:pt modelId="{DDC88A5F-911D-43E1-9A6B-B3D6C662B34A}" type="pres">
      <dgm:prSet presAssocID="{98C1E29C-B588-4052-A514-2DF58AD3094B}" presName="Child3" presStyleLbl="node1" presStyleIdx="2" presStyleCnt="6">
        <dgm:presLayoutVars>
          <dgm:chMax val="0"/>
          <dgm:chPref val="0"/>
          <dgm:bulletEnabled val="1"/>
        </dgm:presLayoutVars>
      </dgm:prSet>
      <dgm:spPr/>
    </dgm:pt>
    <dgm:pt modelId="{0A3D7DEB-7E36-453C-889E-13CB50BD40D8}" type="pres">
      <dgm:prSet presAssocID="{405CC329-8C1E-4921-A10A-B41DFEF8CC84}" presName="Accent4" presStyleCnt="0"/>
      <dgm:spPr/>
    </dgm:pt>
    <dgm:pt modelId="{CB51B14F-E7E7-449B-86D1-A79BA596338C}" type="pres">
      <dgm:prSet presAssocID="{405CC329-8C1E-4921-A10A-B41DFEF8CC84}" presName="Accent" presStyleLbl="bgShp" presStyleIdx="3" presStyleCnt="6"/>
      <dgm:spPr/>
    </dgm:pt>
    <dgm:pt modelId="{3A568925-DE11-4CBE-96A0-3A105676FF40}" type="pres">
      <dgm:prSet presAssocID="{405CC329-8C1E-4921-A10A-B41DFEF8CC84}" presName="Child4" presStyleLbl="node1" presStyleIdx="3" presStyleCnt="6">
        <dgm:presLayoutVars>
          <dgm:chMax val="0"/>
          <dgm:chPref val="0"/>
          <dgm:bulletEnabled val="1"/>
        </dgm:presLayoutVars>
      </dgm:prSet>
      <dgm:spPr/>
    </dgm:pt>
    <dgm:pt modelId="{E7D2BA86-C682-4F51-AA55-F2220C8FE2A9}" type="pres">
      <dgm:prSet presAssocID="{15DF11A3-029D-4117-A303-92636BE8BE24}" presName="Accent5" presStyleCnt="0"/>
      <dgm:spPr/>
    </dgm:pt>
    <dgm:pt modelId="{9FD06120-201C-4C5A-8A43-38CCC70F2B22}" type="pres">
      <dgm:prSet presAssocID="{15DF11A3-029D-4117-A303-92636BE8BE24}" presName="Accent" presStyleLbl="bgShp" presStyleIdx="4" presStyleCnt="6"/>
      <dgm:spPr/>
    </dgm:pt>
    <dgm:pt modelId="{3F2AE47A-CACD-446A-952A-CA3B61AF9675}" type="pres">
      <dgm:prSet presAssocID="{15DF11A3-029D-4117-A303-92636BE8BE24}" presName="Child5" presStyleLbl="node1" presStyleIdx="4" presStyleCnt="6">
        <dgm:presLayoutVars>
          <dgm:chMax val="0"/>
          <dgm:chPref val="0"/>
          <dgm:bulletEnabled val="1"/>
        </dgm:presLayoutVars>
      </dgm:prSet>
      <dgm:spPr/>
    </dgm:pt>
    <dgm:pt modelId="{69D12A1F-FACE-4FB8-9A2D-E6F47DA5D9B8}" type="pres">
      <dgm:prSet presAssocID="{E5F1D867-0BAD-4AAC-B5F8-F0D00D6EAD0B}" presName="Accent6" presStyleCnt="0"/>
      <dgm:spPr/>
    </dgm:pt>
    <dgm:pt modelId="{71F727D9-8230-4F90-9218-BF93A8B58658}" type="pres">
      <dgm:prSet presAssocID="{E5F1D867-0BAD-4AAC-B5F8-F0D00D6EAD0B}" presName="Accent" presStyleLbl="bgShp" presStyleIdx="5" presStyleCnt="6"/>
      <dgm:spPr/>
    </dgm:pt>
    <dgm:pt modelId="{34FC84AD-4E00-4F69-BA94-3DD322578B26}" type="pres">
      <dgm:prSet presAssocID="{E5F1D867-0BAD-4AAC-B5F8-F0D00D6EAD0B}" presName="Child6" presStyleLbl="node1" presStyleIdx="5" presStyleCnt="6">
        <dgm:presLayoutVars>
          <dgm:chMax val="0"/>
          <dgm:chPref val="0"/>
          <dgm:bulletEnabled val="1"/>
        </dgm:presLayoutVars>
      </dgm:prSet>
      <dgm:spPr/>
    </dgm:pt>
  </dgm:ptLst>
  <dgm:cxnLst>
    <dgm:cxn modelId="{88C12007-AD72-494E-AC04-9568B7229151}" srcId="{B2AD13FF-2A4D-4820-B926-F614490265DF}" destId="{98C1E29C-B588-4052-A514-2DF58AD3094B}" srcOrd="2" destOrd="0" parTransId="{D9933800-D1D6-49EC-B931-092962F02CA5}" sibTransId="{63320B35-F457-4269-A4FB-066B0E7607E5}"/>
    <dgm:cxn modelId="{DB137E17-AB15-4264-B7EB-1E674C6822B0}" srcId="{B2AD13FF-2A4D-4820-B926-F614490265DF}" destId="{E5F1D867-0BAD-4AAC-B5F8-F0D00D6EAD0B}" srcOrd="5" destOrd="0" parTransId="{FFE91857-D066-461E-9A6A-45695DCFC8B3}" sibTransId="{8F31D59D-3037-49EA-A82A-377165F47508}"/>
    <dgm:cxn modelId="{E2D2F124-F045-40C6-BD12-0110A465FB83}" type="presOf" srcId="{C8B7A1A5-8A00-4861-8C04-DB3F4A68B0AF}" destId="{1ECB6F27-789F-4877-9884-70015FE33F07}" srcOrd="0" destOrd="0" presId="urn:microsoft.com/office/officeart/2011/layout/HexagonRadial"/>
    <dgm:cxn modelId="{266A692A-7E14-410D-A60F-C374A73CC125}" type="presOf" srcId="{AAF0C87A-DF9E-4B65-9BC6-CE71C591DAFF}" destId="{4BEC2D78-5B22-4D6F-8CDE-AE8FBD640EEF}" srcOrd="0" destOrd="0" presId="urn:microsoft.com/office/officeart/2011/layout/HexagonRadial"/>
    <dgm:cxn modelId="{712AE62F-49CF-432A-BF14-ED0097CAE8F8}" type="presOf" srcId="{565F4BCF-BDA0-4C42-8EBA-D870857F579B}" destId="{D1AAFABD-0111-4C50-AE6A-3CD3641E56D1}" srcOrd="0" destOrd="0" presId="urn:microsoft.com/office/officeart/2011/layout/HexagonRadial"/>
    <dgm:cxn modelId="{6840423C-A260-429F-B06E-81186D22B696}" srcId="{C8B7A1A5-8A00-4861-8C04-DB3F4A68B0AF}" destId="{B2AD13FF-2A4D-4820-B926-F614490265DF}" srcOrd="0" destOrd="0" parTransId="{863DBB38-443E-423E-AF8D-4443432E272F}" sibTransId="{95BE02B5-7440-4A2A-8913-68062C4E2D48}"/>
    <dgm:cxn modelId="{ACE3A666-09C1-4C64-8F45-85F01265ECAC}" type="presOf" srcId="{98C1E29C-B588-4052-A514-2DF58AD3094B}" destId="{DDC88A5F-911D-43E1-9A6B-B3D6C662B34A}" srcOrd="0" destOrd="0" presId="urn:microsoft.com/office/officeart/2011/layout/HexagonRadial"/>
    <dgm:cxn modelId="{7A1F416D-AA26-4CD0-B748-753FDE94AC7F}" type="presOf" srcId="{E5F1D867-0BAD-4AAC-B5F8-F0D00D6EAD0B}" destId="{34FC84AD-4E00-4F69-BA94-3DD322578B26}" srcOrd="0" destOrd="0" presId="urn:microsoft.com/office/officeart/2011/layout/HexagonRadial"/>
    <dgm:cxn modelId="{3289296E-5EE6-407C-9C41-463F1B439339}" srcId="{B2AD13FF-2A4D-4820-B926-F614490265DF}" destId="{AAF0C87A-DF9E-4B65-9BC6-CE71C591DAFF}" srcOrd="1" destOrd="0" parTransId="{9A0CC621-5AAD-48F7-8D0C-F9856929373D}" sibTransId="{54379078-2D85-4332-992E-2436C7CDC421}"/>
    <dgm:cxn modelId="{359C1B90-9BF7-4F3C-B0EC-567EED517026}" type="presOf" srcId="{B2AD13FF-2A4D-4820-B926-F614490265DF}" destId="{A70E5B3B-CA65-4728-BBE8-10085A8D7F95}" srcOrd="0" destOrd="0" presId="urn:microsoft.com/office/officeart/2011/layout/HexagonRadial"/>
    <dgm:cxn modelId="{878358B3-3A2C-4B48-AE1D-67C2A95768ED}" srcId="{B2AD13FF-2A4D-4820-B926-F614490265DF}" destId="{15DF11A3-029D-4117-A303-92636BE8BE24}" srcOrd="4" destOrd="0" parTransId="{00A20D69-8E65-407E-9A40-40CFB6AF20B0}" sibTransId="{8347F721-0C88-4CF1-BD6D-2C12AAE536F6}"/>
    <dgm:cxn modelId="{251C20E0-2D16-4AC3-87F1-2E71D22199A8}" srcId="{B2AD13FF-2A4D-4820-B926-F614490265DF}" destId="{565F4BCF-BDA0-4C42-8EBA-D870857F579B}" srcOrd="0" destOrd="0" parTransId="{AEA4F2D1-C77B-429F-A55B-460700FA36F5}" sibTransId="{11D1DDA4-B730-4C01-B2C8-14B57C3677DB}"/>
    <dgm:cxn modelId="{E3F324E8-ACEA-4D0C-BB48-05C2094E5537}" type="presOf" srcId="{15DF11A3-029D-4117-A303-92636BE8BE24}" destId="{3F2AE47A-CACD-446A-952A-CA3B61AF9675}" srcOrd="0" destOrd="0" presId="urn:microsoft.com/office/officeart/2011/layout/HexagonRadial"/>
    <dgm:cxn modelId="{70F856EC-4A79-4002-8026-F132BA974D40}" type="presOf" srcId="{405CC329-8C1E-4921-A10A-B41DFEF8CC84}" destId="{3A568925-DE11-4CBE-96A0-3A105676FF40}" srcOrd="0" destOrd="0" presId="urn:microsoft.com/office/officeart/2011/layout/HexagonRadial"/>
    <dgm:cxn modelId="{7FCF44FB-639E-436B-A0F9-E0AD42078BAC}" srcId="{B2AD13FF-2A4D-4820-B926-F614490265DF}" destId="{405CC329-8C1E-4921-A10A-B41DFEF8CC84}" srcOrd="3" destOrd="0" parTransId="{6DBFA7B8-0851-4CC4-BEBF-5312BAB89EFC}" sibTransId="{37085A7B-66A5-4E7C-B28B-18D23947895D}"/>
    <dgm:cxn modelId="{DE8F1434-67A0-40B4-BAD6-5DCF9E453186}" type="presParOf" srcId="{1ECB6F27-789F-4877-9884-70015FE33F07}" destId="{A70E5B3B-CA65-4728-BBE8-10085A8D7F95}" srcOrd="0" destOrd="0" presId="urn:microsoft.com/office/officeart/2011/layout/HexagonRadial"/>
    <dgm:cxn modelId="{4DBD0A9E-0E8B-48EE-8CE5-2D82695297C5}" type="presParOf" srcId="{1ECB6F27-789F-4877-9884-70015FE33F07}" destId="{976EC911-7264-465D-AC30-2C18013D6307}" srcOrd="1" destOrd="0" presId="urn:microsoft.com/office/officeart/2011/layout/HexagonRadial"/>
    <dgm:cxn modelId="{F1BC28DB-2827-4C21-883A-A4F89C42098A}" type="presParOf" srcId="{976EC911-7264-465D-AC30-2C18013D6307}" destId="{204F2951-D183-457C-AAAD-8F67D5126412}" srcOrd="0" destOrd="0" presId="urn:microsoft.com/office/officeart/2011/layout/HexagonRadial"/>
    <dgm:cxn modelId="{BC87814B-90FF-4167-920C-A19566A2EE3E}" type="presParOf" srcId="{1ECB6F27-789F-4877-9884-70015FE33F07}" destId="{D1AAFABD-0111-4C50-AE6A-3CD3641E56D1}" srcOrd="2" destOrd="0" presId="urn:microsoft.com/office/officeart/2011/layout/HexagonRadial"/>
    <dgm:cxn modelId="{59CA9536-3CDE-4F19-8AB4-65C314983C53}" type="presParOf" srcId="{1ECB6F27-789F-4877-9884-70015FE33F07}" destId="{38E59F26-F661-4CD2-9C41-9784A142A9D1}" srcOrd="3" destOrd="0" presId="urn:microsoft.com/office/officeart/2011/layout/HexagonRadial"/>
    <dgm:cxn modelId="{7C6942D1-880E-4361-8B21-7C4336E5D5D6}" type="presParOf" srcId="{38E59F26-F661-4CD2-9C41-9784A142A9D1}" destId="{5DB4D293-4FDB-412D-BD91-C2C0C02E25D5}" srcOrd="0" destOrd="0" presId="urn:microsoft.com/office/officeart/2011/layout/HexagonRadial"/>
    <dgm:cxn modelId="{1FD58245-8741-4C49-AFEB-5201210B63E2}" type="presParOf" srcId="{1ECB6F27-789F-4877-9884-70015FE33F07}" destId="{4BEC2D78-5B22-4D6F-8CDE-AE8FBD640EEF}" srcOrd="4" destOrd="0" presId="urn:microsoft.com/office/officeart/2011/layout/HexagonRadial"/>
    <dgm:cxn modelId="{C8F9ED1E-CD3A-4B60-948F-730FEDB9840E}" type="presParOf" srcId="{1ECB6F27-789F-4877-9884-70015FE33F07}" destId="{8FC4A6D9-A4C8-42DB-AE6E-E828E8F7A941}" srcOrd="5" destOrd="0" presId="urn:microsoft.com/office/officeart/2011/layout/HexagonRadial"/>
    <dgm:cxn modelId="{55DF65AA-B048-45A1-A959-D5A93EADC593}" type="presParOf" srcId="{8FC4A6D9-A4C8-42DB-AE6E-E828E8F7A941}" destId="{51E3C160-0E10-4172-AC8D-EE8B30326B06}" srcOrd="0" destOrd="0" presId="urn:microsoft.com/office/officeart/2011/layout/HexagonRadial"/>
    <dgm:cxn modelId="{1CD61F97-DC07-459F-8B8A-10F36E0C137A}" type="presParOf" srcId="{1ECB6F27-789F-4877-9884-70015FE33F07}" destId="{DDC88A5F-911D-43E1-9A6B-B3D6C662B34A}" srcOrd="6" destOrd="0" presId="urn:microsoft.com/office/officeart/2011/layout/HexagonRadial"/>
    <dgm:cxn modelId="{5F2ED137-EBD9-4CB0-8E2D-7CB96BD5BFA9}" type="presParOf" srcId="{1ECB6F27-789F-4877-9884-70015FE33F07}" destId="{0A3D7DEB-7E36-453C-889E-13CB50BD40D8}" srcOrd="7" destOrd="0" presId="urn:microsoft.com/office/officeart/2011/layout/HexagonRadial"/>
    <dgm:cxn modelId="{388920FC-9ADC-4F2E-84C2-9D53E3BCEDC2}" type="presParOf" srcId="{0A3D7DEB-7E36-453C-889E-13CB50BD40D8}" destId="{CB51B14F-E7E7-449B-86D1-A79BA596338C}" srcOrd="0" destOrd="0" presId="urn:microsoft.com/office/officeart/2011/layout/HexagonRadial"/>
    <dgm:cxn modelId="{6D0C1631-929B-4D2D-96D2-D293ED12FA8A}" type="presParOf" srcId="{1ECB6F27-789F-4877-9884-70015FE33F07}" destId="{3A568925-DE11-4CBE-96A0-3A105676FF40}" srcOrd="8" destOrd="0" presId="urn:microsoft.com/office/officeart/2011/layout/HexagonRadial"/>
    <dgm:cxn modelId="{7E093083-CBF0-48F1-8E6C-56C8FE1CAE82}" type="presParOf" srcId="{1ECB6F27-789F-4877-9884-70015FE33F07}" destId="{E7D2BA86-C682-4F51-AA55-F2220C8FE2A9}" srcOrd="9" destOrd="0" presId="urn:microsoft.com/office/officeart/2011/layout/HexagonRadial"/>
    <dgm:cxn modelId="{A2377092-7B83-40F8-A065-514F9C89F437}" type="presParOf" srcId="{E7D2BA86-C682-4F51-AA55-F2220C8FE2A9}" destId="{9FD06120-201C-4C5A-8A43-38CCC70F2B22}" srcOrd="0" destOrd="0" presId="urn:microsoft.com/office/officeart/2011/layout/HexagonRadial"/>
    <dgm:cxn modelId="{6B1CA8F8-F842-4460-A432-CFB95C116A3C}" type="presParOf" srcId="{1ECB6F27-789F-4877-9884-70015FE33F07}" destId="{3F2AE47A-CACD-446A-952A-CA3B61AF9675}" srcOrd="10" destOrd="0" presId="urn:microsoft.com/office/officeart/2011/layout/HexagonRadial"/>
    <dgm:cxn modelId="{B36F427F-8118-4C98-894D-CAB6913A27C3}" type="presParOf" srcId="{1ECB6F27-789F-4877-9884-70015FE33F07}" destId="{69D12A1F-FACE-4FB8-9A2D-E6F47DA5D9B8}" srcOrd="11" destOrd="0" presId="urn:microsoft.com/office/officeart/2011/layout/HexagonRadial"/>
    <dgm:cxn modelId="{3829BF0A-B4DA-4A0B-ABAD-7BEC677F8F69}" type="presParOf" srcId="{69D12A1F-FACE-4FB8-9A2D-E6F47DA5D9B8}" destId="{71F727D9-8230-4F90-9218-BF93A8B58658}" srcOrd="0" destOrd="0" presId="urn:microsoft.com/office/officeart/2011/layout/HexagonRadial"/>
    <dgm:cxn modelId="{25B6CE43-E477-4DB3-9A8E-860867EDF2FE}" type="presParOf" srcId="{1ECB6F27-789F-4877-9884-70015FE33F07}" destId="{34FC84AD-4E00-4F69-BA94-3DD322578B26}" srcOrd="12" destOrd="0" presId="urn:microsoft.com/office/officeart/2011/layout/HexagonRadial"/>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0E5B3B-CA65-4728-BBE8-10085A8D7F95}">
      <dsp:nvSpPr>
        <dsp:cNvPr id="0" name=""/>
        <dsp:cNvSpPr/>
      </dsp:nvSpPr>
      <dsp:spPr>
        <a:xfrm>
          <a:off x="3133310" y="1052834"/>
          <a:ext cx="1338197" cy="1157595"/>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t>Mahmoud Ghonim</a:t>
          </a:r>
        </a:p>
      </dsp:txBody>
      <dsp:txXfrm>
        <a:off x="3355068" y="1244664"/>
        <a:ext cx="894681" cy="773935"/>
      </dsp:txXfrm>
    </dsp:sp>
    <dsp:sp modelId="{5DB4D293-4FDB-412D-BD91-C2C0C02E25D5}">
      <dsp:nvSpPr>
        <dsp:cNvPr id="0" name=""/>
        <dsp:cNvSpPr/>
      </dsp:nvSpPr>
      <dsp:spPr>
        <a:xfrm>
          <a:off x="3971279" y="499002"/>
          <a:ext cx="504898" cy="435036"/>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AAFABD-0111-4C50-AE6A-3CD3641E56D1}">
      <dsp:nvSpPr>
        <dsp:cNvPr id="0" name=""/>
        <dsp:cNvSpPr/>
      </dsp:nvSpPr>
      <dsp:spPr>
        <a:xfrm>
          <a:off x="3256578" y="0"/>
          <a:ext cx="1096643" cy="948725"/>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effectLst/>
              <a:latin typeface="Arial" panose="020B0604020202020204" pitchFamily="34" charset="0"/>
              <a:ea typeface="Arial MT"/>
              <a:cs typeface="Arial" panose="020B0604020202020204" pitchFamily="34" charset="0"/>
            </a:rPr>
            <a:t>Mohamed Reda </a:t>
          </a:r>
          <a:endParaRPr lang="en-US" sz="1100" kern="1200" dirty="0"/>
        </a:p>
      </dsp:txBody>
      <dsp:txXfrm>
        <a:off x="3438315" y="157224"/>
        <a:ext cx="733169" cy="634277"/>
      </dsp:txXfrm>
    </dsp:sp>
    <dsp:sp modelId="{51E3C160-0E10-4172-AC8D-EE8B30326B06}">
      <dsp:nvSpPr>
        <dsp:cNvPr id="0" name=""/>
        <dsp:cNvSpPr/>
      </dsp:nvSpPr>
      <dsp:spPr>
        <a:xfrm>
          <a:off x="4560535" y="1312289"/>
          <a:ext cx="504898" cy="435036"/>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EC2D78-5B22-4D6F-8CDE-AE8FBD640EEF}">
      <dsp:nvSpPr>
        <dsp:cNvPr id="0" name=""/>
        <dsp:cNvSpPr/>
      </dsp:nvSpPr>
      <dsp:spPr>
        <a:xfrm>
          <a:off x="4262327" y="583529"/>
          <a:ext cx="1096643" cy="948725"/>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effectLst/>
              <a:latin typeface="Arial" panose="020B0604020202020204" pitchFamily="34" charset="0"/>
              <a:ea typeface="Arial MT"/>
              <a:cs typeface="Arial" panose="020B0604020202020204" pitchFamily="34" charset="0"/>
            </a:rPr>
            <a:t>Ahmed Elkashef</a:t>
          </a:r>
          <a:endParaRPr lang="en-US" sz="1100" kern="1200" dirty="0"/>
        </a:p>
      </dsp:txBody>
      <dsp:txXfrm>
        <a:off x="4444064" y="740753"/>
        <a:ext cx="733169" cy="634277"/>
      </dsp:txXfrm>
    </dsp:sp>
    <dsp:sp modelId="{CB51B14F-E7E7-449B-86D1-A79BA596338C}">
      <dsp:nvSpPr>
        <dsp:cNvPr id="0" name=""/>
        <dsp:cNvSpPr/>
      </dsp:nvSpPr>
      <dsp:spPr>
        <a:xfrm>
          <a:off x="4151200" y="2230337"/>
          <a:ext cx="504898" cy="435036"/>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C88A5F-911D-43E1-9A6B-B3D6C662B34A}">
      <dsp:nvSpPr>
        <dsp:cNvPr id="0" name=""/>
        <dsp:cNvSpPr/>
      </dsp:nvSpPr>
      <dsp:spPr>
        <a:xfrm>
          <a:off x="4262327" y="1730681"/>
          <a:ext cx="1096643" cy="948725"/>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effectLst/>
              <a:latin typeface="Arial" panose="020B0604020202020204" pitchFamily="34" charset="0"/>
              <a:ea typeface="Arial MT"/>
              <a:cs typeface="Arial" panose="020B0604020202020204" pitchFamily="34" charset="0"/>
            </a:rPr>
            <a:t>Nada Abd-</a:t>
          </a:r>
          <a:r>
            <a:rPr lang="en-US" sz="1100" b="1" kern="1200" dirty="0" err="1">
              <a:effectLst/>
              <a:latin typeface="Arial" panose="020B0604020202020204" pitchFamily="34" charset="0"/>
              <a:ea typeface="Arial MT"/>
              <a:cs typeface="Arial" panose="020B0604020202020204" pitchFamily="34" charset="0"/>
            </a:rPr>
            <a:t>ElRazik</a:t>
          </a:r>
          <a:endParaRPr lang="en-US" sz="1100" kern="1200" dirty="0"/>
        </a:p>
      </dsp:txBody>
      <dsp:txXfrm>
        <a:off x="4444064" y="1887905"/>
        <a:ext cx="733169" cy="634277"/>
      </dsp:txXfrm>
    </dsp:sp>
    <dsp:sp modelId="{9FD06120-201C-4C5A-8A43-38CCC70F2B22}">
      <dsp:nvSpPr>
        <dsp:cNvPr id="0" name=""/>
        <dsp:cNvSpPr/>
      </dsp:nvSpPr>
      <dsp:spPr>
        <a:xfrm>
          <a:off x="3135801" y="2325634"/>
          <a:ext cx="504898" cy="435036"/>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568925-DE11-4CBE-96A0-3A105676FF40}">
      <dsp:nvSpPr>
        <dsp:cNvPr id="0" name=""/>
        <dsp:cNvSpPr/>
      </dsp:nvSpPr>
      <dsp:spPr>
        <a:xfrm>
          <a:off x="3256578" y="2314864"/>
          <a:ext cx="1096643" cy="948725"/>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effectLst/>
              <a:latin typeface="Arial" panose="020B0604020202020204" pitchFamily="34" charset="0"/>
              <a:ea typeface="Arial MT"/>
              <a:cs typeface="Arial" panose="020B0604020202020204" pitchFamily="34" charset="0"/>
            </a:rPr>
            <a:t>Sara Zein </a:t>
          </a:r>
          <a:endParaRPr lang="en-US" sz="1100" kern="1200" dirty="0"/>
        </a:p>
      </dsp:txBody>
      <dsp:txXfrm>
        <a:off x="3438315" y="2472088"/>
        <a:ext cx="733169" cy="634277"/>
      </dsp:txXfrm>
    </dsp:sp>
    <dsp:sp modelId="{71F727D9-8230-4F90-9218-BF93A8B58658}">
      <dsp:nvSpPr>
        <dsp:cNvPr id="0" name=""/>
        <dsp:cNvSpPr/>
      </dsp:nvSpPr>
      <dsp:spPr>
        <a:xfrm>
          <a:off x="2536896" y="1512673"/>
          <a:ext cx="504898" cy="435036"/>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2AE47A-CACD-446A-952A-CA3B61AF9675}">
      <dsp:nvSpPr>
        <dsp:cNvPr id="0" name=""/>
        <dsp:cNvSpPr/>
      </dsp:nvSpPr>
      <dsp:spPr>
        <a:xfrm>
          <a:off x="2246159" y="1731334"/>
          <a:ext cx="1096643" cy="948725"/>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effectLst/>
              <a:latin typeface="Arial" panose="020B0604020202020204" pitchFamily="34" charset="0"/>
              <a:ea typeface="Arial MT"/>
              <a:cs typeface="Arial" panose="020B0604020202020204" pitchFamily="34" charset="0"/>
            </a:rPr>
            <a:t>Ibrahim Ragab </a:t>
          </a:r>
          <a:endParaRPr lang="en-US" sz="1100" kern="1200" dirty="0"/>
        </a:p>
      </dsp:txBody>
      <dsp:txXfrm>
        <a:off x="2427896" y="1888558"/>
        <a:ext cx="733169" cy="634277"/>
      </dsp:txXfrm>
    </dsp:sp>
    <dsp:sp modelId="{34FC84AD-4E00-4F69-BA94-3DD322578B26}">
      <dsp:nvSpPr>
        <dsp:cNvPr id="0" name=""/>
        <dsp:cNvSpPr/>
      </dsp:nvSpPr>
      <dsp:spPr>
        <a:xfrm>
          <a:off x="2246159" y="582224"/>
          <a:ext cx="1096643" cy="948725"/>
        </a:xfrm>
        <a:prstGeom prst="hexagon">
          <a:avLst>
            <a:gd name="adj" fmla="val 2857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effectLst/>
              <a:latin typeface="Arial" panose="020B0604020202020204" pitchFamily="34" charset="0"/>
              <a:ea typeface="Arial MT"/>
              <a:cs typeface="Arial" panose="020B0604020202020204" pitchFamily="34" charset="0"/>
            </a:rPr>
            <a:t>Ibrahim Atef </a:t>
          </a:r>
          <a:endParaRPr lang="en-US" sz="1100" kern="1200" dirty="0"/>
        </a:p>
      </dsp:txBody>
      <dsp:txXfrm>
        <a:off x="2427896" y="739448"/>
        <a:ext cx="733169" cy="634277"/>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99" name="Google Shape;3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c03f8b48dd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66" name="Google Shape;566;gc03f8b48dd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df3f552fc4_0_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91" name="Google Shape;591;gdf3f552fc4_0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c03f8b48dd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29" name="Google Shape;629;gc03f8b48dd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dfee29fd8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5" name="Google Shape;695;gdfee29fd8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dfee29fd8a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96" name="Google Shape;796;gdfee29fd8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dfee29fd8a_0_6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FDBD10AD-B12F-99AD-DC10-8D56E2B37470}"/>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0D0AC1D4-421B-2DA7-C041-24B2336BD7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B0CA4950-644A-C5AC-99C3-4FE963EECA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2474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10C16533-2DF8-5943-DB18-2A2AA9F3B3FB}"/>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A112170F-5C2D-D931-D10F-CB85CD7131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C6D45291-CFDE-BDC1-79F4-58620DF7B3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8393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7770A8BA-701D-0E9D-444E-DAA272FE5E59}"/>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F21B2BB7-DA5C-EC66-6AC9-E7A6C12AC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659BCFAF-8EB5-8733-3925-B683F584EB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3492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8F37FB4A-AB0B-4DB3-C1D5-C1FED5713318}"/>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08510D42-1867-80C2-59F4-2D946F60BF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445F36BB-72D7-47E3-822B-B41F0005C9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518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C099BEC5-F053-E4C9-FAE7-198FC174FD4E}"/>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F4DA308A-2B04-1122-406C-837D187BAF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48B0B4B4-C314-ECDA-5E92-0B2CE55185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3747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A5C64BC0-5A4A-5721-CFA7-F2D5278C4ADF}"/>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74A087CE-71FF-5D36-DD02-94502F69C0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76C94899-7212-BA51-1BF7-3A3D6A3CF1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0604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23625C38-19FC-040B-A20E-843E5F99B1A3}"/>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90CDC7E0-817A-9289-C8AA-A90C3F0DA6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3A3A39D5-A599-8784-3EB9-4B2264BB4B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3072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125F2083-A3C4-02B7-C0E9-A712C2F944A8}"/>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04FD4369-9FBA-5F46-C2D7-B0F0C92CEC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3F3DD83C-9995-9800-C05E-579B9DE69D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6754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10CDE36C-68CE-761B-15F2-170B87CED052}"/>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697B0F59-4570-83D0-5278-BD0E8E2903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55D5FD0D-759A-E6EB-D883-20C225361B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6032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C5281113-32CB-D4B1-FE9F-7865255664BB}"/>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089BAB88-8AB6-743C-CBD6-11A656E6B5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EEE27309-62D1-CE16-D289-F1D1642ACF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6323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a:extLst>
            <a:ext uri="{FF2B5EF4-FFF2-40B4-BE49-F238E27FC236}">
              <a16:creationId xmlns:a16="http://schemas.microsoft.com/office/drawing/2014/main" id="{399C7AB9-EC3E-204E-2675-300B4B2847D6}"/>
            </a:ext>
          </a:extLst>
        </p:cNvPr>
        <p:cNvGrpSpPr/>
        <p:nvPr/>
      </p:nvGrpSpPr>
      <p:grpSpPr>
        <a:xfrm>
          <a:off x="0" y="0"/>
          <a:ext cx="0" cy="0"/>
          <a:chOff x="0" y="0"/>
          <a:chExt cx="0" cy="0"/>
        </a:xfrm>
      </p:grpSpPr>
      <p:sp>
        <p:nvSpPr>
          <p:cNvPr id="964" name="Google Shape;964;gdfee29fd8a_0_668:notes">
            <a:extLst>
              <a:ext uri="{FF2B5EF4-FFF2-40B4-BE49-F238E27FC236}">
                <a16:creationId xmlns:a16="http://schemas.microsoft.com/office/drawing/2014/main" id="{6B0C4FF7-1284-2B38-CB2C-4B19500C6B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65" name="Google Shape;965;gdfee29fd8a_0_668:notes">
            <a:extLst>
              <a:ext uri="{FF2B5EF4-FFF2-40B4-BE49-F238E27FC236}">
                <a16:creationId xmlns:a16="http://schemas.microsoft.com/office/drawing/2014/main" id="{428A7364-A451-A5F5-41C7-3A4F667E35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43507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dfee29fd8a_0_6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40" name="Google Shape;940;gdfee29fd8a_0_6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1"/>
        <p:cNvGrpSpPr/>
        <p:nvPr/>
      </p:nvGrpSpPr>
      <p:grpSpPr>
        <a:xfrm>
          <a:off x="0" y="0"/>
          <a:ext cx="0" cy="0"/>
          <a:chOff x="0" y="0"/>
          <a:chExt cx="0" cy="0"/>
        </a:xfrm>
      </p:grpSpPr>
      <p:sp>
        <p:nvSpPr>
          <p:cNvPr id="2432" name="Google Shape;2432;ge099c31f65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433" name="Google Shape;2433;ge099c31f65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df3f552fc4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4" name="Google Shape;874;gdf3f552fc4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dfee29fd8a_0_5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52" name="Google Shape;852;gdfee29fd8a_0_5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c03f8b48dd_0_5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38" name="Google Shape;1238;gc03f8b48dd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df3f552fc4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80" name="Google Shape;1280;gdf3f552fc4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a:extLst>
            <a:ext uri="{FF2B5EF4-FFF2-40B4-BE49-F238E27FC236}">
              <a16:creationId xmlns:a16="http://schemas.microsoft.com/office/drawing/2014/main" id="{D113A089-715B-D46A-F4FF-487211D4C117}"/>
            </a:ext>
          </a:extLst>
        </p:cNvPr>
        <p:cNvGrpSpPr/>
        <p:nvPr/>
      </p:nvGrpSpPr>
      <p:grpSpPr>
        <a:xfrm>
          <a:off x="0" y="0"/>
          <a:ext cx="0" cy="0"/>
          <a:chOff x="0" y="0"/>
          <a:chExt cx="0" cy="0"/>
        </a:xfrm>
      </p:grpSpPr>
      <p:sp>
        <p:nvSpPr>
          <p:cNvPr id="1237" name="Google Shape;1237;gc03f8b48dd_0_583:notes">
            <a:extLst>
              <a:ext uri="{FF2B5EF4-FFF2-40B4-BE49-F238E27FC236}">
                <a16:creationId xmlns:a16="http://schemas.microsoft.com/office/drawing/2014/main" id="{AA338462-823F-D7BF-8306-ED7C27EA6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38" name="Google Shape;1238;gc03f8b48dd_0_583:notes">
            <a:extLst>
              <a:ext uri="{FF2B5EF4-FFF2-40B4-BE49-F238E27FC236}">
                <a16:creationId xmlns:a16="http://schemas.microsoft.com/office/drawing/2014/main" id="{0ED87356-E17D-4171-6D8D-6E91A02293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01825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6"/>
        <p:cNvGrpSpPr/>
        <p:nvPr/>
      </p:nvGrpSpPr>
      <p:grpSpPr>
        <a:xfrm>
          <a:off x="0" y="0"/>
          <a:ext cx="0" cy="0"/>
          <a:chOff x="0" y="0"/>
          <a:chExt cx="0" cy="0"/>
        </a:xfrm>
      </p:grpSpPr>
      <p:sp>
        <p:nvSpPr>
          <p:cNvPr id="1367" name="Google Shape;1367;gdf3f552fc4_0_4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68" name="Google Shape;1368;gdf3f552fc4_0_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c03f8b48dd_0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49" name="Google Shape;1049;gc03f8b48dd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3"/>
        <p:cNvGrpSpPr/>
        <p:nvPr/>
      </p:nvGrpSpPr>
      <p:grpSpPr>
        <a:xfrm>
          <a:off x="0" y="0"/>
          <a:ext cx="0" cy="0"/>
          <a:chOff x="0" y="0"/>
          <a:chExt cx="0" cy="0"/>
        </a:xfrm>
      </p:grpSpPr>
      <p:sp>
        <p:nvSpPr>
          <p:cNvPr id="1594" name="Google Shape;1594;ge09e2ec8c5_0_154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95" name="Google Shape;1595;ge09e2ec8c5_0_15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gdfee29fd8a_0_15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27" name="Google Shape;1727;gdfee29fd8a_0_1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gdfee29fd8a_0_10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33" name="Google Shape;1533;gdfee29fd8a_0_10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dfee29fd8a_0_8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7"/>
        <p:cNvGrpSpPr/>
        <p:nvPr/>
      </p:nvGrpSpPr>
      <p:grpSpPr>
        <a:xfrm>
          <a:off x="0" y="0"/>
          <a:ext cx="0" cy="0"/>
          <a:chOff x="0" y="0"/>
          <a:chExt cx="0" cy="0"/>
        </a:xfrm>
      </p:grpSpPr>
      <p:sp>
        <p:nvSpPr>
          <p:cNvPr id="1748" name="Google Shape;1748;gdfee29fd8a_0_15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49" name="Google Shape;1749;gdfee29fd8a_0_1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a:extLst>
            <a:ext uri="{FF2B5EF4-FFF2-40B4-BE49-F238E27FC236}">
              <a16:creationId xmlns:a16="http://schemas.microsoft.com/office/drawing/2014/main" id="{5E0C6540-2EE3-F2F6-6453-5911D9401D68}"/>
            </a:ext>
          </a:extLst>
        </p:cNvPr>
        <p:cNvGrpSpPr/>
        <p:nvPr/>
      </p:nvGrpSpPr>
      <p:grpSpPr>
        <a:xfrm>
          <a:off x="0" y="0"/>
          <a:ext cx="0" cy="0"/>
          <a:chOff x="0" y="0"/>
          <a:chExt cx="0" cy="0"/>
        </a:xfrm>
      </p:grpSpPr>
      <p:sp>
        <p:nvSpPr>
          <p:cNvPr id="1105" name="Google Shape;1105;gdfee29fd8a_0_845:notes">
            <a:extLst>
              <a:ext uri="{FF2B5EF4-FFF2-40B4-BE49-F238E27FC236}">
                <a16:creationId xmlns:a16="http://schemas.microsoft.com/office/drawing/2014/main" id="{C5A970D4-5358-5FCF-496C-5B60D01CB6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a:extLst>
              <a:ext uri="{FF2B5EF4-FFF2-40B4-BE49-F238E27FC236}">
                <a16:creationId xmlns:a16="http://schemas.microsoft.com/office/drawing/2014/main" id="{CDB8AA8B-9F3B-2EA6-A838-0DF0811579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41071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a:extLst>
            <a:ext uri="{FF2B5EF4-FFF2-40B4-BE49-F238E27FC236}">
              <a16:creationId xmlns:a16="http://schemas.microsoft.com/office/drawing/2014/main" id="{45922B91-0370-F83F-165F-75125FC72CD6}"/>
            </a:ext>
          </a:extLst>
        </p:cNvPr>
        <p:cNvGrpSpPr/>
        <p:nvPr/>
      </p:nvGrpSpPr>
      <p:grpSpPr>
        <a:xfrm>
          <a:off x="0" y="0"/>
          <a:ext cx="0" cy="0"/>
          <a:chOff x="0" y="0"/>
          <a:chExt cx="0" cy="0"/>
        </a:xfrm>
      </p:grpSpPr>
      <p:sp>
        <p:nvSpPr>
          <p:cNvPr id="1105" name="Google Shape;1105;gdfee29fd8a_0_845:notes">
            <a:extLst>
              <a:ext uri="{FF2B5EF4-FFF2-40B4-BE49-F238E27FC236}">
                <a16:creationId xmlns:a16="http://schemas.microsoft.com/office/drawing/2014/main" id="{59404AA0-42E1-EC03-0920-831A58EB90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a:extLst>
              <a:ext uri="{FF2B5EF4-FFF2-40B4-BE49-F238E27FC236}">
                <a16:creationId xmlns:a16="http://schemas.microsoft.com/office/drawing/2014/main" id="{2D0721F2-13F4-F113-CDF0-B114E47E17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64041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a:extLst>
            <a:ext uri="{FF2B5EF4-FFF2-40B4-BE49-F238E27FC236}">
              <a16:creationId xmlns:a16="http://schemas.microsoft.com/office/drawing/2014/main" id="{75C61CFB-6AAC-3BF1-7B0D-9D9556D528B9}"/>
            </a:ext>
          </a:extLst>
        </p:cNvPr>
        <p:cNvGrpSpPr/>
        <p:nvPr/>
      </p:nvGrpSpPr>
      <p:grpSpPr>
        <a:xfrm>
          <a:off x="0" y="0"/>
          <a:ext cx="0" cy="0"/>
          <a:chOff x="0" y="0"/>
          <a:chExt cx="0" cy="0"/>
        </a:xfrm>
      </p:grpSpPr>
      <p:sp>
        <p:nvSpPr>
          <p:cNvPr id="1105" name="Google Shape;1105;gdfee29fd8a_0_845:notes">
            <a:extLst>
              <a:ext uri="{FF2B5EF4-FFF2-40B4-BE49-F238E27FC236}">
                <a16:creationId xmlns:a16="http://schemas.microsoft.com/office/drawing/2014/main" id="{AF23CAFE-81E2-DABF-37FD-B886C0B1F3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a:extLst>
              <a:ext uri="{FF2B5EF4-FFF2-40B4-BE49-F238E27FC236}">
                <a16:creationId xmlns:a16="http://schemas.microsoft.com/office/drawing/2014/main" id="{875399BA-5BCF-69CB-DE9D-2E38523EB4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52837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a:extLst>
            <a:ext uri="{FF2B5EF4-FFF2-40B4-BE49-F238E27FC236}">
              <a16:creationId xmlns:a16="http://schemas.microsoft.com/office/drawing/2014/main" id="{92E99B58-EF9C-F857-B257-87B35E1C1A77}"/>
            </a:ext>
          </a:extLst>
        </p:cNvPr>
        <p:cNvGrpSpPr/>
        <p:nvPr/>
      </p:nvGrpSpPr>
      <p:grpSpPr>
        <a:xfrm>
          <a:off x="0" y="0"/>
          <a:ext cx="0" cy="0"/>
          <a:chOff x="0" y="0"/>
          <a:chExt cx="0" cy="0"/>
        </a:xfrm>
      </p:grpSpPr>
      <p:sp>
        <p:nvSpPr>
          <p:cNvPr id="1105" name="Google Shape;1105;gdfee29fd8a_0_845:notes">
            <a:extLst>
              <a:ext uri="{FF2B5EF4-FFF2-40B4-BE49-F238E27FC236}">
                <a16:creationId xmlns:a16="http://schemas.microsoft.com/office/drawing/2014/main" id="{B72D2F88-211F-9083-12CB-851FB462B5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a:extLst>
              <a:ext uri="{FF2B5EF4-FFF2-40B4-BE49-F238E27FC236}">
                <a16:creationId xmlns:a16="http://schemas.microsoft.com/office/drawing/2014/main" id="{E214EA03-0919-837D-DA49-C24927A3BE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14564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a:extLst>
            <a:ext uri="{FF2B5EF4-FFF2-40B4-BE49-F238E27FC236}">
              <a16:creationId xmlns:a16="http://schemas.microsoft.com/office/drawing/2014/main" id="{19E22D90-741E-E7EC-519D-11530C3457FB}"/>
            </a:ext>
          </a:extLst>
        </p:cNvPr>
        <p:cNvGrpSpPr/>
        <p:nvPr/>
      </p:nvGrpSpPr>
      <p:grpSpPr>
        <a:xfrm>
          <a:off x="0" y="0"/>
          <a:ext cx="0" cy="0"/>
          <a:chOff x="0" y="0"/>
          <a:chExt cx="0" cy="0"/>
        </a:xfrm>
      </p:grpSpPr>
      <p:sp>
        <p:nvSpPr>
          <p:cNvPr id="1105" name="Google Shape;1105;gdfee29fd8a_0_845:notes">
            <a:extLst>
              <a:ext uri="{FF2B5EF4-FFF2-40B4-BE49-F238E27FC236}">
                <a16:creationId xmlns:a16="http://schemas.microsoft.com/office/drawing/2014/main" id="{A43FE595-AC65-0A60-12B4-0BA743F3A1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a:extLst>
              <a:ext uri="{FF2B5EF4-FFF2-40B4-BE49-F238E27FC236}">
                <a16:creationId xmlns:a16="http://schemas.microsoft.com/office/drawing/2014/main" id="{AC15C96F-48D8-5E42-F188-DA4048AC1D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40113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a:extLst>
            <a:ext uri="{FF2B5EF4-FFF2-40B4-BE49-F238E27FC236}">
              <a16:creationId xmlns:a16="http://schemas.microsoft.com/office/drawing/2014/main" id="{2F0BF187-2BFD-91C2-B3AD-A5E2EBC46A65}"/>
            </a:ext>
          </a:extLst>
        </p:cNvPr>
        <p:cNvGrpSpPr/>
        <p:nvPr/>
      </p:nvGrpSpPr>
      <p:grpSpPr>
        <a:xfrm>
          <a:off x="0" y="0"/>
          <a:ext cx="0" cy="0"/>
          <a:chOff x="0" y="0"/>
          <a:chExt cx="0" cy="0"/>
        </a:xfrm>
      </p:grpSpPr>
      <p:sp>
        <p:nvSpPr>
          <p:cNvPr id="1105" name="Google Shape;1105;gdfee29fd8a_0_845:notes">
            <a:extLst>
              <a:ext uri="{FF2B5EF4-FFF2-40B4-BE49-F238E27FC236}">
                <a16:creationId xmlns:a16="http://schemas.microsoft.com/office/drawing/2014/main" id="{1128D2C2-31DC-FA29-ECB9-70ED80A02C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a:extLst>
              <a:ext uri="{FF2B5EF4-FFF2-40B4-BE49-F238E27FC236}">
                <a16:creationId xmlns:a16="http://schemas.microsoft.com/office/drawing/2014/main" id="{2F659C60-DC98-82C6-96F3-F977877F68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97256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a:extLst>
            <a:ext uri="{FF2B5EF4-FFF2-40B4-BE49-F238E27FC236}">
              <a16:creationId xmlns:a16="http://schemas.microsoft.com/office/drawing/2014/main" id="{B2AE64F2-7B44-1219-6B3C-98D5F62D66B0}"/>
            </a:ext>
          </a:extLst>
        </p:cNvPr>
        <p:cNvGrpSpPr/>
        <p:nvPr/>
      </p:nvGrpSpPr>
      <p:grpSpPr>
        <a:xfrm>
          <a:off x="0" y="0"/>
          <a:ext cx="0" cy="0"/>
          <a:chOff x="0" y="0"/>
          <a:chExt cx="0" cy="0"/>
        </a:xfrm>
      </p:grpSpPr>
      <p:sp>
        <p:nvSpPr>
          <p:cNvPr id="1105" name="Google Shape;1105;gdfee29fd8a_0_845:notes">
            <a:extLst>
              <a:ext uri="{FF2B5EF4-FFF2-40B4-BE49-F238E27FC236}">
                <a16:creationId xmlns:a16="http://schemas.microsoft.com/office/drawing/2014/main" id="{052136F9-5FF8-150B-1A9E-BFB2F932BD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a:extLst>
              <a:ext uri="{FF2B5EF4-FFF2-40B4-BE49-F238E27FC236}">
                <a16:creationId xmlns:a16="http://schemas.microsoft.com/office/drawing/2014/main" id="{CB6B25A3-1142-E781-2B4F-2B12FC6E67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56313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a:extLst>
            <a:ext uri="{FF2B5EF4-FFF2-40B4-BE49-F238E27FC236}">
              <a16:creationId xmlns:a16="http://schemas.microsoft.com/office/drawing/2014/main" id="{CD4F8BA2-BFF1-A7CA-29E4-345A5A3A19AE}"/>
            </a:ext>
          </a:extLst>
        </p:cNvPr>
        <p:cNvGrpSpPr/>
        <p:nvPr/>
      </p:nvGrpSpPr>
      <p:grpSpPr>
        <a:xfrm>
          <a:off x="0" y="0"/>
          <a:ext cx="0" cy="0"/>
          <a:chOff x="0" y="0"/>
          <a:chExt cx="0" cy="0"/>
        </a:xfrm>
      </p:grpSpPr>
      <p:sp>
        <p:nvSpPr>
          <p:cNvPr id="1105" name="Google Shape;1105;gdfee29fd8a_0_845:notes">
            <a:extLst>
              <a:ext uri="{FF2B5EF4-FFF2-40B4-BE49-F238E27FC236}">
                <a16:creationId xmlns:a16="http://schemas.microsoft.com/office/drawing/2014/main" id="{B5D7FE92-20CC-2F90-D717-16DCDAC58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06" name="Google Shape;1106;gdfee29fd8a_0_845:notes">
            <a:extLst>
              <a:ext uri="{FF2B5EF4-FFF2-40B4-BE49-F238E27FC236}">
                <a16:creationId xmlns:a16="http://schemas.microsoft.com/office/drawing/2014/main" id="{EA05D059-F9E3-1A9C-034C-911A18AB0E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98575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a:extLst>
            <a:ext uri="{FF2B5EF4-FFF2-40B4-BE49-F238E27FC236}">
              <a16:creationId xmlns:a16="http://schemas.microsoft.com/office/drawing/2014/main" id="{0DCFA436-7A9E-867D-ED16-1D728A83C6CB}"/>
            </a:ext>
          </a:extLst>
        </p:cNvPr>
        <p:cNvGrpSpPr/>
        <p:nvPr/>
      </p:nvGrpSpPr>
      <p:grpSpPr>
        <a:xfrm>
          <a:off x="0" y="0"/>
          <a:ext cx="0" cy="0"/>
          <a:chOff x="0" y="0"/>
          <a:chExt cx="0" cy="0"/>
        </a:xfrm>
      </p:grpSpPr>
      <p:sp>
        <p:nvSpPr>
          <p:cNvPr id="1237" name="Google Shape;1237;gc03f8b48dd_0_583:notes">
            <a:extLst>
              <a:ext uri="{FF2B5EF4-FFF2-40B4-BE49-F238E27FC236}">
                <a16:creationId xmlns:a16="http://schemas.microsoft.com/office/drawing/2014/main" id="{5BD8145E-B0AB-85BF-331E-66DEBAAB22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38" name="Google Shape;1238;gc03f8b48dd_0_583:notes">
            <a:extLst>
              <a:ext uri="{FF2B5EF4-FFF2-40B4-BE49-F238E27FC236}">
                <a16:creationId xmlns:a16="http://schemas.microsoft.com/office/drawing/2014/main" id="{CDE66469-671C-83D2-51EC-C1D8158764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26724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c03f8b48dd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c03f8b48dd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dfee29fd8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dfee29fd8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dfee29fd8a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dfee29fd8a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c03f8b48dd_0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c03f8b48dd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e099c31f65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10" name="Google Shape;1810;ge099c31f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0" name="Google Shape;10;p2"/>
          <p:cNvSpPr txBox="1">
            <a:spLocks noGrp="1"/>
          </p:cNvSpPr>
          <p:nvPr>
            <p:ph type="subTitle" idx="1"/>
          </p:nvPr>
        </p:nvSpPr>
        <p:spPr>
          <a:xfrm>
            <a:off x="4632950" y="3878300"/>
            <a:ext cx="3376500" cy="43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1" name="Google Shape;11;p2"/>
          <p:cNvSpPr/>
          <p:nvPr/>
        </p:nvSpPr>
        <p:spPr>
          <a:xfrm rot="7937037">
            <a:off x="7881158" y="-11928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7937037">
            <a:off x="8009108" y="-14231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7937037">
            <a:off x="8174983" y="-16534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724618">
            <a:off x="8135423" y="3819614"/>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724618">
            <a:off x="8269773" y="397313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724618">
            <a:off x="8448898" y="413308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4632950" y="724725"/>
            <a:ext cx="3376500" cy="3078900"/>
          </a:xfrm>
          <a:prstGeom prst="rect">
            <a:avLst/>
          </a:prstGeom>
        </p:spPr>
        <p:txBody>
          <a:bodyPr spcFirstLastPara="1" wrap="square" lIns="91425" tIns="91425" rIns="91425" bIns="91425" anchor="b" anchorCtr="0">
            <a:noAutofit/>
          </a:bodyPr>
          <a:lstStyle>
            <a:lvl1pPr lvl="0">
              <a:spcBef>
                <a:spcPts val="0"/>
              </a:spcBef>
              <a:spcAft>
                <a:spcPts val="0"/>
              </a:spcAft>
              <a:buSzPts val="4500"/>
              <a:buNone/>
              <a:defRPr sz="4500">
                <a:latin typeface="Paytone One"/>
                <a:ea typeface="Paytone One"/>
                <a:cs typeface="Paytone One"/>
                <a:sym typeface="Paytone One"/>
              </a:defRPr>
            </a:lvl1pPr>
            <a:lvl2pPr lvl="1" algn="ctr">
              <a:spcBef>
                <a:spcPts val="0"/>
              </a:spcBef>
              <a:spcAft>
                <a:spcPts val="0"/>
              </a:spcAft>
              <a:buSzPts val="4500"/>
              <a:buNone/>
              <a:defRPr sz="4500"/>
            </a:lvl2pPr>
            <a:lvl3pPr lvl="2" algn="ctr">
              <a:spcBef>
                <a:spcPts val="0"/>
              </a:spcBef>
              <a:spcAft>
                <a:spcPts val="0"/>
              </a:spcAft>
              <a:buSzPts val="4500"/>
              <a:buNone/>
              <a:defRPr sz="4500"/>
            </a:lvl3pPr>
            <a:lvl4pPr lvl="3" algn="ctr">
              <a:spcBef>
                <a:spcPts val="0"/>
              </a:spcBef>
              <a:spcAft>
                <a:spcPts val="0"/>
              </a:spcAft>
              <a:buSzPts val="4500"/>
              <a:buNone/>
              <a:defRPr sz="4500"/>
            </a:lvl4pPr>
            <a:lvl5pPr lvl="4" algn="ctr">
              <a:spcBef>
                <a:spcPts val="0"/>
              </a:spcBef>
              <a:spcAft>
                <a:spcPts val="0"/>
              </a:spcAft>
              <a:buSzPts val="4500"/>
              <a:buNone/>
              <a:defRPr sz="4500"/>
            </a:lvl5pPr>
            <a:lvl6pPr lvl="5" algn="ctr">
              <a:spcBef>
                <a:spcPts val="0"/>
              </a:spcBef>
              <a:spcAft>
                <a:spcPts val="0"/>
              </a:spcAft>
              <a:buSzPts val="4500"/>
              <a:buNone/>
              <a:defRPr sz="4500"/>
            </a:lvl6pPr>
            <a:lvl7pPr lvl="6" algn="ctr">
              <a:spcBef>
                <a:spcPts val="0"/>
              </a:spcBef>
              <a:spcAft>
                <a:spcPts val="0"/>
              </a:spcAft>
              <a:buSzPts val="4500"/>
              <a:buNone/>
              <a:defRPr sz="4500"/>
            </a:lvl7pPr>
            <a:lvl8pPr lvl="7" algn="ctr">
              <a:spcBef>
                <a:spcPts val="0"/>
              </a:spcBef>
              <a:spcAft>
                <a:spcPts val="0"/>
              </a:spcAft>
              <a:buSzPts val="4500"/>
              <a:buNone/>
              <a:defRPr sz="4500"/>
            </a:lvl8pPr>
            <a:lvl9pPr lvl="8" algn="ctr">
              <a:spcBef>
                <a:spcPts val="0"/>
              </a:spcBef>
              <a:spcAft>
                <a:spcPts val="0"/>
              </a:spcAft>
              <a:buSzPts val="4500"/>
              <a:buNone/>
              <a:defRPr sz="45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pic>
        <p:nvPicPr>
          <p:cNvPr id="19" name="Google Shape;19;p3"/>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0" name="Google Shape;20;p3"/>
          <p:cNvSpPr txBox="1">
            <a:spLocks noGrp="1"/>
          </p:cNvSpPr>
          <p:nvPr>
            <p:ph type="title"/>
          </p:nvPr>
        </p:nvSpPr>
        <p:spPr>
          <a:xfrm>
            <a:off x="1058325" y="2105655"/>
            <a:ext cx="3984000" cy="1146600"/>
          </a:xfrm>
          <a:prstGeom prst="rect">
            <a:avLst/>
          </a:prstGeom>
        </p:spPr>
        <p:txBody>
          <a:bodyPr spcFirstLastPara="1" wrap="square" lIns="91425" tIns="91425" rIns="91425" bIns="91425" anchor="t" anchorCtr="0">
            <a:noAutofit/>
          </a:bodyPr>
          <a:lstStyle>
            <a:lvl1pPr lvl="0" algn="r" rtl="0">
              <a:lnSpc>
                <a:spcPct val="80000"/>
              </a:lnSpc>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1" name="Google Shape;21;p3"/>
          <p:cNvSpPr txBox="1">
            <a:spLocks noGrp="1"/>
          </p:cNvSpPr>
          <p:nvPr>
            <p:ph type="subTitle" idx="1"/>
          </p:nvPr>
        </p:nvSpPr>
        <p:spPr>
          <a:xfrm>
            <a:off x="2115575" y="3252225"/>
            <a:ext cx="2926800" cy="57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300"/>
              <a:buNone/>
              <a:defRPr sz="1600" b="0"/>
            </a:lvl1pPr>
            <a:lvl2pPr lvl="1" algn="ctr" rtl="0">
              <a:lnSpc>
                <a:spcPct val="100000"/>
              </a:lnSpc>
              <a:spcBef>
                <a:spcPts val="0"/>
              </a:spcBef>
              <a:spcAft>
                <a:spcPts val="0"/>
              </a:spcAft>
              <a:buClr>
                <a:srgbClr val="541C1D"/>
              </a:buClr>
              <a:buSzPts val="1400"/>
              <a:buNone/>
              <a:defRPr>
                <a:solidFill>
                  <a:srgbClr val="541C1D"/>
                </a:solidFill>
              </a:defRPr>
            </a:lvl2pPr>
            <a:lvl3pPr lvl="2" algn="ctr" rtl="0">
              <a:lnSpc>
                <a:spcPct val="100000"/>
              </a:lnSpc>
              <a:spcBef>
                <a:spcPts val="0"/>
              </a:spcBef>
              <a:spcAft>
                <a:spcPts val="0"/>
              </a:spcAft>
              <a:buClr>
                <a:srgbClr val="541C1D"/>
              </a:buClr>
              <a:buSzPts val="1400"/>
              <a:buNone/>
              <a:defRPr>
                <a:solidFill>
                  <a:srgbClr val="541C1D"/>
                </a:solidFill>
              </a:defRPr>
            </a:lvl3pPr>
            <a:lvl4pPr lvl="3" algn="ctr" rtl="0">
              <a:lnSpc>
                <a:spcPct val="100000"/>
              </a:lnSpc>
              <a:spcBef>
                <a:spcPts val="0"/>
              </a:spcBef>
              <a:spcAft>
                <a:spcPts val="0"/>
              </a:spcAft>
              <a:buClr>
                <a:srgbClr val="541C1D"/>
              </a:buClr>
              <a:buSzPts val="1400"/>
              <a:buNone/>
              <a:defRPr>
                <a:solidFill>
                  <a:srgbClr val="541C1D"/>
                </a:solidFill>
              </a:defRPr>
            </a:lvl4pPr>
            <a:lvl5pPr lvl="4" algn="ctr" rtl="0">
              <a:lnSpc>
                <a:spcPct val="100000"/>
              </a:lnSpc>
              <a:spcBef>
                <a:spcPts val="0"/>
              </a:spcBef>
              <a:spcAft>
                <a:spcPts val="0"/>
              </a:spcAft>
              <a:buClr>
                <a:srgbClr val="541C1D"/>
              </a:buClr>
              <a:buSzPts val="1400"/>
              <a:buNone/>
              <a:defRPr>
                <a:solidFill>
                  <a:srgbClr val="541C1D"/>
                </a:solidFill>
              </a:defRPr>
            </a:lvl5pPr>
            <a:lvl6pPr lvl="5" algn="ctr" rtl="0">
              <a:lnSpc>
                <a:spcPct val="100000"/>
              </a:lnSpc>
              <a:spcBef>
                <a:spcPts val="0"/>
              </a:spcBef>
              <a:spcAft>
                <a:spcPts val="0"/>
              </a:spcAft>
              <a:buClr>
                <a:srgbClr val="541C1D"/>
              </a:buClr>
              <a:buSzPts val="1400"/>
              <a:buNone/>
              <a:defRPr>
                <a:solidFill>
                  <a:srgbClr val="541C1D"/>
                </a:solidFill>
              </a:defRPr>
            </a:lvl6pPr>
            <a:lvl7pPr lvl="6" algn="ctr" rtl="0">
              <a:lnSpc>
                <a:spcPct val="100000"/>
              </a:lnSpc>
              <a:spcBef>
                <a:spcPts val="0"/>
              </a:spcBef>
              <a:spcAft>
                <a:spcPts val="0"/>
              </a:spcAft>
              <a:buClr>
                <a:srgbClr val="541C1D"/>
              </a:buClr>
              <a:buSzPts val="1400"/>
              <a:buNone/>
              <a:defRPr>
                <a:solidFill>
                  <a:srgbClr val="541C1D"/>
                </a:solidFill>
              </a:defRPr>
            </a:lvl7pPr>
            <a:lvl8pPr lvl="7" algn="ctr" rtl="0">
              <a:lnSpc>
                <a:spcPct val="100000"/>
              </a:lnSpc>
              <a:spcBef>
                <a:spcPts val="0"/>
              </a:spcBef>
              <a:spcAft>
                <a:spcPts val="0"/>
              </a:spcAft>
              <a:buClr>
                <a:srgbClr val="541C1D"/>
              </a:buClr>
              <a:buSzPts val="1400"/>
              <a:buNone/>
              <a:defRPr>
                <a:solidFill>
                  <a:srgbClr val="541C1D"/>
                </a:solidFill>
              </a:defRPr>
            </a:lvl8pPr>
            <a:lvl9pPr lvl="8" algn="ctr" rtl="0">
              <a:lnSpc>
                <a:spcPct val="100000"/>
              </a:lnSpc>
              <a:spcBef>
                <a:spcPts val="0"/>
              </a:spcBef>
              <a:spcAft>
                <a:spcPts val="0"/>
              </a:spcAft>
              <a:buClr>
                <a:srgbClr val="541C1D"/>
              </a:buClr>
              <a:buSzPts val="1400"/>
              <a:buNone/>
              <a:defRPr>
                <a:solidFill>
                  <a:srgbClr val="541C1D"/>
                </a:solidFill>
              </a:defRPr>
            </a:lvl9pPr>
          </a:lstStyle>
          <a:p>
            <a:endParaRPr/>
          </a:p>
        </p:txBody>
      </p:sp>
      <p:sp>
        <p:nvSpPr>
          <p:cNvPr id="22" name="Google Shape;22;p3"/>
          <p:cNvSpPr txBox="1">
            <a:spLocks noGrp="1"/>
          </p:cNvSpPr>
          <p:nvPr>
            <p:ph type="title" idx="2" hasCustomPrompt="1"/>
          </p:nvPr>
        </p:nvSpPr>
        <p:spPr>
          <a:xfrm>
            <a:off x="3818025" y="1110299"/>
            <a:ext cx="1224300" cy="841800"/>
          </a:xfrm>
          <a:prstGeom prst="rect">
            <a:avLst/>
          </a:prstGeom>
          <a:noFill/>
        </p:spPr>
        <p:txBody>
          <a:bodyPr spcFirstLastPara="1" wrap="square" lIns="91425" tIns="91425" rIns="91425" bIns="91425" anchor="t" anchorCtr="0">
            <a:noAutofit/>
          </a:bodyPr>
          <a:lstStyle>
            <a:lvl1pPr lvl="0" algn="r" rtl="0">
              <a:spcBef>
                <a:spcPts val="0"/>
              </a:spcBef>
              <a:spcAft>
                <a:spcPts val="0"/>
              </a:spcAft>
              <a:buSzPts val="5500"/>
              <a:buNone/>
              <a:defRPr sz="5500">
                <a:solidFill>
                  <a:schemeClr val="lt2"/>
                </a:solidFill>
              </a:defRPr>
            </a:lvl1pPr>
            <a:lvl2pPr lvl="1"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434343"/>
              </a:buClr>
              <a:buSzPts val="5500"/>
              <a:buFont typeface="Fira Sans Extra Condensed Medium"/>
              <a:buNone/>
              <a:defRPr sz="5500">
                <a:solidFill>
                  <a:srgbClr val="434343"/>
                </a:solidFill>
                <a:latin typeface="Fira Sans Extra Condensed Medium"/>
                <a:ea typeface="Fira Sans Extra Condensed Medium"/>
                <a:cs typeface="Fira Sans Extra Condensed Medium"/>
                <a:sym typeface="Fira Sans Extra Condensed Medium"/>
              </a:defRPr>
            </a:lvl9pPr>
          </a:lstStyle>
          <a:p>
            <a:r>
              <a:t>xx%</a:t>
            </a:r>
          </a:p>
        </p:txBody>
      </p:sp>
      <p:grpSp>
        <p:nvGrpSpPr>
          <p:cNvPr id="23" name="Google Shape;23;p3"/>
          <p:cNvGrpSpPr/>
          <p:nvPr/>
        </p:nvGrpSpPr>
        <p:grpSpPr>
          <a:xfrm>
            <a:off x="5461950" y="522238"/>
            <a:ext cx="2250830" cy="3661147"/>
            <a:chOff x="5401837" y="470183"/>
            <a:chExt cx="2068777" cy="3107670"/>
          </a:xfrm>
        </p:grpSpPr>
        <p:sp>
          <p:nvSpPr>
            <p:cNvPr id="24" name="Google Shape;24;p3"/>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p:nvPr/>
        </p:nvSpPr>
        <p:spPr>
          <a:xfrm rot="7777740">
            <a:off x="-1119207" y="-1152676"/>
            <a:ext cx="3041225" cy="2822503"/>
          </a:xfrm>
          <a:custGeom>
            <a:avLst/>
            <a:gdLst/>
            <a:ahLst/>
            <a:cxnLst/>
            <a:rect l="l" t="t" r="r" b="b"/>
            <a:pathLst>
              <a:path w="5827" h="5408" extrusionOk="0">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7777740">
            <a:off x="-1625257" y="-1530426"/>
            <a:ext cx="3041225" cy="2822503"/>
          </a:xfrm>
          <a:custGeom>
            <a:avLst/>
            <a:gdLst/>
            <a:ahLst/>
            <a:cxnLst/>
            <a:rect l="l" t="t" r="r" b="b"/>
            <a:pathLst>
              <a:path w="5827" h="5408" extrusionOk="0">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7777740">
            <a:off x="-2073657" y="-1831501"/>
            <a:ext cx="3041225" cy="2822503"/>
          </a:xfrm>
          <a:custGeom>
            <a:avLst/>
            <a:gdLst/>
            <a:ahLst/>
            <a:cxnLst/>
            <a:rect l="l" t="t" r="r" b="b"/>
            <a:pathLst>
              <a:path w="5827" h="5408" extrusionOk="0">
                <a:moveTo>
                  <a:pt x="1699" y="0"/>
                </a:moveTo>
                <a:cubicBezTo>
                  <a:pt x="1610" y="0"/>
                  <a:pt x="1521" y="14"/>
                  <a:pt x="1435" y="45"/>
                </a:cubicBezTo>
                <a:cubicBezTo>
                  <a:pt x="952" y="235"/>
                  <a:pt x="732" y="923"/>
                  <a:pt x="1025" y="1348"/>
                </a:cubicBezTo>
                <a:cubicBezTo>
                  <a:pt x="983" y="1341"/>
                  <a:pt x="941" y="1337"/>
                  <a:pt x="899" y="1337"/>
                </a:cubicBezTo>
                <a:cubicBezTo>
                  <a:pt x="502" y="1337"/>
                  <a:pt x="125" y="1639"/>
                  <a:pt x="59" y="2036"/>
                </a:cubicBezTo>
                <a:cubicBezTo>
                  <a:pt x="0" y="2475"/>
                  <a:pt x="337" y="2943"/>
                  <a:pt x="776" y="2987"/>
                </a:cubicBezTo>
                <a:lnTo>
                  <a:pt x="923" y="3002"/>
                </a:lnTo>
                <a:cubicBezTo>
                  <a:pt x="1042" y="2987"/>
                  <a:pt x="1162" y="2980"/>
                  <a:pt x="1282" y="2980"/>
                </a:cubicBezTo>
                <a:cubicBezTo>
                  <a:pt x="2336" y="2980"/>
                  <a:pt x="3373" y="3544"/>
                  <a:pt x="3938" y="4451"/>
                </a:cubicBezTo>
                <a:cubicBezTo>
                  <a:pt x="4070" y="4671"/>
                  <a:pt x="4173" y="4905"/>
                  <a:pt x="4363" y="5110"/>
                </a:cubicBezTo>
                <a:cubicBezTo>
                  <a:pt x="4507" y="5278"/>
                  <a:pt x="4711" y="5407"/>
                  <a:pt x="4917" y="5407"/>
                </a:cubicBezTo>
                <a:cubicBezTo>
                  <a:pt x="4962" y="5407"/>
                  <a:pt x="5007" y="5401"/>
                  <a:pt x="5051" y="5388"/>
                </a:cubicBezTo>
                <a:cubicBezTo>
                  <a:pt x="5313" y="5330"/>
                  <a:pt x="5488" y="4997"/>
                  <a:pt x="5332" y="4792"/>
                </a:cubicBezTo>
                <a:lnTo>
                  <a:pt x="5332" y="4792"/>
                </a:lnTo>
                <a:cubicBezTo>
                  <a:pt x="5370" y="4839"/>
                  <a:pt x="5430" y="4861"/>
                  <a:pt x="5494" y="4861"/>
                </a:cubicBezTo>
                <a:cubicBezTo>
                  <a:pt x="5583" y="4861"/>
                  <a:pt x="5680" y="4819"/>
                  <a:pt x="5739" y="4744"/>
                </a:cubicBezTo>
                <a:cubicBezTo>
                  <a:pt x="5827" y="4627"/>
                  <a:pt x="5798" y="4437"/>
                  <a:pt x="5754" y="4290"/>
                </a:cubicBezTo>
                <a:cubicBezTo>
                  <a:pt x="5695" y="4144"/>
                  <a:pt x="5593" y="4012"/>
                  <a:pt x="5505" y="3895"/>
                </a:cubicBezTo>
                <a:cubicBezTo>
                  <a:pt x="5241" y="3412"/>
                  <a:pt x="5212" y="2797"/>
                  <a:pt x="5475" y="2314"/>
                </a:cubicBezTo>
                <a:cubicBezTo>
                  <a:pt x="5593" y="2124"/>
                  <a:pt x="5710" y="1948"/>
                  <a:pt x="5695" y="1743"/>
                </a:cubicBezTo>
                <a:cubicBezTo>
                  <a:pt x="5680" y="1509"/>
                  <a:pt x="5475" y="1348"/>
                  <a:pt x="5256" y="1289"/>
                </a:cubicBezTo>
                <a:cubicBezTo>
                  <a:pt x="5177" y="1268"/>
                  <a:pt x="5096" y="1260"/>
                  <a:pt x="5015" y="1260"/>
                </a:cubicBezTo>
                <a:cubicBezTo>
                  <a:pt x="4870" y="1260"/>
                  <a:pt x="4723" y="1285"/>
                  <a:pt x="4582" y="1304"/>
                </a:cubicBezTo>
                <a:cubicBezTo>
                  <a:pt x="4802" y="1055"/>
                  <a:pt x="4729" y="601"/>
                  <a:pt x="4465" y="352"/>
                </a:cubicBezTo>
                <a:cubicBezTo>
                  <a:pt x="4280" y="196"/>
                  <a:pt x="4049" y="118"/>
                  <a:pt x="3811" y="118"/>
                </a:cubicBezTo>
                <a:cubicBezTo>
                  <a:pt x="3693" y="118"/>
                  <a:pt x="3572" y="137"/>
                  <a:pt x="3455" y="176"/>
                </a:cubicBezTo>
                <a:cubicBezTo>
                  <a:pt x="3119" y="279"/>
                  <a:pt x="2840" y="499"/>
                  <a:pt x="2577" y="762"/>
                </a:cubicBezTo>
                <a:cubicBezTo>
                  <a:pt x="2541" y="326"/>
                  <a:pt x="2123" y="0"/>
                  <a:pt x="1699" y="0"/>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1577322">
            <a:off x="-385643" y="3687160"/>
            <a:ext cx="1989299" cy="2038278"/>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rot="-1577322">
            <a:off x="-499563" y="3830691"/>
            <a:ext cx="1989299" cy="2038278"/>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1577322">
            <a:off x="-626147" y="3990177"/>
            <a:ext cx="1989299" cy="2038278"/>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pic>
        <p:nvPicPr>
          <p:cNvPr id="33" name="Google Shape;33;p4"/>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34" name="Google Shape;34;p4"/>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 name="Google Shape;35;p4"/>
          <p:cNvSpPr txBox="1">
            <a:spLocks noGrp="1"/>
          </p:cNvSpPr>
          <p:nvPr>
            <p:ph type="body" idx="1"/>
          </p:nvPr>
        </p:nvSpPr>
        <p:spPr>
          <a:xfrm>
            <a:off x="754350" y="1093200"/>
            <a:ext cx="7276500" cy="3568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AutoNum type="arabicPeriod"/>
              <a:defRPr sz="1200"/>
            </a:lvl1pPr>
            <a:lvl2pPr marL="914400" lvl="1" indent="-317500">
              <a:lnSpc>
                <a:spcPct val="100000"/>
              </a:lnSpc>
              <a:spcBef>
                <a:spcPts val="0"/>
              </a:spcBef>
              <a:spcAft>
                <a:spcPts val="0"/>
              </a:spcAft>
              <a:buSzPts val="1400"/>
              <a:buChar char="○"/>
              <a:defRPr sz="1200"/>
            </a:lvl2pPr>
            <a:lvl3pPr marL="1371600" lvl="2" indent="-317500">
              <a:spcBef>
                <a:spcPts val="0"/>
              </a:spcBef>
              <a:spcAft>
                <a:spcPts val="0"/>
              </a:spcAft>
              <a:buSzPts val="1400"/>
              <a:buAutoNum type="romanLcPeriod"/>
              <a:defRPr/>
            </a:lvl3pPr>
            <a:lvl4pPr marL="1828800" lvl="3" indent="-317500">
              <a:spcBef>
                <a:spcPts val="0"/>
              </a:spcBef>
              <a:spcAft>
                <a:spcPts val="0"/>
              </a:spcAft>
              <a:buSzPts val="1400"/>
              <a:buAutoNum type="arabicPeriod"/>
              <a:defRPr/>
            </a:lvl4pPr>
            <a:lvl5pPr marL="2286000" lvl="4" indent="-317500">
              <a:spcBef>
                <a:spcPts val="0"/>
              </a:spcBef>
              <a:spcAft>
                <a:spcPts val="0"/>
              </a:spcAft>
              <a:buSzPts val="1400"/>
              <a:buAutoNum type="alphaLcPeriod"/>
              <a:defRPr/>
            </a:lvl5pPr>
            <a:lvl6pPr marL="2743200" lvl="5" indent="-317500">
              <a:spcBef>
                <a:spcPts val="0"/>
              </a:spcBef>
              <a:spcAft>
                <a:spcPts val="0"/>
              </a:spcAft>
              <a:buSzPts val="1400"/>
              <a:buAutoNum type="romanLcPeriod"/>
              <a:defRPr/>
            </a:lvl6pPr>
            <a:lvl7pPr marL="3200400" lvl="6" indent="-317500">
              <a:spcBef>
                <a:spcPts val="0"/>
              </a:spcBef>
              <a:spcAft>
                <a:spcPts val="0"/>
              </a:spcAft>
              <a:buSzPts val="1400"/>
              <a:buAutoNum type="arabicPeriod"/>
              <a:defRPr/>
            </a:lvl7pPr>
            <a:lvl8pPr marL="3657600" lvl="7" indent="-317500">
              <a:spcBef>
                <a:spcPts val="0"/>
              </a:spcBef>
              <a:spcAft>
                <a:spcPts val="0"/>
              </a:spcAft>
              <a:buSzPts val="1400"/>
              <a:buAutoNum type="alphaLcPeriod"/>
              <a:defRPr/>
            </a:lvl8pPr>
            <a:lvl9pPr marL="4114800" lvl="8" indent="-317500">
              <a:spcBef>
                <a:spcPts val="0"/>
              </a:spcBef>
              <a:spcAft>
                <a:spcPts val="0"/>
              </a:spcAft>
              <a:buSzPts val="1400"/>
              <a:buAutoNum type="romanLcPeriod"/>
              <a:defRPr/>
            </a:lvl9pPr>
          </a:lstStyle>
          <a:p>
            <a:endParaRPr/>
          </a:p>
        </p:txBody>
      </p:sp>
      <p:sp>
        <p:nvSpPr>
          <p:cNvPr id="36" name="Google Shape;36;p4"/>
          <p:cNvSpPr/>
          <p:nvPr/>
        </p:nvSpPr>
        <p:spPr>
          <a:xfrm rot="1516325">
            <a:off x="-1000534" y="2493592"/>
            <a:ext cx="1877526" cy="1923744"/>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rot="1516325">
            <a:off x="-1173484" y="2493592"/>
            <a:ext cx="1877526" cy="1923744"/>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rot="1516325">
            <a:off x="-1365659" y="2493592"/>
            <a:ext cx="1877526" cy="1923744"/>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flipH="1">
            <a:off x="8416476" y="1338851"/>
            <a:ext cx="1347099" cy="3342384"/>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flipH="1">
            <a:off x="8512576" y="1595076"/>
            <a:ext cx="1347099" cy="3342384"/>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flipH="1">
            <a:off x="8597501" y="1739451"/>
            <a:ext cx="1347099" cy="3342384"/>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rot="7937055">
            <a:off x="7692307" y="-1270325"/>
            <a:ext cx="1475178" cy="2999619"/>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7937055">
            <a:off x="7803176" y="-1469882"/>
            <a:ext cx="1475178" cy="2999619"/>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7937055">
            <a:off x="7946909" y="-1669438"/>
            <a:ext cx="1475178" cy="2999619"/>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5"/>
        <p:cNvGrpSpPr/>
        <p:nvPr/>
      </p:nvGrpSpPr>
      <p:grpSpPr>
        <a:xfrm>
          <a:off x="0" y="0"/>
          <a:ext cx="0" cy="0"/>
          <a:chOff x="0" y="0"/>
          <a:chExt cx="0" cy="0"/>
        </a:xfrm>
      </p:grpSpPr>
      <p:pic>
        <p:nvPicPr>
          <p:cNvPr id="46" name="Google Shape;46;p5"/>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47" name="Google Shape;47;p5"/>
          <p:cNvSpPr txBox="1">
            <a:spLocks noGrp="1"/>
          </p:cNvSpPr>
          <p:nvPr>
            <p:ph type="title"/>
          </p:nvPr>
        </p:nvSpPr>
        <p:spPr>
          <a:xfrm>
            <a:off x="934075" y="2293725"/>
            <a:ext cx="34698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48" name="Google Shape;48;p5"/>
          <p:cNvSpPr txBox="1">
            <a:spLocks noGrp="1"/>
          </p:cNvSpPr>
          <p:nvPr>
            <p:ph type="subTitle" idx="1"/>
          </p:nvPr>
        </p:nvSpPr>
        <p:spPr>
          <a:xfrm>
            <a:off x="1378975" y="2677800"/>
            <a:ext cx="2580000" cy="86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 name="Google Shape;49;p5"/>
          <p:cNvSpPr txBox="1">
            <a:spLocks noGrp="1"/>
          </p:cNvSpPr>
          <p:nvPr>
            <p:ph type="title" idx="2"/>
          </p:nvPr>
        </p:nvSpPr>
        <p:spPr>
          <a:xfrm>
            <a:off x="4654275" y="2293725"/>
            <a:ext cx="34698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50" name="Google Shape;50;p5"/>
          <p:cNvSpPr txBox="1">
            <a:spLocks noGrp="1"/>
          </p:cNvSpPr>
          <p:nvPr>
            <p:ph type="subTitle" idx="3"/>
          </p:nvPr>
        </p:nvSpPr>
        <p:spPr>
          <a:xfrm>
            <a:off x="5099172" y="2677800"/>
            <a:ext cx="2580000" cy="86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 name="Google Shape;51;p5"/>
          <p:cNvSpPr/>
          <p:nvPr/>
        </p:nvSpPr>
        <p:spPr>
          <a:xfrm rot="-1577317">
            <a:off x="-518125" y="3411503"/>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rot="-1577317">
            <a:off x="-649461" y="357697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rot="-1577317">
            <a:off x="-795397" y="376084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rot="9222683">
            <a:off x="7551953" y="-79135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rot="9222683">
            <a:off x="7683290" y="-95682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rot="9222683">
            <a:off x="7829225" y="-114069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rot="-1978372">
            <a:off x="-335160" y="-28606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rot="-1978372">
            <a:off x="-449610" y="-45351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rot="-1978372">
            <a:off x="-589460" y="-593394"/>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rot="8821628">
            <a:off x="8087590" y="42905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rot="8821628">
            <a:off x="8202040" y="445798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rot="8821628">
            <a:off x="8341890" y="459785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pic>
        <p:nvPicPr>
          <p:cNvPr id="64" name="Google Shape;64;p6"/>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65" name="Google Shape;65;p6"/>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6" name="Google Shape;66;p6"/>
          <p:cNvSpPr/>
          <p:nvPr/>
        </p:nvSpPr>
        <p:spPr>
          <a:xfrm rot="-5323106" flipH="1">
            <a:off x="7359901" y="-1474033"/>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rot="-5323106" flipH="1">
            <a:off x="7618211" y="-1627954"/>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rot="-5323106" flipH="1">
            <a:off x="7840749" y="-1748479"/>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69;p6"/>
          <p:cNvGrpSpPr/>
          <p:nvPr/>
        </p:nvGrpSpPr>
        <p:grpSpPr>
          <a:xfrm>
            <a:off x="-1349411" y="3483000"/>
            <a:ext cx="3266586" cy="3306486"/>
            <a:chOff x="-1349411" y="3483000"/>
            <a:chExt cx="3266586" cy="3306486"/>
          </a:xfrm>
        </p:grpSpPr>
        <p:sp>
          <p:nvSpPr>
            <p:cNvPr id="70" name="Google Shape;70;p6"/>
            <p:cNvSpPr/>
            <p:nvPr/>
          </p:nvSpPr>
          <p:spPr>
            <a:xfrm rot="7937019">
              <a:off x="-531179" y="3910900"/>
              <a:ext cx="1390189" cy="282680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p:nvPr/>
          </p:nvSpPr>
          <p:spPr>
            <a:xfrm rot="7937019">
              <a:off x="-426697" y="3722842"/>
              <a:ext cx="1390189" cy="282680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rot="7937019">
              <a:off x="-291247" y="3534784"/>
              <a:ext cx="1390189" cy="282680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pic>
        <p:nvPicPr>
          <p:cNvPr id="74" name="Google Shape;74;p7"/>
          <p:cNvPicPr preferRelativeResize="0"/>
          <p:nvPr/>
        </p:nvPicPr>
        <p:blipFill>
          <a:blip r:embed="rId2">
            <a:alphaModFix amt="42000"/>
          </a:blip>
          <a:stretch>
            <a:fillRect/>
          </a:stretch>
        </p:blipFill>
        <p:spPr>
          <a:xfrm>
            <a:off x="0" y="0"/>
            <a:ext cx="9144000" cy="5143492"/>
          </a:xfrm>
          <a:prstGeom prst="rect">
            <a:avLst/>
          </a:prstGeom>
          <a:noFill/>
          <a:ln>
            <a:noFill/>
          </a:ln>
        </p:spPr>
      </p:pic>
      <p:pic>
        <p:nvPicPr>
          <p:cNvPr id="75" name="Google Shape;75;p7"/>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76" name="Google Shape;76;p7"/>
          <p:cNvSpPr txBox="1">
            <a:spLocks noGrp="1"/>
          </p:cNvSpPr>
          <p:nvPr>
            <p:ph type="body" idx="1"/>
          </p:nvPr>
        </p:nvSpPr>
        <p:spPr>
          <a:xfrm>
            <a:off x="734100" y="1310925"/>
            <a:ext cx="4051800" cy="2954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6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7" name="Google Shape;77;p7"/>
          <p:cNvSpPr txBox="1">
            <a:spLocks noGrp="1"/>
          </p:cNvSpPr>
          <p:nvPr>
            <p:ph type="title"/>
          </p:nvPr>
        </p:nvSpPr>
        <p:spPr>
          <a:xfrm>
            <a:off x="720000" y="445025"/>
            <a:ext cx="4466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 name="Google Shape;78;p7"/>
          <p:cNvSpPr/>
          <p:nvPr/>
        </p:nvSpPr>
        <p:spPr>
          <a:xfrm>
            <a:off x="-211050" y="-9002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cap="flat" cmpd="sng">
            <a:solidFill>
              <a:schemeClr val="accent3"/>
            </a:solidFill>
            <a:prstDash val="solid"/>
            <a:round/>
            <a:headEnd type="none" w="med" len="med"/>
            <a:tailEnd type="none" w="med" len="med"/>
          </a:ln>
        </p:spPr>
        <p:txBody>
          <a:bodyPr/>
          <a:lstStyle/>
          <a:p>
            <a:endParaRPr lang="en-US"/>
          </a:p>
        </p:txBody>
      </p:sp>
      <p:sp>
        <p:nvSpPr>
          <p:cNvPr id="79" name="Google Shape;79;p7"/>
          <p:cNvSpPr/>
          <p:nvPr/>
        </p:nvSpPr>
        <p:spPr>
          <a:xfrm>
            <a:off x="-376150" y="-26782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80" name="Google Shape;80;p7"/>
          <p:cNvSpPr/>
          <p:nvPr/>
        </p:nvSpPr>
        <p:spPr>
          <a:xfrm>
            <a:off x="-560300" y="-45197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cap="flat" cmpd="sng">
            <a:solidFill>
              <a:schemeClr val="accent3"/>
            </a:solidFill>
            <a:prstDash val="solid"/>
            <a:round/>
            <a:headEnd type="none" w="med" len="med"/>
            <a:tailEnd type="none" w="med" len="med"/>
          </a:ln>
        </p:spPr>
        <p:txBody>
          <a:bodyPr/>
          <a:lstStyle/>
          <a:p>
            <a:endParaRPr lang="en-US"/>
          </a:p>
        </p:txBody>
      </p:sp>
      <p:grpSp>
        <p:nvGrpSpPr>
          <p:cNvPr id="81" name="Google Shape;81;p7"/>
          <p:cNvGrpSpPr/>
          <p:nvPr/>
        </p:nvGrpSpPr>
        <p:grpSpPr>
          <a:xfrm>
            <a:off x="583425" y="-63500"/>
            <a:ext cx="8576750" cy="5229700"/>
            <a:chOff x="583425" y="-63500"/>
            <a:chExt cx="8576750" cy="5229700"/>
          </a:xfrm>
        </p:grpSpPr>
        <p:sp>
          <p:nvSpPr>
            <p:cNvPr id="82" name="Google Shape;82;p7"/>
            <p:cNvSpPr/>
            <p:nvPr/>
          </p:nvSpPr>
          <p:spPr>
            <a:xfrm>
              <a:off x="583425" y="414700"/>
              <a:ext cx="8576750" cy="4751500"/>
            </a:xfrm>
            <a:custGeom>
              <a:avLst/>
              <a:gdLst/>
              <a:ahLst/>
              <a:cxnLst/>
              <a:rect l="l" t="t" r="r" b="b"/>
              <a:pathLst>
                <a:path w="343070" h="190060" extrusionOk="0">
                  <a:moveTo>
                    <a:pt x="264110" y="0"/>
                  </a:moveTo>
                  <a:lnTo>
                    <a:pt x="146720" y="91571"/>
                  </a:lnTo>
                  <a:lnTo>
                    <a:pt x="0" y="190060"/>
                  </a:lnTo>
                  <a:lnTo>
                    <a:pt x="343070" y="190060"/>
                  </a:lnTo>
                  <a:lnTo>
                    <a:pt x="343044" y="63397"/>
                  </a:lnTo>
                  <a:lnTo>
                    <a:pt x="279845" y="382"/>
                  </a:lnTo>
                  <a:close/>
                </a:path>
              </a:pathLst>
            </a:custGeom>
            <a:gradFill>
              <a:gsLst>
                <a:gs pos="0">
                  <a:schemeClr val="dk2"/>
                </a:gs>
                <a:gs pos="100000">
                  <a:schemeClr val="lt1"/>
                </a:gs>
              </a:gsLst>
              <a:lin ang="5400012" scaled="0"/>
            </a:gradFill>
            <a:ln>
              <a:noFill/>
            </a:ln>
          </p:spPr>
          <p:txBody>
            <a:bodyPr/>
            <a:lstStyle/>
            <a:p>
              <a:endParaRPr lang="en-US"/>
            </a:p>
          </p:txBody>
        </p:sp>
        <p:grpSp>
          <p:nvGrpSpPr>
            <p:cNvPr id="83" name="Google Shape;83;p7"/>
            <p:cNvGrpSpPr/>
            <p:nvPr/>
          </p:nvGrpSpPr>
          <p:grpSpPr>
            <a:xfrm>
              <a:off x="7181277" y="-63500"/>
              <a:ext cx="412615" cy="501202"/>
              <a:chOff x="7181277" y="-63500"/>
              <a:chExt cx="412615" cy="501202"/>
            </a:xfrm>
          </p:grpSpPr>
          <p:sp>
            <p:nvSpPr>
              <p:cNvPr id="84" name="Google Shape;84;p7"/>
              <p:cNvSpPr/>
              <p:nvPr/>
            </p:nvSpPr>
            <p:spPr>
              <a:xfrm flipH="1">
                <a:off x="7181277" y="211949"/>
                <a:ext cx="412615" cy="225753"/>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p:nvPr/>
            </p:nvSpPr>
            <p:spPr>
              <a:xfrm flipH="1">
                <a:off x="74134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6"/>
        <p:cNvGrpSpPr/>
        <p:nvPr/>
      </p:nvGrpSpPr>
      <p:grpSpPr>
        <a:xfrm>
          <a:off x="0" y="0"/>
          <a:ext cx="0" cy="0"/>
          <a:chOff x="0" y="0"/>
          <a:chExt cx="0" cy="0"/>
        </a:xfrm>
      </p:grpSpPr>
      <p:pic>
        <p:nvPicPr>
          <p:cNvPr id="87" name="Google Shape;87;p8"/>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88" name="Google Shape;88;p8"/>
          <p:cNvSpPr/>
          <p:nvPr/>
        </p:nvSpPr>
        <p:spPr>
          <a:xfrm>
            <a:off x="-14650" y="336325"/>
            <a:ext cx="9180575" cy="4828300"/>
          </a:xfrm>
          <a:custGeom>
            <a:avLst/>
            <a:gdLst/>
            <a:ahLst/>
            <a:cxnLst/>
            <a:rect l="l" t="t" r="r" b="b"/>
            <a:pathLst>
              <a:path w="367223" h="193132" extrusionOk="0">
                <a:moveTo>
                  <a:pt x="176325" y="1791"/>
                </a:moveTo>
                <a:lnTo>
                  <a:pt x="13" y="134089"/>
                </a:lnTo>
                <a:lnTo>
                  <a:pt x="0" y="192834"/>
                </a:lnTo>
                <a:lnTo>
                  <a:pt x="366951" y="193132"/>
                </a:lnTo>
                <a:lnTo>
                  <a:pt x="367223" y="148419"/>
                </a:lnTo>
                <a:lnTo>
                  <a:pt x="185793" y="0"/>
                </a:lnTo>
                <a:close/>
              </a:path>
            </a:pathLst>
          </a:custGeom>
          <a:gradFill>
            <a:gsLst>
              <a:gs pos="0">
                <a:schemeClr val="dk2"/>
              </a:gs>
              <a:gs pos="100000">
                <a:schemeClr val="lt1"/>
              </a:gs>
            </a:gsLst>
            <a:lin ang="5400012" scaled="0"/>
          </a:gradFill>
          <a:ln>
            <a:noFill/>
          </a:ln>
        </p:spPr>
        <p:txBody>
          <a:bodyPr/>
          <a:lstStyle/>
          <a:p>
            <a:endParaRPr lang="en-US"/>
          </a:p>
        </p:txBody>
      </p:sp>
      <p:sp>
        <p:nvSpPr>
          <p:cNvPr id="89" name="Google Shape;89;p8"/>
          <p:cNvSpPr/>
          <p:nvPr/>
        </p:nvSpPr>
        <p:spPr>
          <a:xfrm flipH="1">
            <a:off x="4334427" y="211949"/>
            <a:ext cx="412615" cy="225753"/>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8"/>
          <p:cNvSpPr/>
          <p:nvPr/>
        </p:nvSpPr>
        <p:spPr>
          <a:xfrm flipH="1">
            <a:off x="456660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txBox="1">
            <a:spLocks noGrp="1"/>
          </p:cNvSpPr>
          <p:nvPr>
            <p:ph type="title"/>
          </p:nvPr>
        </p:nvSpPr>
        <p:spPr>
          <a:xfrm>
            <a:off x="1388100" y="1524250"/>
            <a:ext cx="6367800" cy="19953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4800"/>
              <a:buNone/>
              <a:defRPr sz="72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92" name="Google Shape;92;p8"/>
          <p:cNvSpPr txBox="1"/>
          <p:nvPr/>
        </p:nvSpPr>
        <p:spPr>
          <a:xfrm flipH="1">
            <a:off x="1330050" y="1481838"/>
            <a:ext cx="6367800" cy="2954400"/>
          </a:xfrm>
          <a:prstGeom prst="rect">
            <a:avLst/>
          </a:prstGeom>
          <a:noFill/>
          <a:ln>
            <a:noFill/>
          </a:ln>
        </p:spPr>
        <p:txBody>
          <a:bodyPr spcFirstLastPara="1" wrap="square" lIns="91425" tIns="91425" rIns="91425" bIns="91425" anchor="t" anchorCtr="0">
            <a:normAutofit/>
          </a:bodyPr>
          <a:lstStyle/>
          <a:p>
            <a:pPr marL="0" lvl="0" indent="0" algn="ctr" rtl="0">
              <a:spcBef>
                <a:spcPts val="0"/>
              </a:spcBef>
              <a:spcAft>
                <a:spcPts val="0"/>
              </a:spcAft>
              <a:buNone/>
            </a:pPr>
            <a:endParaRPr sz="7300">
              <a:solidFill>
                <a:srgbClr val="112D75"/>
              </a:solidFill>
              <a:latin typeface="Viga"/>
              <a:ea typeface="Viga"/>
              <a:cs typeface="Viga"/>
              <a:sym typeface="Viga"/>
            </a:endParaRPr>
          </a:p>
        </p:txBody>
      </p:sp>
      <p:grpSp>
        <p:nvGrpSpPr>
          <p:cNvPr id="93" name="Google Shape;93;p8"/>
          <p:cNvGrpSpPr/>
          <p:nvPr/>
        </p:nvGrpSpPr>
        <p:grpSpPr>
          <a:xfrm>
            <a:off x="157975" y="195325"/>
            <a:ext cx="2250830" cy="3661147"/>
            <a:chOff x="526860" y="192691"/>
            <a:chExt cx="2068777" cy="3107670"/>
          </a:xfrm>
        </p:grpSpPr>
        <p:sp>
          <p:nvSpPr>
            <p:cNvPr id="94" name="Google Shape;94;p8"/>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8"/>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96;p8"/>
          <p:cNvGrpSpPr/>
          <p:nvPr/>
        </p:nvGrpSpPr>
        <p:grpSpPr>
          <a:xfrm>
            <a:off x="6619100" y="278500"/>
            <a:ext cx="2250830" cy="3661147"/>
            <a:chOff x="526860" y="192691"/>
            <a:chExt cx="2068777" cy="3107670"/>
          </a:xfrm>
        </p:grpSpPr>
        <p:sp>
          <p:nvSpPr>
            <p:cNvPr id="97" name="Google Shape;97;p8"/>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8"/>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pic>
        <p:nvPicPr>
          <p:cNvPr id="116" name="Google Shape;116;p11"/>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17" name="Google Shape;117;p11"/>
          <p:cNvSpPr/>
          <p:nvPr/>
        </p:nvSpPr>
        <p:spPr>
          <a:xfrm>
            <a:off x="320625" y="234950"/>
            <a:ext cx="8847050" cy="4931250"/>
          </a:xfrm>
          <a:custGeom>
            <a:avLst/>
            <a:gdLst/>
            <a:ahLst/>
            <a:cxnLst/>
            <a:rect l="l" t="t" r="r" b="b"/>
            <a:pathLst>
              <a:path w="353882" h="197250" extrusionOk="0">
                <a:moveTo>
                  <a:pt x="37302" y="0"/>
                </a:moveTo>
                <a:lnTo>
                  <a:pt x="353882" y="20954"/>
                </a:lnTo>
                <a:lnTo>
                  <a:pt x="353328" y="196996"/>
                </a:lnTo>
                <a:lnTo>
                  <a:pt x="22888" y="196996"/>
                </a:lnTo>
                <a:lnTo>
                  <a:pt x="0" y="197250"/>
                </a:lnTo>
                <a:lnTo>
                  <a:pt x="28973" y="6422"/>
                </a:lnTo>
                <a:close/>
              </a:path>
            </a:pathLst>
          </a:custGeom>
          <a:gradFill>
            <a:gsLst>
              <a:gs pos="0">
                <a:schemeClr val="dk2"/>
              </a:gs>
              <a:gs pos="100000">
                <a:schemeClr val="lt1"/>
              </a:gs>
            </a:gsLst>
            <a:lin ang="5400012" scaled="0"/>
          </a:gradFill>
          <a:ln>
            <a:noFill/>
          </a:ln>
        </p:spPr>
        <p:txBody>
          <a:bodyPr/>
          <a:lstStyle/>
          <a:p>
            <a:endParaRPr lang="en-US"/>
          </a:p>
        </p:txBody>
      </p:sp>
      <p:grpSp>
        <p:nvGrpSpPr>
          <p:cNvPr id="118" name="Google Shape;118;p11"/>
          <p:cNvGrpSpPr/>
          <p:nvPr/>
        </p:nvGrpSpPr>
        <p:grpSpPr>
          <a:xfrm>
            <a:off x="905066" y="-63500"/>
            <a:ext cx="468757" cy="550028"/>
            <a:chOff x="905066" y="-63500"/>
            <a:chExt cx="468757" cy="550028"/>
          </a:xfrm>
        </p:grpSpPr>
        <p:sp>
          <p:nvSpPr>
            <p:cNvPr id="119" name="Google Shape;119;p11"/>
            <p:cNvSpPr/>
            <p:nvPr/>
          </p:nvSpPr>
          <p:spPr>
            <a:xfrm rot="-2003650">
              <a:off x="933136" y="165846"/>
              <a:ext cx="412618" cy="225767"/>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a:off x="1062973"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11"/>
          <p:cNvSpPr txBox="1">
            <a:spLocks noGrp="1"/>
          </p:cNvSpPr>
          <p:nvPr>
            <p:ph type="title" hasCustomPrompt="1"/>
          </p:nvPr>
        </p:nvSpPr>
        <p:spPr>
          <a:xfrm>
            <a:off x="1279188" y="683200"/>
            <a:ext cx="6585600" cy="1289700"/>
          </a:xfrm>
          <a:prstGeom prst="rect">
            <a:avLst/>
          </a:prstGeom>
        </p:spPr>
        <p:txBody>
          <a:bodyPr spcFirstLastPara="1" wrap="square" lIns="91425" tIns="91425" rIns="91425" bIns="91425" anchor="t" anchorCtr="0">
            <a:noAutofit/>
          </a:bodyPr>
          <a:lstStyle>
            <a:lvl1pPr lvl="0" algn="r">
              <a:spcBef>
                <a:spcPts val="0"/>
              </a:spcBef>
              <a:spcAft>
                <a:spcPts val="0"/>
              </a:spcAft>
              <a:buSzPts val="12000"/>
              <a:buNone/>
              <a:defRPr sz="75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2" name="Google Shape;122;p11"/>
          <p:cNvSpPr txBox="1">
            <a:spLocks noGrp="1"/>
          </p:cNvSpPr>
          <p:nvPr>
            <p:ph type="body" idx="1"/>
          </p:nvPr>
        </p:nvSpPr>
        <p:spPr>
          <a:xfrm>
            <a:off x="1380438" y="1901375"/>
            <a:ext cx="6383100" cy="4506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sz="1600"/>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3"/>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24"/>
        <p:cNvGrpSpPr/>
        <p:nvPr/>
      </p:nvGrpSpPr>
      <p:grpSpPr>
        <a:xfrm>
          <a:off x="0" y="0"/>
          <a:ext cx="0" cy="0"/>
          <a:chOff x="0" y="0"/>
          <a:chExt cx="0" cy="0"/>
        </a:xfrm>
      </p:grpSpPr>
      <p:pic>
        <p:nvPicPr>
          <p:cNvPr id="125" name="Google Shape;125;p13"/>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26" name="Google Shape;126;p13"/>
          <p:cNvSpPr txBox="1">
            <a:spLocks noGrp="1"/>
          </p:cNvSpPr>
          <p:nvPr>
            <p:ph type="title" hasCustomPrompt="1"/>
          </p:nvPr>
        </p:nvSpPr>
        <p:spPr>
          <a:xfrm>
            <a:off x="4637175" y="3079750"/>
            <a:ext cx="933300" cy="864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4100">
                <a:solidFill>
                  <a:schemeClr val="lt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27" name="Google Shape;127;p13"/>
          <p:cNvSpPr txBox="1">
            <a:spLocks noGrp="1"/>
          </p:cNvSpPr>
          <p:nvPr>
            <p:ph type="title" idx="2"/>
          </p:nvPr>
        </p:nvSpPr>
        <p:spPr>
          <a:xfrm>
            <a:off x="1200375" y="2061800"/>
            <a:ext cx="2276100" cy="544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Poppins"/>
              <a:buNone/>
              <a:defRPr sz="1400" b="0">
                <a:latin typeface="Karla"/>
                <a:ea typeface="Karla"/>
                <a:cs typeface="Karla"/>
                <a:sym typeface="Karla"/>
              </a:defRPr>
            </a:lvl1pPr>
            <a:lvl2pPr lvl="1"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9pPr>
          </a:lstStyle>
          <a:p>
            <a:endParaRPr/>
          </a:p>
        </p:txBody>
      </p:sp>
      <p:sp>
        <p:nvSpPr>
          <p:cNvPr id="128" name="Google Shape;128;p13"/>
          <p:cNvSpPr txBox="1">
            <a:spLocks noGrp="1"/>
          </p:cNvSpPr>
          <p:nvPr>
            <p:ph type="title" idx="3"/>
          </p:nvPr>
        </p:nvSpPr>
        <p:spPr>
          <a:xfrm>
            <a:off x="1208675" y="3713325"/>
            <a:ext cx="2276100" cy="544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Poppins"/>
              <a:buNone/>
              <a:defRPr sz="1400" b="0">
                <a:latin typeface="Karla"/>
                <a:ea typeface="Karla"/>
                <a:cs typeface="Karla"/>
                <a:sym typeface="Karla"/>
              </a:defRPr>
            </a:lvl1pPr>
            <a:lvl2pPr lvl="1"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9pPr>
          </a:lstStyle>
          <a:p>
            <a:endParaRPr/>
          </a:p>
        </p:txBody>
      </p:sp>
      <p:sp>
        <p:nvSpPr>
          <p:cNvPr id="129" name="Google Shape;129;p13"/>
          <p:cNvSpPr txBox="1">
            <a:spLocks noGrp="1"/>
          </p:cNvSpPr>
          <p:nvPr>
            <p:ph type="title" idx="4"/>
          </p:nvPr>
        </p:nvSpPr>
        <p:spPr>
          <a:xfrm>
            <a:off x="1037675" y="3026775"/>
            <a:ext cx="2447100" cy="765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0" name="Google Shape;130;p13"/>
          <p:cNvSpPr txBox="1">
            <a:spLocks noGrp="1"/>
          </p:cNvSpPr>
          <p:nvPr>
            <p:ph type="title" idx="5"/>
          </p:nvPr>
        </p:nvSpPr>
        <p:spPr>
          <a:xfrm>
            <a:off x="5657850" y="2061800"/>
            <a:ext cx="2276100" cy="544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Poppins"/>
              <a:buNone/>
              <a:defRPr sz="1400" b="0">
                <a:latin typeface="Karla"/>
                <a:ea typeface="Karla"/>
                <a:cs typeface="Karla"/>
                <a:sym typeface="Karla"/>
              </a:defRPr>
            </a:lvl1pPr>
            <a:lvl2pPr lvl="1"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9pPr>
          </a:lstStyle>
          <a:p>
            <a:endParaRPr/>
          </a:p>
        </p:txBody>
      </p:sp>
      <p:sp>
        <p:nvSpPr>
          <p:cNvPr id="131" name="Google Shape;131;p13"/>
          <p:cNvSpPr txBox="1">
            <a:spLocks noGrp="1"/>
          </p:cNvSpPr>
          <p:nvPr>
            <p:ph type="title" idx="6"/>
          </p:nvPr>
        </p:nvSpPr>
        <p:spPr>
          <a:xfrm>
            <a:off x="5679125" y="3713325"/>
            <a:ext cx="2276100" cy="544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400"/>
              <a:buFont typeface="Poppins"/>
              <a:buNone/>
              <a:defRPr sz="1400" b="0">
                <a:latin typeface="Karla"/>
                <a:ea typeface="Karla"/>
                <a:cs typeface="Karla"/>
                <a:sym typeface="Karla"/>
              </a:defRPr>
            </a:lvl1pPr>
            <a:lvl2pPr lvl="1"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2pPr>
            <a:lvl3pPr lvl="2"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3pPr>
            <a:lvl4pPr lvl="3"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4pPr>
            <a:lvl5pPr lvl="4"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5pPr>
            <a:lvl6pPr lvl="5"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6pPr>
            <a:lvl7pPr lvl="6"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7pPr>
            <a:lvl8pPr lvl="7"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8pPr>
            <a:lvl9pPr lvl="8" algn="ctr" rtl="0">
              <a:spcBef>
                <a:spcPts val="0"/>
              </a:spcBef>
              <a:spcAft>
                <a:spcPts val="0"/>
              </a:spcAft>
              <a:buClr>
                <a:schemeClr val="accent6"/>
              </a:buClr>
              <a:buSzPts val="2800"/>
              <a:buFont typeface="Poppins"/>
              <a:buNone/>
              <a:defRPr>
                <a:solidFill>
                  <a:schemeClr val="accent6"/>
                </a:solidFill>
                <a:latin typeface="Poppins"/>
                <a:ea typeface="Poppins"/>
                <a:cs typeface="Poppins"/>
                <a:sym typeface="Poppins"/>
              </a:defRPr>
            </a:lvl9pPr>
          </a:lstStyle>
          <a:p>
            <a:endParaRPr/>
          </a:p>
        </p:txBody>
      </p:sp>
      <p:sp>
        <p:nvSpPr>
          <p:cNvPr id="132" name="Google Shape;132;p13"/>
          <p:cNvSpPr txBox="1">
            <a:spLocks noGrp="1"/>
          </p:cNvSpPr>
          <p:nvPr>
            <p:ph type="title" idx="7"/>
          </p:nvPr>
        </p:nvSpPr>
        <p:spPr>
          <a:xfrm>
            <a:off x="5660775" y="3336225"/>
            <a:ext cx="2430900" cy="417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3" name="Google Shape;133;p13"/>
          <p:cNvSpPr txBox="1">
            <a:spLocks noGrp="1"/>
          </p:cNvSpPr>
          <p:nvPr>
            <p:ph type="title" idx="8" hasCustomPrompt="1"/>
          </p:nvPr>
        </p:nvSpPr>
        <p:spPr>
          <a:xfrm>
            <a:off x="3581325" y="3079750"/>
            <a:ext cx="933300" cy="864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sz="4100">
                <a:solidFill>
                  <a:schemeClr val="lt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4" name="Google Shape;134;p13"/>
          <p:cNvSpPr txBox="1">
            <a:spLocks noGrp="1"/>
          </p:cNvSpPr>
          <p:nvPr>
            <p:ph type="title" idx="9" hasCustomPrompt="1"/>
          </p:nvPr>
        </p:nvSpPr>
        <p:spPr>
          <a:xfrm>
            <a:off x="4637175" y="1443450"/>
            <a:ext cx="933300" cy="864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4100">
                <a:solidFill>
                  <a:schemeClr val="lt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5" name="Google Shape;135;p13"/>
          <p:cNvSpPr txBox="1">
            <a:spLocks noGrp="1"/>
          </p:cNvSpPr>
          <p:nvPr>
            <p:ph type="title" idx="13" hasCustomPrompt="1"/>
          </p:nvPr>
        </p:nvSpPr>
        <p:spPr>
          <a:xfrm>
            <a:off x="3590169" y="1443450"/>
            <a:ext cx="933300" cy="864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sz="4100">
                <a:solidFill>
                  <a:schemeClr val="lt2"/>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136" name="Google Shape;136;p13"/>
          <p:cNvSpPr txBox="1">
            <a:spLocks noGrp="1"/>
          </p:cNvSpPr>
          <p:nvPr>
            <p:ph type="title" idx="14"/>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37" name="Google Shape;137;p13"/>
          <p:cNvSpPr txBox="1">
            <a:spLocks noGrp="1"/>
          </p:cNvSpPr>
          <p:nvPr>
            <p:ph type="title" idx="15"/>
          </p:nvPr>
        </p:nvSpPr>
        <p:spPr>
          <a:xfrm>
            <a:off x="1045775" y="1380925"/>
            <a:ext cx="2430900" cy="765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8" name="Google Shape;138;p13"/>
          <p:cNvSpPr txBox="1">
            <a:spLocks noGrp="1"/>
          </p:cNvSpPr>
          <p:nvPr>
            <p:ph type="title" idx="16"/>
          </p:nvPr>
        </p:nvSpPr>
        <p:spPr>
          <a:xfrm>
            <a:off x="5657850" y="1380925"/>
            <a:ext cx="2447100" cy="765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0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9" name="Google Shape;139;p13"/>
          <p:cNvSpPr/>
          <p:nvPr/>
        </p:nvSpPr>
        <p:spPr>
          <a:xfrm rot="7937037">
            <a:off x="7881158" y="-11928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3"/>
          <p:cNvSpPr/>
          <p:nvPr/>
        </p:nvSpPr>
        <p:spPr>
          <a:xfrm rot="7937037">
            <a:off x="8009108" y="-14231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rot="7937037">
            <a:off x="8174983" y="-16534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3"/>
          <p:cNvSpPr/>
          <p:nvPr/>
        </p:nvSpPr>
        <p:spPr>
          <a:xfrm rot="5476894" flipH="1">
            <a:off x="433799" y="3212421"/>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3"/>
          <p:cNvSpPr/>
          <p:nvPr/>
        </p:nvSpPr>
        <p:spPr>
          <a:xfrm rot="5476894" flipH="1">
            <a:off x="175489" y="3302767"/>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p:nvPr/>
        </p:nvSpPr>
        <p:spPr>
          <a:xfrm rot="5476894" flipH="1">
            <a:off x="29251" y="3384442"/>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45"/>
        <p:cNvGrpSpPr/>
        <p:nvPr/>
      </p:nvGrpSpPr>
      <p:grpSpPr>
        <a:xfrm>
          <a:off x="0" y="0"/>
          <a:ext cx="0" cy="0"/>
          <a:chOff x="0" y="0"/>
          <a:chExt cx="0" cy="0"/>
        </a:xfrm>
      </p:grpSpPr>
      <p:pic>
        <p:nvPicPr>
          <p:cNvPr id="146" name="Google Shape;146;p14"/>
          <p:cNvPicPr preferRelativeResize="0"/>
          <p:nvPr/>
        </p:nvPicPr>
        <p:blipFill>
          <a:blip r:embed="rId2">
            <a:alphaModFix amt="42000"/>
          </a:blip>
          <a:stretch>
            <a:fillRect/>
          </a:stretch>
        </p:blipFill>
        <p:spPr>
          <a:xfrm>
            <a:off x="0" y="0"/>
            <a:ext cx="9144000" cy="5143492"/>
          </a:xfrm>
          <a:prstGeom prst="rect">
            <a:avLst/>
          </a:prstGeom>
          <a:noFill/>
          <a:ln>
            <a:noFill/>
          </a:ln>
        </p:spPr>
      </p:pic>
      <p:pic>
        <p:nvPicPr>
          <p:cNvPr id="147" name="Google Shape;147;p14"/>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48" name="Google Shape;148;p14"/>
          <p:cNvSpPr txBox="1">
            <a:spLocks noGrp="1"/>
          </p:cNvSpPr>
          <p:nvPr>
            <p:ph type="body" idx="1"/>
          </p:nvPr>
        </p:nvSpPr>
        <p:spPr>
          <a:xfrm>
            <a:off x="734100" y="1310925"/>
            <a:ext cx="4051800" cy="2954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6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9" name="Google Shape;149;p14"/>
          <p:cNvSpPr txBox="1">
            <a:spLocks noGrp="1"/>
          </p:cNvSpPr>
          <p:nvPr>
            <p:ph type="title"/>
          </p:nvPr>
        </p:nvSpPr>
        <p:spPr>
          <a:xfrm>
            <a:off x="720000" y="445025"/>
            <a:ext cx="44664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0" name="Google Shape;150;p14"/>
          <p:cNvSpPr/>
          <p:nvPr/>
        </p:nvSpPr>
        <p:spPr>
          <a:xfrm>
            <a:off x="-211050" y="-9002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cap="flat" cmpd="sng">
            <a:solidFill>
              <a:schemeClr val="accent3"/>
            </a:solidFill>
            <a:prstDash val="solid"/>
            <a:round/>
            <a:headEnd type="none" w="med" len="med"/>
            <a:tailEnd type="none" w="med" len="med"/>
          </a:ln>
        </p:spPr>
        <p:txBody>
          <a:bodyPr/>
          <a:lstStyle/>
          <a:p>
            <a:endParaRPr lang="en-US"/>
          </a:p>
        </p:txBody>
      </p:sp>
      <p:sp>
        <p:nvSpPr>
          <p:cNvPr id="151" name="Google Shape;151;p14"/>
          <p:cNvSpPr/>
          <p:nvPr/>
        </p:nvSpPr>
        <p:spPr>
          <a:xfrm>
            <a:off x="-376150" y="-26782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152" name="Google Shape;152;p14"/>
          <p:cNvSpPr/>
          <p:nvPr/>
        </p:nvSpPr>
        <p:spPr>
          <a:xfrm>
            <a:off x="-560300" y="-451975"/>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cap="flat" cmpd="sng">
            <a:solidFill>
              <a:schemeClr val="accent3"/>
            </a:solidFill>
            <a:prstDash val="solid"/>
            <a:round/>
            <a:headEnd type="none" w="med" len="med"/>
            <a:tailEnd type="none" w="med" len="med"/>
          </a:ln>
        </p:spPr>
        <p:txBody>
          <a:bodyPr/>
          <a:lstStyle/>
          <a:p>
            <a:endParaRPr lang="en-US"/>
          </a:p>
        </p:txBody>
      </p:sp>
      <p:grpSp>
        <p:nvGrpSpPr>
          <p:cNvPr id="153" name="Google Shape;153;p14"/>
          <p:cNvGrpSpPr/>
          <p:nvPr/>
        </p:nvGrpSpPr>
        <p:grpSpPr>
          <a:xfrm>
            <a:off x="583425" y="-63500"/>
            <a:ext cx="8576750" cy="5229700"/>
            <a:chOff x="583425" y="-63500"/>
            <a:chExt cx="8576750" cy="5229700"/>
          </a:xfrm>
        </p:grpSpPr>
        <p:sp>
          <p:nvSpPr>
            <p:cNvPr id="154" name="Google Shape;154;p14"/>
            <p:cNvSpPr/>
            <p:nvPr/>
          </p:nvSpPr>
          <p:spPr>
            <a:xfrm>
              <a:off x="583425" y="414700"/>
              <a:ext cx="8576750" cy="4751500"/>
            </a:xfrm>
            <a:custGeom>
              <a:avLst/>
              <a:gdLst/>
              <a:ahLst/>
              <a:cxnLst/>
              <a:rect l="l" t="t" r="r" b="b"/>
              <a:pathLst>
                <a:path w="343070" h="190060" extrusionOk="0">
                  <a:moveTo>
                    <a:pt x="264110" y="0"/>
                  </a:moveTo>
                  <a:lnTo>
                    <a:pt x="146720" y="91571"/>
                  </a:lnTo>
                  <a:lnTo>
                    <a:pt x="0" y="190060"/>
                  </a:lnTo>
                  <a:lnTo>
                    <a:pt x="343070" y="190060"/>
                  </a:lnTo>
                  <a:lnTo>
                    <a:pt x="343044" y="63397"/>
                  </a:lnTo>
                  <a:lnTo>
                    <a:pt x="279845" y="382"/>
                  </a:lnTo>
                  <a:close/>
                </a:path>
              </a:pathLst>
            </a:custGeom>
            <a:gradFill>
              <a:gsLst>
                <a:gs pos="0">
                  <a:schemeClr val="dk2"/>
                </a:gs>
                <a:gs pos="100000">
                  <a:schemeClr val="lt1"/>
                </a:gs>
              </a:gsLst>
              <a:lin ang="5400012" scaled="0"/>
            </a:gradFill>
            <a:ln>
              <a:noFill/>
            </a:ln>
          </p:spPr>
          <p:txBody>
            <a:bodyPr/>
            <a:lstStyle/>
            <a:p>
              <a:endParaRPr lang="en-US"/>
            </a:p>
          </p:txBody>
        </p:sp>
        <p:grpSp>
          <p:nvGrpSpPr>
            <p:cNvPr id="155" name="Google Shape;155;p14"/>
            <p:cNvGrpSpPr/>
            <p:nvPr/>
          </p:nvGrpSpPr>
          <p:grpSpPr>
            <a:xfrm>
              <a:off x="7181277" y="-63500"/>
              <a:ext cx="412615" cy="501202"/>
              <a:chOff x="7181277" y="-63500"/>
              <a:chExt cx="412615" cy="501202"/>
            </a:xfrm>
          </p:grpSpPr>
          <p:sp>
            <p:nvSpPr>
              <p:cNvPr id="156" name="Google Shape;156;p14"/>
              <p:cNvSpPr/>
              <p:nvPr/>
            </p:nvSpPr>
            <p:spPr>
              <a:xfrm flipH="1">
                <a:off x="7181277" y="211949"/>
                <a:ext cx="412615" cy="225753"/>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4"/>
              <p:cNvSpPr/>
              <p:nvPr/>
            </p:nvSpPr>
            <p:spPr>
              <a:xfrm flipH="1">
                <a:off x="74134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158"/>
        <p:cNvGrpSpPr/>
        <p:nvPr/>
      </p:nvGrpSpPr>
      <p:grpSpPr>
        <a:xfrm>
          <a:off x="0" y="0"/>
          <a:ext cx="0" cy="0"/>
          <a:chOff x="0" y="0"/>
          <a:chExt cx="0" cy="0"/>
        </a:xfrm>
      </p:grpSpPr>
      <p:pic>
        <p:nvPicPr>
          <p:cNvPr id="159" name="Google Shape;159;p15"/>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60" name="Google Shape;160;p15"/>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1" name="Google Shape;161;p15"/>
          <p:cNvSpPr txBox="1">
            <a:spLocks noGrp="1"/>
          </p:cNvSpPr>
          <p:nvPr>
            <p:ph type="title" idx="2"/>
          </p:nvPr>
        </p:nvSpPr>
        <p:spPr>
          <a:xfrm>
            <a:off x="833438" y="2645625"/>
            <a:ext cx="21996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162" name="Google Shape;162;p15"/>
          <p:cNvSpPr txBox="1">
            <a:spLocks noGrp="1"/>
          </p:cNvSpPr>
          <p:nvPr>
            <p:ph type="subTitle" idx="1"/>
          </p:nvPr>
        </p:nvSpPr>
        <p:spPr>
          <a:xfrm>
            <a:off x="833450" y="3045225"/>
            <a:ext cx="2199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15"/>
          <p:cNvSpPr txBox="1">
            <a:spLocks noGrp="1"/>
          </p:cNvSpPr>
          <p:nvPr>
            <p:ph type="title" idx="3"/>
          </p:nvPr>
        </p:nvSpPr>
        <p:spPr>
          <a:xfrm>
            <a:off x="3472200" y="2645625"/>
            <a:ext cx="21996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164" name="Google Shape;164;p15"/>
          <p:cNvSpPr txBox="1">
            <a:spLocks noGrp="1"/>
          </p:cNvSpPr>
          <p:nvPr>
            <p:ph type="subTitle" idx="4"/>
          </p:nvPr>
        </p:nvSpPr>
        <p:spPr>
          <a:xfrm>
            <a:off x="3472202" y="3045225"/>
            <a:ext cx="2199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5" name="Google Shape;165;p15"/>
          <p:cNvSpPr txBox="1">
            <a:spLocks noGrp="1"/>
          </p:cNvSpPr>
          <p:nvPr>
            <p:ph type="title" idx="5"/>
          </p:nvPr>
        </p:nvSpPr>
        <p:spPr>
          <a:xfrm>
            <a:off x="6110962" y="2645625"/>
            <a:ext cx="21996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166" name="Google Shape;166;p15"/>
          <p:cNvSpPr txBox="1">
            <a:spLocks noGrp="1"/>
          </p:cNvSpPr>
          <p:nvPr>
            <p:ph type="subTitle" idx="6"/>
          </p:nvPr>
        </p:nvSpPr>
        <p:spPr>
          <a:xfrm>
            <a:off x="6110954" y="3045225"/>
            <a:ext cx="21996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 name="Google Shape;167;p15"/>
          <p:cNvSpPr/>
          <p:nvPr/>
        </p:nvSpPr>
        <p:spPr>
          <a:xfrm rot="1577317" flipH="1">
            <a:off x="7668878" y="3464303"/>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5"/>
          <p:cNvSpPr/>
          <p:nvPr/>
        </p:nvSpPr>
        <p:spPr>
          <a:xfrm rot="1577317" flipH="1">
            <a:off x="7800215" y="362977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p:cNvSpPr/>
          <p:nvPr/>
        </p:nvSpPr>
        <p:spPr>
          <a:xfrm rot="1577317" flipH="1">
            <a:off x="7946150" y="381364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5"/>
          <p:cNvSpPr/>
          <p:nvPr/>
        </p:nvSpPr>
        <p:spPr>
          <a:xfrm rot="-9222683" flipH="1">
            <a:off x="-539825" y="-79770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5"/>
          <p:cNvSpPr/>
          <p:nvPr/>
        </p:nvSpPr>
        <p:spPr>
          <a:xfrm rot="-9222683" flipH="1">
            <a:off x="-671161" y="-96317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p:cNvSpPr/>
          <p:nvPr/>
        </p:nvSpPr>
        <p:spPr>
          <a:xfrm rot="-9222683" flipH="1">
            <a:off x="-817097" y="-114704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5"/>
          <p:cNvSpPr/>
          <p:nvPr/>
        </p:nvSpPr>
        <p:spPr>
          <a:xfrm rot="1978372" flipH="1">
            <a:off x="8267768" y="-29241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5"/>
          <p:cNvSpPr/>
          <p:nvPr/>
        </p:nvSpPr>
        <p:spPr>
          <a:xfrm rot="1978372" flipH="1">
            <a:off x="8382218" y="-45986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p:cNvSpPr/>
          <p:nvPr/>
        </p:nvSpPr>
        <p:spPr>
          <a:xfrm rot="1978372" flipH="1">
            <a:off x="8522068" y="-599744"/>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rot="-8821628" flipH="1">
            <a:off x="-154982" y="428418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5"/>
          <p:cNvSpPr/>
          <p:nvPr/>
        </p:nvSpPr>
        <p:spPr>
          <a:xfrm rot="-8821628" flipH="1">
            <a:off x="-269432" y="44516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p:cNvSpPr/>
          <p:nvPr/>
        </p:nvSpPr>
        <p:spPr>
          <a:xfrm rot="-8821628" flipH="1">
            <a:off x="-409282" y="45915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179"/>
        <p:cNvGrpSpPr/>
        <p:nvPr/>
      </p:nvGrpSpPr>
      <p:grpSpPr>
        <a:xfrm>
          <a:off x="0" y="0"/>
          <a:ext cx="0" cy="0"/>
          <a:chOff x="0" y="0"/>
          <a:chExt cx="0" cy="0"/>
        </a:xfrm>
      </p:grpSpPr>
      <p:pic>
        <p:nvPicPr>
          <p:cNvPr id="180" name="Google Shape;180;p16"/>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181" name="Google Shape;181;p16"/>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2" name="Google Shape;182;p16"/>
          <p:cNvSpPr txBox="1">
            <a:spLocks noGrp="1"/>
          </p:cNvSpPr>
          <p:nvPr>
            <p:ph type="ctrTitle" idx="2"/>
          </p:nvPr>
        </p:nvSpPr>
        <p:spPr>
          <a:xfrm flipH="1">
            <a:off x="2145875" y="3058125"/>
            <a:ext cx="2190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183" name="Google Shape;183;p16"/>
          <p:cNvSpPr txBox="1">
            <a:spLocks noGrp="1"/>
          </p:cNvSpPr>
          <p:nvPr>
            <p:ph type="subTitle" idx="1"/>
          </p:nvPr>
        </p:nvSpPr>
        <p:spPr>
          <a:xfrm flipH="1">
            <a:off x="2145866" y="3481750"/>
            <a:ext cx="1930800" cy="6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b="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84" name="Google Shape;184;p16"/>
          <p:cNvSpPr txBox="1">
            <a:spLocks noGrp="1"/>
          </p:cNvSpPr>
          <p:nvPr>
            <p:ph type="ctrTitle" idx="3"/>
          </p:nvPr>
        </p:nvSpPr>
        <p:spPr>
          <a:xfrm flipH="1">
            <a:off x="5368825" y="3053925"/>
            <a:ext cx="2190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185" name="Google Shape;185;p16"/>
          <p:cNvSpPr txBox="1">
            <a:spLocks noGrp="1"/>
          </p:cNvSpPr>
          <p:nvPr>
            <p:ph type="subTitle" idx="4"/>
          </p:nvPr>
        </p:nvSpPr>
        <p:spPr>
          <a:xfrm flipH="1">
            <a:off x="5368641" y="3477550"/>
            <a:ext cx="1930800" cy="6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b="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86" name="Google Shape;186;p16"/>
          <p:cNvSpPr txBox="1">
            <a:spLocks noGrp="1"/>
          </p:cNvSpPr>
          <p:nvPr>
            <p:ph type="ctrTitle" idx="5"/>
          </p:nvPr>
        </p:nvSpPr>
        <p:spPr>
          <a:xfrm flipH="1">
            <a:off x="5368650" y="1430675"/>
            <a:ext cx="2190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187" name="Google Shape;187;p16"/>
          <p:cNvSpPr txBox="1">
            <a:spLocks noGrp="1"/>
          </p:cNvSpPr>
          <p:nvPr>
            <p:ph type="subTitle" idx="6"/>
          </p:nvPr>
        </p:nvSpPr>
        <p:spPr>
          <a:xfrm flipH="1">
            <a:off x="5368641" y="1855096"/>
            <a:ext cx="1930800" cy="6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b="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88" name="Google Shape;188;p16"/>
          <p:cNvSpPr txBox="1">
            <a:spLocks noGrp="1"/>
          </p:cNvSpPr>
          <p:nvPr>
            <p:ph type="ctrTitle" idx="7"/>
          </p:nvPr>
        </p:nvSpPr>
        <p:spPr>
          <a:xfrm flipH="1">
            <a:off x="2145874" y="1430675"/>
            <a:ext cx="2190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189" name="Google Shape;189;p16"/>
          <p:cNvSpPr txBox="1">
            <a:spLocks noGrp="1"/>
          </p:cNvSpPr>
          <p:nvPr>
            <p:ph type="subTitle" idx="8"/>
          </p:nvPr>
        </p:nvSpPr>
        <p:spPr>
          <a:xfrm flipH="1">
            <a:off x="2145866" y="1855096"/>
            <a:ext cx="1930800" cy="68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b="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90" name="Google Shape;190;p16"/>
          <p:cNvSpPr/>
          <p:nvPr/>
        </p:nvSpPr>
        <p:spPr>
          <a:xfrm rot="-1577317">
            <a:off x="-770925" y="3464303"/>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rot="-1577317">
            <a:off x="-902261" y="362977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rot="-1577317">
            <a:off x="-1048197" y="381364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p:cNvSpPr/>
          <p:nvPr/>
        </p:nvSpPr>
        <p:spPr>
          <a:xfrm rot="9222683">
            <a:off x="7437778" y="-79770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p:cNvSpPr/>
          <p:nvPr/>
        </p:nvSpPr>
        <p:spPr>
          <a:xfrm rot="9222683">
            <a:off x="7569115" y="-96317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6"/>
          <p:cNvSpPr/>
          <p:nvPr/>
        </p:nvSpPr>
        <p:spPr>
          <a:xfrm rot="9222683">
            <a:off x="7715050" y="-114704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p:cNvSpPr/>
          <p:nvPr/>
        </p:nvSpPr>
        <p:spPr>
          <a:xfrm rot="-1978372">
            <a:off x="-449335" y="-29241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p:cNvSpPr/>
          <p:nvPr/>
        </p:nvSpPr>
        <p:spPr>
          <a:xfrm rot="-1978372">
            <a:off x="-563785" y="-45986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6"/>
          <p:cNvSpPr/>
          <p:nvPr/>
        </p:nvSpPr>
        <p:spPr>
          <a:xfrm rot="-1978372">
            <a:off x="-703635" y="-599744"/>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p:cNvSpPr/>
          <p:nvPr/>
        </p:nvSpPr>
        <p:spPr>
          <a:xfrm rot="8821628">
            <a:off x="7973415" y="428418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p:cNvSpPr/>
          <p:nvPr/>
        </p:nvSpPr>
        <p:spPr>
          <a:xfrm rot="8821628">
            <a:off x="8087865" y="44516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p:cNvSpPr/>
          <p:nvPr/>
        </p:nvSpPr>
        <p:spPr>
          <a:xfrm rot="8821628">
            <a:off x="8227715" y="45915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202"/>
        <p:cNvGrpSpPr/>
        <p:nvPr/>
      </p:nvGrpSpPr>
      <p:grpSpPr>
        <a:xfrm>
          <a:off x="0" y="0"/>
          <a:ext cx="0" cy="0"/>
          <a:chOff x="0" y="0"/>
          <a:chExt cx="0" cy="0"/>
        </a:xfrm>
      </p:grpSpPr>
      <p:pic>
        <p:nvPicPr>
          <p:cNvPr id="203" name="Google Shape;203;p17"/>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04" name="Google Shape;204;p17"/>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5" name="Google Shape;205;p17"/>
          <p:cNvSpPr txBox="1">
            <a:spLocks noGrp="1"/>
          </p:cNvSpPr>
          <p:nvPr>
            <p:ph type="title" idx="2"/>
          </p:nvPr>
        </p:nvSpPr>
        <p:spPr>
          <a:xfrm>
            <a:off x="960042" y="3589650"/>
            <a:ext cx="19464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206" name="Google Shape;206;p17"/>
          <p:cNvSpPr txBox="1">
            <a:spLocks noGrp="1"/>
          </p:cNvSpPr>
          <p:nvPr>
            <p:ph type="subTitle" idx="1"/>
          </p:nvPr>
        </p:nvSpPr>
        <p:spPr>
          <a:xfrm>
            <a:off x="960042" y="4008325"/>
            <a:ext cx="19464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17"/>
          <p:cNvSpPr txBox="1">
            <a:spLocks noGrp="1"/>
          </p:cNvSpPr>
          <p:nvPr>
            <p:ph type="title" idx="3"/>
          </p:nvPr>
        </p:nvSpPr>
        <p:spPr>
          <a:xfrm>
            <a:off x="3598800" y="3589650"/>
            <a:ext cx="19464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208" name="Google Shape;208;p17"/>
          <p:cNvSpPr txBox="1">
            <a:spLocks noGrp="1"/>
          </p:cNvSpPr>
          <p:nvPr>
            <p:ph type="subTitle" idx="4"/>
          </p:nvPr>
        </p:nvSpPr>
        <p:spPr>
          <a:xfrm>
            <a:off x="3598800" y="4008325"/>
            <a:ext cx="19464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17"/>
          <p:cNvSpPr txBox="1">
            <a:spLocks noGrp="1"/>
          </p:cNvSpPr>
          <p:nvPr>
            <p:ph type="title" idx="5"/>
          </p:nvPr>
        </p:nvSpPr>
        <p:spPr>
          <a:xfrm>
            <a:off x="6237564" y="3589650"/>
            <a:ext cx="19464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210" name="Google Shape;210;p17"/>
          <p:cNvSpPr txBox="1">
            <a:spLocks noGrp="1"/>
          </p:cNvSpPr>
          <p:nvPr>
            <p:ph type="subTitle" idx="6"/>
          </p:nvPr>
        </p:nvSpPr>
        <p:spPr>
          <a:xfrm>
            <a:off x="6237564" y="4008325"/>
            <a:ext cx="19464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17"/>
          <p:cNvSpPr txBox="1">
            <a:spLocks noGrp="1"/>
          </p:cNvSpPr>
          <p:nvPr>
            <p:ph type="title" idx="7"/>
          </p:nvPr>
        </p:nvSpPr>
        <p:spPr>
          <a:xfrm>
            <a:off x="960030" y="1804900"/>
            <a:ext cx="19464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212" name="Google Shape;212;p17"/>
          <p:cNvSpPr txBox="1">
            <a:spLocks noGrp="1"/>
          </p:cNvSpPr>
          <p:nvPr>
            <p:ph type="subTitle" idx="8"/>
          </p:nvPr>
        </p:nvSpPr>
        <p:spPr>
          <a:xfrm>
            <a:off x="960030" y="2223575"/>
            <a:ext cx="19464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3" name="Google Shape;213;p17"/>
          <p:cNvSpPr txBox="1">
            <a:spLocks noGrp="1"/>
          </p:cNvSpPr>
          <p:nvPr>
            <p:ph type="title" idx="9"/>
          </p:nvPr>
        </p:nvSpPr>
        <p:spPr>
          <a:xfrm>
            <a:off x="3598800" y="1804900"/>
            <a:ext cx="19464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214" name="Google Shape;214;p17"/>
          <p:cNvSpPr txBox="1">
            <a:spLocks noGrp="1"/>
          </p:cNvSpPr>
          <p:nvPr>
            <p:ph type="subTitle" idx="13"/>
          </p:nvPr>
        </p:nvSpPr>
        <p:spPr>
          <a:xfrm>
            <a:off x="3598800" y="2223575"/>
            <a:ext cx="19464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5" name="Google Shape;215;p17"/>
          <p:cNvSpPr txBox="1">
            <a:spLocks noGrp="1"/>
          </p:cNvSpPr>
          <p:nvPr>
            <p:ph type="title" idx="14"/>
          </p:nvPr>
        </p:nvSpPr>
        <p:spPr>
          <a:xfrm>
            <a:off x="6237569" y="1804900"/>
            <a:ext cx="1946400" cy="46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1"/>
              </a:buClr>
              <a:buSzPts val="2000"/>
              <a:buNone/>
              <a:defRPr sz="2000"/>
            </a:lvl1pPr>
            <a:lvl2pPr lvl="1" algn="ctr" rtl="0">
              <a:spcBef>
                <a:spcPts val="0"/>
              </a:spcBef>
              <a:spcAft>
                <a:spcPts val="0"/>
              </a:spcAft>
              <a:buClr>
                <a:schemeClr val="accent1"/>
              </a:buClr>
              <a:buSzPts val="1800"/>
              <a:buNone/>
              <a:defRPr sz="1800">
                <a:solidFill>
                  <a:schemeClr val="accent1"/>
                </a:solidFill>
              </a:defRPr>
            </a:lvl2pPr>
            <a:lvl3pPr lvl="2" algn="ctr" rtl="0">
              <a:spcBef>
                <a:spcPts val="0"/>
              </a:spcBef>
              <a:spcAft>
                <a:spcPts val="0"/>
              </a:spcAft>
              <a:buClr>
                <a:schemeClr val="accent1"/>
              </a:buClr>
              <a:buSzPts val="1800"/>
              <a:buNone/>
              <a:defRPr sz="1800">
                <a:solidFill>
                  <a:schemeClr val="accent1"/>
                </a:solidFill>
              </a:defRPr>
            </a:lvl3pPr>
            <a:lvl4pPr lvl="3" algn="ctr" rtl="0">
              <a:spcBef>
                <a:spcPts val="0"/>
              </a:spcBef>
              <a:spcAft>
                <a:spcPts val="0"/>
              </a:spcAft>
              <a:buClr>
                <a:schemeClr val="accent1"/>
              </a:buClr>
              <a:buSzPts val="1800"/>
              <a:buNone/>
              <a:defRPr sz="1800">
                <a:solidFill>
                  <a:schemeClr val="accent1"/>
                </a:solidFill>
              </a:defRPr>
            </a:lvl4pPr>
            <a:lvl5pPr lvl="4" algn="ctr" rtl="0">
              <a:spcBef>
                <a:spcPts val="0"/>
              </a:spcBef>
              <a:spcAft>
                <a:spcPts val="0"/>
              </a:spcAft>
              <a:buClr>
                <a:schemeClr val="accent1"/>
              </a:buClr>
              <a:buSzPts val="1800"/>
              <a:buNone/>
              <a:defRPr sz="1800">
                <a:solidFill>
                  <a:schemeClr val="accent1"/>
                </a:solidFill>
              </a:defRPr>
            </a:lvl5pPr>
            <a:lvl6pPr lvl="5" algn="ctr" rtl="0">
              <a:spcBef>
                <a:spcPts val="0"/>
              </a:spcBef>
              <a:spcAft>
                <a:spcPts val="0"/>
              </a:spcAft>
              <a:buClr>
                <a:schemeClr val="accent1"/>
              </a:buClr>
              <a:buSzPts val="1800"/>
              <a:buNone/>
              <a:defRPr sz="1800">
                <a:solidFill>
                  <a:schemeClr val="accent1"/>
                </a:solidFill>
              </a:defRPr>
            </a:lvl6pPr>
            <a:lvl7pPr lvl="6" algn="ctr" rtl="0">
              <a:spcBef>
                <a:spcPts val="0"/>
              </a:spcBef>
              <a:spcAft>
                <a:spcPts val="0"/>
              </a:spcAft>
              <a:buClr>
                <a:schemeClr val="accent1"/>
              </a:buClr>
              <a:buSzPts val="1800"/>
              <a:buNone/>
              <a:defRPr sz="1800">
                <a:solidFill>
                  <a:schemeClr val="accent1"/>
                </a:solidFill>
              </a:defRPr>
            </a:lvl7pPr>
            <a:lvl8pPr lvl="7" algn="ctr" rtl="0">
              <a:spcBef>
                <a:spcPts val="0"/>
              </a:spcBef>
              <a:spcAft>
                <a:spcPts val="0"/>
              </a:spcAft>
              <a:buClr>
                <a:schemeClr val="accent1"/>
              </a:buClr>
              <a:buSzPts val="1800"/>
              <a:buNone/>
              <a:defRPr sz="1800">
                <a:solidFill>
                  <a:schemeClr val="accent1"/>
                </a:solidFill>
              </a:defRPr>
            </a:lvl8pPr>
            <a:lvl9pPr lvl="8" algn="ctr" rtl="0">
              <a:spcBef>
                <a:spcPts val="0"/>
              </a:spcBef>
              <a:spcAft>
                <a:spcPts val="0"/>
              </a:spcAft>
              <a:buClr>
                <a:schemeClr val="accent1"/>
              </a:buClr>
              <a:buSzPts val="1800"/>
              <a:buNone/>
              <a:defRPr sz="1800">
                <a:solidFill>
                  <a:schemeClr val="accent1"/>
                </a:solidFill>
              </a:defRPr>
            </a:lvl9pPr>
          </a:lstStyle>
          <a:p>
            <a:endParaRPr/>
          </a:p>
        </p:txBody>
      </p:sp>
      <p:sp>
        <p:nvSpPr>
          <p:cNvPr id="216" name="Google Shape;216;p17"/>
          <p:cNvSpPr txBox="1">
            <a:spLocks noGrp="1"/>
          </p:cNvSpPr>
          <p:nvPr>
            <p:ph type="subTitle" idx="15"/>
          </p:nvPr>
        </p:nvSpPr>
        <p:spPr>
          <a:xfrm>
            <a:off x="6237569" y="2223575"/>
            <a:ext cx="19464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7" name="Google Shape;217;p17"/>
          <p:cNvSpPr/>
          <p:nvPr/>
        </p:nvSpPr>
        <p:spPr>
          <a:xfrm>
            <a:off x="-421100" y="-166425"/>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cap="flat" cmpd="sng">
            <a:solidFill>
              <a:schemeClr val="accent3"/>
            </a:solidFill>
            <a:prstDash val="solid"/>
            <a:round/>
            <a:headEnd type="none" w="med" len="med"/>
            <a:tailEnd type="none" w="med" len="med"/>
          </a:ln>
        </p:spPr>
        <p:txBody>
          <a:bodyPr/>
          <a:lstStyle/>
          <a:p>
            <a:endParaRPr lang="en-US"/>
          </a:p>
        </p:txBody>
      </p:sp>
      <p:sp>
        <p:nvSpPr>
          <p:cNvPr id="218" name="Google Shape;218;p17"/>
          <p:cNvSpPr/>
          <p:nvPr/>
        </p:nvSpPr>
        <p:spPr>
          <a:xfrm>
            <a:off x="-611850" y="-323487"/>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219" name="Google Shape;219;p17"/>
          <p:cNvSpPr/>
          <p:nvPr/>
        </p:nvSpPr>
        <p:spPr>
          <a:xfrm>
            <a:off x="-799075" y="-4271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cap="flat" cmpd="sng">
            <a:solidFill>
              <a:schemeClr val="accent3"/>
            </a:solidFill>
            <a:prstDash val="solid"/>
            <a:round/>
            <a:headEnd type="none" w="med" len="med"/>
            <a:tailEnd type="none" w="med" len="med"/>
          </a:ln>
        </p:spPr>
        <p:txBody>
          <a:bodyPr/>
          <a:lstStyle/>
          <a:p>
            <a:endParaRPr lang="en-US"/>
          </a:p>
        </p:txBody>
      </p:sp>
      <p:sp>
        <p:nvSpPr>
          <p:cNvPr id="220" name="Google Shape;220;p17"/>
          <p:cNvSpPr/>
          <p:nvPr/>
        </p:nvSpPr>
        <p:spPr>
          <a:xfrm flipH="1">
            <a:off x="7517000" y="-1982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cap="flat" cmpd="sng">
            <a:solidFill>
              <a:schemeClr val="accent3"/>
            </a:solidFill>
            <a:prstDash val="solid"/>
            <a:round/>
            <a:headEnd type="none" w="med" len="med"/>
            <a:tailEnd type="none" w="med" len="med"/>
          </a:ln>
        </p:spPr>
        <p:txBody>
          <a:bodyPr/>
          <a:lstStyle/>
          <a:p>
            <a:endParaRPr lang="en-US"/>
          </a:p>
        </p:txBody>
      </p:sp>
      <p:sp>
        <p:nvSpPr>
          <p:cNvPr id="221" name="Google Shape;221;p17"/>
          <p:cNvSpPr/>
          <p:nvPr/>
        </p:nvSpPr>
        <p:spPr>
          <a:xfrm flipH="1">
            <a:off x="7745875" y="-350775"/>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222" name="Google Shape;222;p17"/>
          <p:cNvSpPr/>
          <p:nvPr/>
        </p:nvSpPr>
        <p:spPr>
          <a:xfrm flipH="1">
            <a:off x="7926750" y="-4271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cap="flat" cmpd="sng">
            <a:solidFill>
              <a:schemeClr val="accent3"/>
            </a:solidFill>
            <a:prstDash val="solid"/>
            <a:round/>
            <a:headEnd type="none" w="med" len="med"/>
            <a:tailEnd type="none" w="med" len="med"/>
          </a:ln>
        </p:spPr>
        <p:txBody>
          <a:bodyPr/>
          <a:lstStyle/>
          <a:p>
            <a:endParaRPr lang="en-US"/>
          </a:p>
        </p:txBody>
      </p:sp>
      <p:sp>
        <p:nvSpPr>
          <p:cNvPr id="223" name="Google Shape;223;p17"/>
          <p:cNvSpPr/>
          <p:nvPr/>
        </p:nvSpPr>
        <p:spPr>
          <a:xfrm rot="-8821628" flipH="1">
            <a:off x="-330435" y="43530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7"/>
          <p:cNvSpPr/>
          <p:nvPr/>
        </p:nvSpPr>
        <p:spPr>
          <a:xfrm rot="-8821628" flipH="1">
            <a:off x="-444885" y="452045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7"/>
          <p:cNvSpPr/>
          <p:nvPr/>
        </p:nvSpPr>
        <p:spPr>
          <a:xfrm rot="-8821628" flipH="1">
            <a:off x="-584735" y="46603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226"/>
        <p:cNvGrpSpPr/>
        <p:nvPr/>
      </p:nvGrpSpPr>
      <p:grpSpPr>
        <a:xfrm>
          <a:off x="0" y="0"/>
          <a:ext cx="0" cy="0"/>
          <a:chOff x="0" y="0"/>
          <a:chExt cx="0" cy="0"/>
        </a:xfrm>
      </p:grpSpPr>
      <p:pic>
        <p:nvPicPr>
          <p:cNvPr id="227" name="Google Shape;227;p18"/>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28" name="Google Shape;228;p18"/>
          <p:cNvSpPr txBox="1">
            <a:spLocks noGrp="1"/>
          </p:cNvSpPr>
          <p:nvPr>
            <p:ph type="subTitle" idx="1"/>
          </p:nvPr>
        </p:nvSpPr>
        <p:spPr>
          <a:xfrm flipH="1">
            <a:off x="2216050" y="1406200"/>
            <a:ext cx="4713900" cy="109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700"/>
              <a:buNone/>
              <a:defRPr sz="20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29" name="Google Shape;229;p18"/>
          <p:cNvSpPr txBox="1">
            <a:spLocks noGrp="1"/>
          </p:cNvSpPr>
          <p:nvPr>
            <p:ph type="ctrTitle"/>
          </p:nvPr>
        </p:nvSpPr>
        <p:spPr>
          <a:xfrm flipH="1">
            <a:off x="3055450" y="2546500"/>
            <a:ext cx="3035100" cy="44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100"/>
              <a:buNone/>
              <a:defRPr sz="2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endParaRPr/>
          </a:p>
        </p:txBody>
      </p:sp>
      <p:grpSp>
        <p:nvGrpSpPr>
          <p:cNvPr id="230" name="Google Shape;230;p18"/>
          <p:cNvGrpSpPr/>
          <p:nvPr/>
        </p:nvGrpSpPr>
        <p:grpSpPr>
          <a:xfrm>
            <a:off x="126196" y="538003"/>
            <a:ext cx="2044159" cy="3324897"/>
            <a:chOff x="526860" y="192691"/>
            <a:chExt cx="2068777" cy="3107670"/>
          </a:xfrm>
        </p:grpSpPr>
        <p:sp>
          <p:nvSpPr>
            <p:cNvPr id="231" name="Google Shape;231;p18"/>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8"/>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233;p18"/>
          <p:cNvGrpSpPr/>
          <p:nvPr/>
        </p:nvGrpSpPr>
        <p:grpSpPr>
          <a:xfrm>
            <a:off x="6929946" y="538003"/>
            <a:ext cx="2044159" cy="3324897"/>
            <a:chOff x="526860" y="192691"/>
            <a:chExt cx="2068777" cy="3107670"/>
          </a:xfrm>
        </p:grpSpPr>
        <p:sp>
          <p:nvSpPr>
            <p:cNvPr id="234" name="Google Shape;234;p18"/>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 name="Google Shape;236;p18"/>
          <p:cNvSpPr/>
          <p:nvPr/>
        </p:nvSpPr>
        <p:spPr>
          <a:xfrm>
            <a:off x="-52350" y="243650"/>
            <a:ext cx="9250675" cy="4975000"/>
          </a:xfrm>
          <a:custGeom>
            <a:avLst/>
            <a:gdLst/>
            <a:ahLst/>
            <a:cxnLst/>
            <a:rect l="l" t="t" r="r" b="b"/>
            <a:pathLst>
              <a:path w="370027" h="199000" extrusionOk="0">
                <a:moveTo>
                  <a:pt x="327362" y="0"/>
                </a:moveTo>
                <a:lnTo>
                  <a:pt x="0" y="40245"/>
                </a:lnTo>
                <a:lnTo>
                  <a:pt x="1017" y="198936"/>
                </a:lnTo>
                <a:lnTo>
                  <a:pt x="346121" y="199000"/>
                </a:lnTo>
                <a:lnTo>
                  <a:pt x="370027" y="199000"/>
                </a:lnTo>
                <a:lnTo>
                  <a:pt x="340364" y="8996"/>
                </a:lnTo>
                <a:close/>
              </a:path>
            </a:pathLst>
          </a:custGeom>
          <a:gradFill>
            <a:gsLst>
              <a:gs pos="0">
                <a:schemeClr val="dk2"/>
              </a:gs>
              <a:gs pos="100000">
                <a:srgbClr val="EBE0DD">
                  <a:alpha val="0"/>
                </a:srgbClr>
              </a:gs>
            </a:gsLst>
            <a:lin ang="5400012" scaled="0"/>
          </a:gradFill>
          <a:ln>
            <a:noFill/>
          </a:ln>
        </p:spPr>
        <p:txBody>
          <a:bodyPr/>
          <a:lstStyle/>
          <a:p>
            <a:endParaRPr lang="en-US"/>
          </a:p>
        </p:txBody>
      </p:sp>
      <p:sp>
        <p:nvSpPr>
          <p:cNvPr id="237" name="Google Shape;237;p18"/>
          <p:cNvSpPr/>
          <p:nvPr/>
        </p:nvSpPr>
        <p:spPr>
          <a:xfrm flipH="1">
            <a:off x="84228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8"/>
          <p:cNvSpPr/>
          <p:nvPr/>
        </p:nvSpPr>
        <p:spPr>
          <a:xfrm rot="2003650" flipH="1">
            <a:off x="8142936" y="165846"/>
            <a:ext cx="412618" cy="225767"/>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239"/>
        <p:cNvGrpSpPr/>
        <p:nvPr/>
      </p:nvGrpSpPr>
      <p:grpSpPr>
        <a:xfrm>
          <a:off x="0" y="0"/>
          <a:ext cx="0" cy="0"/>
          <a:chOff x="0" y="0"/>
          <a:chExt cx="0" cy="0"/>
        </a:xfrm>
      </p:grpSpPr>
      <p:pic>
        <p:nvPicPr>
          <p:cNvPr id="240" name="Google Shape;240;p19"/>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41" name="Google Shape;241;p19"/>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2" name="Google Shape;242;p19"/>
          <p:cNvSpPr/>
          <p:nvPr/>
        </p:nvSpPr>
        <p:spPr>
          <a:xfrm rot="1577317" flipH="1">
            <a:off x="7739678" y="3573728"/>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rot="1577317" flipH="1">
            <a:off x="7871015" y="3739202"/>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rot="1577317" flipH="1">
            <a:off x="8016950" y="3923070"/>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rot="-9222683" flipH="1">
            <a:off x="-771575" y="-85565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rot="-9222683" flipH="1">
            <a:off x="-902911" y="-102112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rot="-9222683" flipH="1">
            <a:off x="-1048847" y="-120499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reserve="1">
  <p:cSld name="1_Title only 1">
    <p:spTree>
      <p:nvGrpSpPr>
        <p:cNvPr id="1" name="Shape 239"/>
        <p:cNvGrpSpPr/>
        <p:nvPr/>
      </p:nvGrpSpPr>
      <p:grpSpPr>
        <a:xfrm>
          <a:off x="0" y="0"/>
          <a:ext cx="0" cy="0"/>
          <a:chOff x="0" y="0"/>
          <a:chExt cx="0" cy="0"/>
        </a:xfrm>
      </p:grpSpPr>
      <p:pic>
        <p:nvPicPr>
          <p:cNvPr id="240" name="Google Shape;240;p19"/>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41" name="Google Shape;241;p19"/>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dirty="0"/>
          </a:p>
        </p:txBody>
      </p:sp>
    </p:spTree>
    <p:extLst>
      <p:ext uri="{BB962C8B-B14F-4D97-AF65-F5344CB8AC3E}">
        <p14:creationId xmlns:p14="http://schemas.microsoft.com/office/powerpoint/2010/main" val="4168612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reserve="1" userDrawn="1">
  <p:cSld name="2_Title only 1">
    <p:spTree>
      <p:nvGrpSpPr>
        <p:cNvPr id="1" name="Shape 239"/>
        <p:cNvGrpSpPr/>
        <p:nvPr/>
      </p:nvGrpSpPr>
      <p:grpSpPr>
        <a:xfrm>
          <a:off x="0" y="0"/>
          <a:ext cx="0" cy="0"/>
          <a:chOff x="0" y="0"/>
          <a:chExt cx="0" cy="0"/>
        </a:xfrm>
      </p:grpSpPr>
      <p:pic>
        <p:nvPicPr>
          <p:cNvPr id="240" name="Google Shape;240;p19"/>
          <p:cNvPicPr preferRelativeResize="0"/>
          <p:nvPr/>
        </p:nvPicPr>
        <p:blipFill>
          <a:blip r:embed="rId2">
            <a:alphaModFix amt="42000"/>
          </a:blip>
          <a:stretch>
            <a:fillRect/>
          </a:stretch>
        </p:blipFill>
        <p:spPr>
          <a:xfrm>
            <a:off x="0" y="0"/>
            <a:ext cx="9144000" cy="5143492"/>
          </a:xfrm>
          <a:prstGeom prst="rect">
            <a:avLst/>
          </a:prstGeom>
          <a:noFill/>
          <a:ln>
            <a:noFill/>
          </a:ln>
        </p:spPr>
      </p:pic>
    </p:spTree>
    <p:extLst>
      <p:ext uri="{BB962C8B-B14F-4D97-AF65-F5344CB8AC3E}">
        <p14:creationId xmlns:p14="http://schemas.microsoft.com/office/powerpoint/2010/main" val="212163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CUSTOM_6">
    <p:spTree>
      <p:nvGrpSpPr>
        <p:cNvPr id="1" name="Shape 248"/>
        <p:cNvGrpSpPr/>
        <p:nvPr/>
      </p:nvGrpSpPr>
      <p:grpSpPr>
        <a:xfrm>
          <a:off x="0" y="0"/>
          <a:ext cx="0" cy="0"/>
          <a:chOff x="0" y="0"/>
          <a:chExt cx="0" cy="0"/>
        </a:xfrm>
      </p:grpSpPr>
      <p:pic>
        <p:nvPicPr>
          <p:cNvPr id="249" name="Google Shape;249;p20"/>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50" name="Google Shape;250;p20"/>
          <p:cNvSpPr/>
          <p:nvPr/>
        </p:nvSpPr>
        <p:spPr>
          <a:xfrm>
            <a:off x="-52350" y="243650"/>
            <a:ext cx="9250675" cy="4975000"/>
          </a:xfrm>
          <a:custGeom>
            <a:avLst/>
            <a:gdLst/>
            <a:ahLst/>
            <a:cxnLst/>
            <a:rect l="l" t="t" r="r" b="b"/>
            <a:pathLst>
              <a:path w="370027" h="199000" extrusionOk="0">
                <a:moveTo>
                  <a:pt x="327362" y="0"/>
                </a:moveTo>
                <a:lnTo>
                  <a:pt x="0" y="40245"/>
                </a:lnTo>
                <a:lnTo>
                  <a:pt x="1017" y="198936"/>
                </a:lnTo>
                <a:lnTo>
                  <a:pt x="346121" y="199000"/>
                </a:lnTo>
                <a:lnTo>
                  <a:pt x="370027" y="199000"/>
                </a:lnTo>
                <a:lnTo>
                  <a:pt x="340364" y="8996"/>
                </a:lnTo>
                <a:close/>
              </a:path>
            </a:pathLst>
          </a:custGeom>
          <a:gradFill>
            <a:gsLst>
              <a:gs pos="0">
                <a:schemeClr val="dk2"/>
              </a:gs>
              <a:gs pos="100000">
                <a:srgbClr val="EBE0DD">
                  <a:alpha val="0"/>
                </a:srgbClr>
              </a:gs>
            </a:gsLst>
            <a:lin ang="5400012" scaled="0"/>
          </a:gradFill>
          <a:ln>
            <a:noFill/>
          </a:ln>
        </p:spPr>
        <p:txBody>
          <a:bodyPr/>
          <a:lstStyle/>
          <a:p>
            <a:endParaRPr lang="en-US"/>
          </a:p>
        </p:txBody>
      </p:sp>
      <p:grpSp>
        <p:nvGrpSpPr>
          <p:cNvPr id="251" name="Google Shape;251;p20"/>
          <p:cNvGrpSpPr/>
          <p:nvPr/>
        </p:nvGrpSpPr>
        <p:grpSpPr>
          <a:xfrm>
            <a:off x="8114866" y="-63500"/>
            <a:ext cx="468757" cy="550028"/>
            <a:chOff x="8114866" y="-63500"/>
            <a:chExt cx="468757" cy="550028"/>
          </a:xfrm>
        </p:grpSpPr>
        <p:sp>
          <p:nvSpPr>
            <p:cNvPr id="252" name="Google Shape;252;p20"/>
            <p:cNvSpPr/>
            <p:nvPr/>
          </p:nvSpPr>
          <p:spPr>
            <a:xfrm flipH="1">
              <a:off x="84228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0"/>
            <p:cNvSpPr/>
            <p:nvPr/>
          </p:nvSpPr>
          <p:spPr>
            <a:xfrm rot="2003650" flipH="1">
              <a:off x="8142936" y="165846"/>
              <a:ext cx="412618" cy="225767"/>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 name="Google Shape;254;p20"/>
          <p:cNvSpPr txBox="1">
            <a:spLocks noGrp="1"/>
          </p:cNvSpPr>
          <p:nvPr>
            <p:ph type="subTitle" idx="1"/>
          </p:nvPr>
        </p:nvSpPr>
        <p:spPr>
          <a:xfrm>
            <a:off x="2111550" y="1460563"/>
            <a:ext cx="4920900" cy="44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255" name="Google Shape;255;p20"/>
          <p:cNvSpPr txBox="1">
            <a:spLocks noGrp="1"/>
          </p:cNvSpPr>
          <p:nvPr>
            <p:ph type="title" hasCustomPrompt="1"/>
          </p:nvPr>
        </p:nvSpPr>
        <p:spPr>
          <a:xfrm>
            <a:off x="2035200" y="756188"/>
            <a:ext cx="5073600" cy="6786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4300"/>
            </a:lvl1pPr>
            <a:lvl2pPr lvl="1"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256" name="Google Shape;256;p20"/>
          <p:cNvSpPr txBox="1">
            <a:spLocks noGrp="1"/>
          </p:cNvSpPr>
          <p:nvPr>
            <p:ph type="subTitle" idx="2"/>
          </p:nvPr>
        </p:nvSpPr>
        <p:spPr>
          <a:xfrm>
            <a:off x="2111550" y="2732313"/>
            <a:ext cx="4920900" cy="44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257" name="Google Shape;257;p20"/>
          <p:cNvSpPr txBox="1">
            <a:spLocks noGrp="1"/>
          </p:cNvSpPr>
          <p:nvPr>
            <p:ph type="title" idx="3" hasCustomPrompt="1"/>
          </p:nvPr>
        </p:nvSpPr>
        <p:spPr>
          <a:xfrm>
            <a:off x="2035200" y="2027938"/>
            <a:ext cx="5073600" cy="6786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4300"/>
            </a:lvl1pPr>
            <a:lvl2pPr lvl="1"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258" name="Google Shape;258;p20"/>
          <p:cNvSpPr txBox="1">
            <a:spLocks noGrp="1"/>
          </p:cNvSpPr>
          <p:nvPr>
            <p:ph type="subTitle" idx="4"/>
          </p:nvPr>
        </p:nvSpPr>
        <p:spPr>
          <a:xfrm>
            <a:off x="2111550" y="4004063"/>
            <a:ext cx="4920900" cy="44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lnSpc>
                <a:spcPct val="100000"/>
              </a:lnSpc>
              <a:spcBef>
                <a:spcPts val="0"/>
              </a:spcBef>
              <a:spcAft>
                <a:spcPts val="0"/>
              </a:spcAft>
              <a:buSzPts val="1400"/>
              <a:buNone/>
              <a:defRPr sz="1400"/>
            </a:lvl2pPr>
            <a:lvl3pPr lvl="2" algn="ctr" rtl="0">
              <a:lnSpc>
                <a:spcPct val="100000"/>
              </a:lnSpc>
              <a:spcBef>
                <a:spcPts val="0"/>
              </a:spcBef>
              <a:spcAft>
                <a:spcPts val="0"/>
              </a:spcAft>
              <a:buSzPts val="1400"/>
              <a:buNone/>
              <a:defRPr sz="1400"/>
            </a:lvl3pPr>
            <a:lvl4pPr lvl="3" algn="ctr" rtl="0">
              <a:lnSpc>
                <a:spcPct val="100000"/>
              </a:lnSpc>
              <a:spcBef>
                <a:spcPts val="0"/>
              </a:spcBef>
              <a:spcAft>
                <a:spcPts val="0"/>
              </a:spcAft>
              <a:buSzPts val="1400"/>
              <a:buNone/>
              <a:defRPr sz="1400"/>
            </a:lvl4pPr>
            <a:lvl5pPr lvl="4" algn="ctr" rtl="0">
              <a:lnSpc>
                <a:spcPct val="100000"/>
              </a:lnSpc>
              <a:spcBef>
                <a:spcPts val="0"/>
              </a:spcBef>
              <a:spcAft>
                <a:spcPts val="0"/>
              </a:spcAft>
              <a:buSzPts val="1400"/>
              <a:buNone/>
              <a:defRPr sz="1400"/>
            </a:lvl5pPr>
            <a:lvl6pPr lvl="5" algn="ctr" rtl="0">
              <a:lnSpc>
                <a:spcPct val="100000"/>
              </a:lnSpc>
              <a:spcBef>
                <a:spcPts val="0"/>
              </a:spcBef>
              <a:spcAft>
                <a:spcPts val="0"/>
              </a:spcAft>
              <a:buSzPts val="1400"/>
              <a:buNone/>
              <a:defRPr sz="1400"/>
            </a:lvl6pPr>
            <a:lvl7pPr lvl="6" algn="ctr" rtl="0">
              <a:lnSpc>
                <a:spcPct val="100000"/>
              </a:lnSpc>
              <a:spcBef>
                <a:spcPts val="0"/>
              </a:spcBef>
              <a:spcAft>
                <a:spcPts val="0"/>
              </a:spcAft>
              <a:buSzPts val="1400"/>
              <a:buNone/>
              <a:defRPr sz="1400"/>
            </a:lvl7pPr>
            <a:lvl8pPr lvl="7" algn="ctr" rtl="0">
              <a:lnSpc>
                <a:spcPct val="100000"/>
              </a:lnSpc>
              <a:spcBef>
                <a:spcPts val="0"/>
              </a:spcBef>
              <a:spcAft>
                <a:spcPts val="0"/>
              </a:spcAft>
              <a:buSzPts val="1400"/>
              <a:buNone/>
              <a:defRPr sz="1400"/>
            </a:lvl8pPr>
            <a:lvl9pPr lvl="8" algn="ctr" rtl="0">
              <a:lnSpc>
                <a:spcPct val="100000"/>
              </a:lnSpc>
              <a:spcBef>
                <a:spcPts val="0"/>
              </a:spcBef>
              <a:spcAft>
                <a:spcPts val="0"/>
              </a:spcAft>
              <a:buSzPts val="1400"/>
              <a:buNone/>
              <a:defRPr sz="1400"/>
            </a:lvl9pPr>
          </a:lstStyle>
          <a:p>
            <a:endParaRPr/>
          </a:p>
        </p:txBody>
      </p:sp>
      <p:sp>
        <p:nvSpPr>
          <p:cNvPr id="259" name="Google Shape;259;p20"/>
          <p:cNvSpPr txBox="1">
            <a:spLocks noGrp="1"/>
          </p:cNvSpPr>
          <p:nvPr>
            <p:ph type="title" idx="5" hasCustomPrompt="1"/>
          </p:nvPr>
        </p:nvSpPr>
        <p:spPr>
          <a:xfrm>
            <a:off x="2035200" y="3299688"/>
            <a:ext cx="5073600" cy="6786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4300"/>
            </a:lvl1pPr>
            <a:lvl2pPr lvl="1"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chemeClr val="dk2"/>
              </a:buClr>
              <a:buSzPts val="3600"/>
              <a:buFont typeface="Fira Sans Extra Condensed Medium"/>
              <a:buNone/>
              <a:defRPr sz="36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1">
  <p:cSld name="CUSTOM_7">
    <p:spTree>
      <p:nvGrpSpPr>
        <p:cNvPr id="1" name="Shape 260"/>
        <p:cNvGrpSpPr/>
        <p:nvPr/>
      </p:nvGrpSpPr>
      <p:grpSpPr>
        <a:xfrm>
          <a:off x="0" y="0"/>
          <a:ext cx="0" cy="0"/>
          <a:chOff x="0" y="0"/>
          <a:chExt cx="0" cy="0"/>
        </a:xfrm>
      </p:grpSpPr>
      <p:pic>
        <p:nvPicPr>
          <p:cNvPr id="261" name="Google Shape;261;p21"/>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262" name="Google Shape;262;p21"/>
          <p:cNvSpPr/>
          <p:nvPr/>
        </p:nvSpPr>
        <p:spPr>
          <a:xfrm>
            <a:off x="0" y="336325"/>
            <a:ext cx="9175275" cy="4837475"/>
          </a:xfrm>
          <a:custGeom>
            <a:avLst/>
            <a:gdLst/>
            <a:ahLst/>
            <a:cxnLst/>
            <a:rect l="l" t="t" r="r" b="b"/>
            <a:pathLst>
              <a:path w="367011" h="193499" extrusionOk="0">
                <a:moveTo>
                  <a:pt x="252657" y="1791"/>
                </a:moveTo>
                <a:lnTo>
                  <a:pt x="0" y="191975"/>
                </a:lnTo>
                <a:lnTo>
                  <a:pt x="75799" y="192240"/>
                </a:lnTo>
                <a:lnTo>
                  <a:pt x="367011" y="193499"/>
                </a:lnTo>
                <a:lnTo>
                  <a:pt x="367011" y="84670"/>
                </a:lnTo>
                <a:lnTo>
                  <a:pt x="262125" y="0"/>
                </a:lnTo>
                <a:close/>
              </a:path>
            </a:pathLst>
          </a:custGeom>
          <a:gradFill>
            <a:gsLst>
              <a:gs pos="0">
                <a:schemeClr val="dk2"/>
              </a:gs>
              <a:gs pos="100000">
                <a:schemeClr val="lt1"/>
              </a:gs>
            </a:gsLst>
            <a:lin ang="5400012" scaled="0"/>
          </a:gradFill>
          <a:ln>
            <a:noFill/>
          </a:ln>
        </p:spPr>
        <p:txBody>
          <a:bodyPr/>
          <a:lstStyle/>
          <a:p>
            <a:endParaRPr lang="en-US"/>
          </a:p>
        </p:txBody>
      </p:sp>
      <p:sp>
        <p:nvSpPr>
          <p:cNvPr id="263" name="Google Shape;263;p21"/>
          <p:cNvSpPr txBox="1">
            <a:spLocks noGrp="1"/>
          </p:cNvSpPr>
          <p:nvPr>
            <p:ph type="subTitle" idx="1"/>
          </p:nvPr>
        </p:nvSpPr>
        <p:spPr>
          <a:xfrm flipH="1">
            <a:off x="1485025" y="2996600"/>
            <a:ext cx="2924700" cy="79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None/>
              <a:defRPr sz="1600" b="0"/>
            </a:lvl1pPr>
            <a:lvl2pPr lvl="1" rtl="0">
              <a:lnSpc>
                <a:spcPct val="100000"/>
              </a:lnSpc>
              <a:spcBef>
                <a:spcPts val="0"/>
              </a:spcBef>
              <a:spcAft>
                <a:spcPts val="0"/>
              </a:spcAft>
              <a:buSzPts val="1000"/>
              <a:buNone/>
              <a:defRPr sz="1000"/>
            </a:lvl2pPr>
            <a:lvl3pPr lvl="2" rtl="0">
              <a:lnSpc>
                <a:spcPct val="100000"/>
              </a:lnSpc>
              <a:spcBef>
                <a:spcPts val="0"/>
              </a:spcBef>
              <a:spcAft>
                <a:spcPts val="0"/>
              </a:spcAft>
              <a:buSzPts val="1000"/>
              <a:buNone/>
              <a:defRPr sz="1000"/>
            </a:lvl3pPr>
            <a:lvl4pPr lvl="3" rtl="0">
              <a:lnSpc>
                <a:spcPct val="100000"/>
              </a:lnSpc>
              <a:spcBef>
                <a:spcPts val="0"/>
              </a:spcBef>
              <a:spcAft>
                <a:spcPts val="0"/>
              </a:spcAft>
              <a:buSzPts val="1000"/>
              <a:buNone/>
              <a:defRPr sz="1000"/>
            </a:lvl4pPr>
            <a:lvl5pPr lvl="4" rtl="0">
              <a:lnSpc>
                <a:spcPct val="100000"/>
              </a:lnSpc>
              <a:spcBef>
                <a:spcPts val="0"/>
              </a:spcBef>
              <a:spcAft>
                <a:spcPts val="0"/>
              </a:spcAft>
              <a:buSzPts val="1000"/>
              <a:buNone/>
              <a:defRPr sz="1000"/>
            </a:lvl5pPr>
            <a:lvl6pPr lvl="5" rtl="0">
              <a:lnSpc>
                <a:spcPct val="100000"/>
              </a:lnSpc>
              <a:spcBef>
                <a:spcPts val="0"/>
              </a:spcBef>
              <a:spcAft>
                <a:spcPts val="0"/>
              </a:spcAft>
              <a:buSzPts val="1000"/>
              <a:buNone/>
              <a:defRPr sz="1000"/>
            </a:lvl6pPr>
            <a:lvl7pPr lvl="6" rtl="0">
              <a:lnSpc>
                <a:spcPct val="100000"/>
              </a:lnSpc>
              <a:spcBef>
                <a:spcPts val="0"/>
              </a:spcBef>
              <a:spcAft>
                <a:spcPts val="0"/>
              </a:spcAft>
              <a:buSzPts val="1000"/>
              <a:buNone/>
              <a:defRPr sz="1000"/>
            </a:lvl7pPr>
            <a:lvl8pPr lvl="7" rtl="0">
              <a:lnSpc>
                <a:spcPct val="100000"/>
              </a:lnSpc>
              <a:spcBef>
                <a:spcPts val="0"/>
              </a:spcBef>
              <a:spcAft>
                <a:spcPts val="0"/>
              </a:spcAft>
              <a:buSzPts val="1000"/>
              <a:buNone/>
              <a:defRPr sz="1000"/>
            </a:lvl8pPr>
            <a:lvl9pPr lvl="8" rtl="0">
              <a:lnSpc>
                <a:spcPct val="100000"/>
              </a:lnSpc>
              <a:spcBef>
                <a:spcPts val="0"/>
              </a:spcBef>
              <a:spcAft>
                <a:spcPts val="0"/>
              </a:spcAft>
              <a:buSzPts val="1000"/>
              <a:buNone/>
              <a:defRPr sz="1000"/>
            </a:lvl9pPr>
          </a:lstStyle>
          <a:p>
            <a:endParaRPr/>
          </a:p>
        </p:txBody>
      </p:sp>
      <p:grpSp>
        <p:nvGrpSpPr>
          <p:cNvPr id="264" name="Google Shape;264;p21"/>
          <p:cNvGrpSpPr/>
          <p:nvPr/>
        </p:nvGrpSpPr>
        <p:grpSpPr>
          <a:xfrm>
            <a:off x="6256027" y="-63500"/>
            <a:ext cx="412615" cy="501202"/>
            <a:chOff x="6620227" y="-63500"/>
            <a:chExt cx="412615" cy="501202"/>
          </a:xfrm>
        </p:grpSpPr>
        <p:sp>
          <p:nvSpPr>
            <p:cNvPr id="265" name="Google Shape;265;p21"/>
            <p:cNvSpPr/>
            <p:nvPr/>
          </p:nvSpPr>
          <p:spPr>
            <a:xfrm flipH="1">
              <a:off x="6620227" y="211949"/>
              <a:ext cx="412615" cy="225753"/>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1"/>
            <p:cNvSpPr/>
            <p:nvPr/>
          </p:nvSpPr>
          <p:spPr>
            <a:xfrm flipH="1">
              <a:off x="685240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 name="Google Shape;267;p21"/>
          <p:cNvSpPr/>
          <p:nvPr/>
        </p:nvSpPr>
        <p:spPr>
          <a:xfrm>
            <a:off x="-67150" y="-28100"/>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cap="flat" cmpd="sng">
            <a:solidFill>
              <a:schemeClr val="accent3"/>
            </a:solidFill>
            <a:prstDash val="solid"/>
            <a:round/>
            <a:headEnd type="none" w="med" len="med"/>
            <a:tailEnd type="none" w="med" len="med"/>
          </a:ln>
        </p:spPr>
        <p:txBody>
          <a:bodyPr/>
          <a:lstStyle/>
          <a:p>
            <a:endParaRPr lang="en-US"/>
          </a:p>
        </p:txBody>
      </p:sp>
      <p:sp>
        <p:nvSpPr>
          <p:cNvPr id="268" name="Google Shape;268;p21"/>
          <p:cNvSpPr/>
          <p:nvPr/>
        </p:nvSpPr>
        <p:spPr>
          <a:xfrm>
            <a:off x="-232250" y="-205900"/>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269" name="Google Shape;269;p21"/>
          <p:cNvSpPr/>
          <p:nvPr/>
        </p:nvSpPr>
        <p:spPr>
          <a:xfrm>
            <a:off x="-416400" y="-390050"/>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cap="flat" cmpd="sng">
            <a:solidFill>
              <a:schemeClr val="accent3"/>
            </a:solidFill>
            <a:prstDash val="solid"/>
            <a:round/>
            <a:headEnd type="none" w="med" len="med"/>
            <a:tailEnd type="none" w="med" len="med"/>
          </a:ln>
        </p:spPr>
        <p:txBody>
          <a:bodyPr/>
          <a:lstStyle/>
          <a:p>
            <a:endParaRPr lang="en-US"/>
          </a:p>
        </p:txBody>
      </p:sp>
      <p:sp>
        <p:nvSpPr>
          <p:cNvPr id="270" name="Google Shape;270;p21"/>
          <p:cNvSpPr/>
          <p:nvPr/>
        </p:nvSpPr>
        <p:spPr>
          <a:xfrm rot="10800000">
            <a:off x="6898425" y="3202600"/>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28575" cap="flat" cmpd="sng">
            <a:solidFill>
              <a:schemeClr val="accent3"/>
            </a:solidFill>
            <a:prstDash val="solid"/>
            <a:round/>
            <a:headEnd type="none" w="med" len="med"/>
            <a:tailEnd type="none" w="med" len="med"/>
          </a:ln>
        </p:spPr>
        <p:txBody>
          <a:bodyPr/>
          <a:lstStyle/>
          <a:p>
            <a:endParaRPr lang="en-US"/>
          </a:p>
        </p:txBody>
      </p:sp>
      <p:sp>
        <p:nvSpPr>
          <p:cNvPr id="271" name="Google Shape;271;p21"/>
          <p:cNvSpPr/>
          <p:nvPr/>
        </p:nvSpPr>
        <p:spPr>
          <a:xfrm rot="10800000">
            <a:off x="7063525" y="3380400"/>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272" name="Google Shape;272;p21"/>
          <p:cNvSpPr/>
          <p:nvPr/>
        </p:nvSpPr>
        <p:spPr>
          <a:xfrm rot="10800000">
            <a:off x="7247675" y="3564550"/>
            <a:ext cx="2792575" cy="2171700"/>
          </a:xfrm>
          <a:custGeom>
            <a:avLst/>
            <a:gdLst/>
            <a:ahLst/>
            <a:cxnLst/>
            <a:rect l="l" t="t" r="r" b="b"/>
            <a:pathLst>
              <a:path w="111703" h="86868" extrusionOk="0">
                <a:moveTo>
                  <a:pt x="110744" y="0"/>
                </a:moveTo>
                <a:cubicBezTo>
                  <a:pt x="115133" y="7681"/>
                  <a:pt x="102684" y="22156"/>
                  <a:pt x="93980" y="20574"/>
                </a:cubicBezTo>
                <a:cubicBezTo>
                  <a:pt x="85818" y="19090"/>
                  <a:pt x="77985" y="12851"/>
                  <a:pt x="69850" y="14478"/>
                </a:cubicBezTo>
                <a:cubicBezTo>
                  <a:pt x="64428" y="15562"/>
                  <a:pt x="60379" y="21196"/>
                  <a:pt x="54864" y="21590"/>
                </a:cubicBezTo>
                <a:cubicBezTo>
                  <a:pt x="47003" y="22152"/>
                  <a:pt x="37925" y="18429"/>
                  <a:pt x="31242" y="22606"/>
                </a:cubicBezTo>
                <a:cubicBezTo>
                  <a:pt x="24975" y="26523"/>
                  <a:pt x="33755" y="37351"/>
                  <a:pt x="33020" y="44704"/>
                </a:cubicBezTo>
                <a:cubicBezTo>
                  <a:pt x="32153" y="53373"/>
                  <a:pt x="16657" y="52466"/>
                  <a:pt x="11430" y="59436"/>
                </a:cubicBezTo>
                <a:cubicBezTo>
                  <a:pt x="8533" y="63299"/>
                  <a:pt x="11455" y="69115"/>
                  <a:pt x="10922" y="73914"/>
                </a:cubicBezTo>
                <a:cubicBezTo>
                  <a:pt x="10357" y="79002"/>
                  <a:pt x="7253" y="85372"/>
                  <a:pt x="2286" y="86614"/>
                </a:cubicBezTo>
                <a:cubicBezTo>
                  <a:pt x="1542" y="86800"/>
                  <a:pt x="767" y="86868"/>
                  <a:pt x="0" y="86868"/>
                </a:cubicBezTo>
              </a:path>
            </a:pathLst>
          </a:custGeom>
          <a:noFill/>
          <a:ln w="9525" cap="flat" cmpd="sng">
            <a:solidFill>
              <a:schemeClr val="accent3"/>
            </a:solidFill>
            <a:prstDash val="solid"/>
            <a:round/>
            <a:headEnd type="none" w="med" len="med"/>
            <a:tailEnd type="none" w="med" len="med"/>
          </a:ln>
        </p:spPr>
        <p:txBody>
          <a:bodyPr/>
          <a:lstStyle/>
          <a:p>
            <a:endParaRPr lang="en-US"/>
          </a:p>
        </p:txBody>
      </p:sp>
      <p:sp>
        <p:nvSpPr>
          <p:cNvPr id="273" name="Google Shape;273;p21"/>
          <p:cNvSpPr txBox="1">
            <a:spLocks noGrp="1"/>
          </p:cNvSpPr>
          <p:nvPr>
            <p:ph type="title"/>
          </p:nvPr>
        </p:nvSpPr>
        <p:spPr>
          <a:xfrm>
            <a:off x="721575" y="1243375"/>
            <a:ext cx="4219800" cy="156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1">
  <p:cSld name="CUSTOM_7_1">
    <p:spTree>
      <p:nvGrpSpPr>
        <p:cNvPr id="1" name="Shape 274"/>
        <p:cNvGrpSpPr/>
        <p:nvPr/>
      </p:nvGrpSpPr>
      <p:grpSpPr>
        <a:xfrm>
          <a:off x="0" y="0"/>
          <a:ext cx="0" cy="0"/>
          <a:chOff x="0" y="0"/>
          <a:chExt cx="0" cy="0"/>
        </a:xfrm>
      </p:grpSpPr>
      <p:pic>
        <p:nvPicPr>
          <p:cNvPr id="275" name="Google Shape;275;p22"/>
          <p:cNvPicPr preferRelativeResize="0"/>
          <p:nvPr/>
        </p:nvPicPr>
        <p:blipFill>
          <a:blip r:embed="rId2">
            <a:alphaModFix amt="42000"/>
          </a:blip>
          <a:stretch>
            <a:fillRect/>
          </a:stretch>
        </p:blipFill>
        <p:spPr>
          <a:xfrm>
            <a:off x="0" y="0"/>
            <a:ext cx="9144000" cy="5143492"/>
          </a:xfrm>
          <a:prstGeom prst="rect">
            <a:avLst/>
          </a:prstGeom>
          <a:noFill/>
          <a:ln>
            <a:noFill/>
          </a:ln>
        </p:spPr>
      </p:pic>
      <p:grpSp>
        <p:nvGrpSpPr>
          <p:cNvPr id="276" name="Google Shape;276;p22"/>
          <p:cNvGrpSpPr/>
          <p:nvPr/>
        </p:nvGrpSpPr>
        <p:grpSpPr>
          <a:xfrm flipH="1">
            <a:off x="-45425" y="-67787"/>
            <a:ext cx="9349700" cy="5279475"/>
            <a:chOff x="583425" y="-63500"/>
            <a:chExt cx="9349700" cy="5279475"/>
          </a:xfrm>
        </p:grpSpPr>
        <p:sp>
          <p:nvSpPr>
            <p:cNvPr id="277" name="Google Shape;277;p22"/>
            <p:cNvSpPr/>
            <p:nvPr/>
          </p:nvSpPr>
          <p:spPr>
            <a:xfrm>
              <a:off x="583425" y="414700"/>
              <a:ext cx="9349700" cy="4801275"/>
            </a:xfrm>
            <a:custGeom>
              <a:avLst/>
              <a:gdLst/>
              <a:ahLst/>
              <a:cxnLst/>
              <a:rect l="l" t="t" r="r" b="b"/>
              <a:pathLst>
                <a:path w="373988" h="192051" extrusionOk="0">
                  <a:moveTo>
                    <a:pt x="264110" y="0"/>
                  </a:moveTo>
                  <a:lnTo>
                    <a:pt x="146720" y="91571"/>
                  </a:lnTo>
                  <a:lnTo>
                    <a:pt x="0" y="190060"/>
                  </a:lnTo>
                  <a:lnTo>
                    <a:pt x="373486" y="192051"/>
                  </a:lnTo>
                  <a:lnTo>
                    <a:pt x="373988" y="94834"/>
                  </a:lnTo>
                  <a:lnTo>
                    <a:pt x="279845" y="382"/>
                  </a:lnTo>
                  <a:close/>
                </a:path>
              </a:pathLst>
            </a:custGeom>
            <a:gradFill>
              <a:gsLst>
                <a:gs pos="0">
                  <a:schemeClr val="dk2"/>
                </a:gs>
                <a:gs pos="100000">
                  <a:schemeClr val="lt1"/>
                </a:gs>
              </a:gsLst>
              <a:lin ang="5400012" scaled="0"/>
            </a:gradFill>
            <a:ln>
              <a:noFill/>
            </a:ln>
          </p:spPr>
          <p:txBody>
            <a:bodyPr/>
            <a:lstStyle/>
            <a:p>
              <a:endParaRPr lang="en-US"/>
            </a:p>
          </p:txBody>
        </p:sp>
        <p:grpSp>
          <p:nvGrpSpPr>
            <p:cNvPr id="278" name="Google Shape;278;p22"/>
            <p:cNvGrpSpPr/>
            <p:nvPr/>
          </p:nvGrpSpPr>
          <p:grpSpPr>
            <a:xfrm>
              <a:off x="7181277" y="-63500"/>
              <a:ext cx="412615" cy="501202"/>
              <a:chOff x="7181277" y="-63500"/>
              <a:chExt cx="412615" cy="501202"/>
            </a:xfrm>
          </p:grpSpPr>
          <p:sp>
            <p:nvSpPr>
              <p:cNvPr id="279" name="Google Shape;279;p22"/>
              <p:cNvSpPr/>
              <p:nvPr/>
            </p:nvSpPr>
            <p:spPr>
              <a:xfrm flipH="1">
                <a:off x="7181277" y="211949"/>
                <a:ext cx="412615" cy="225753"/>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2"/>
              <p:cNvSpPr/>
              <p:nvPr/>
            </p:nvSpPr>
            <p:spPr>
              <a:xfrm flipH="1">
                <a:off x="74134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81" name="Google Shape;281;p22"/>
          <p:cNvSpPr txBox="1">
            <a:spLocks noGrp="1"/>
          </p:cNvSpPr>
          <p:nvPr>
            <p:ph type="ctrTitle"/>
          </p:nvPr>
        </p:nvSpPr>
        <p:spPr>
          <a:xfrm flipH="1">
            <a:off x="5323775" y="1844850"/>
            <a:ext cx="30927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000"/>
            </a:lvl1pPr>
            <a:lvl2pPr lvl="1" algn="r" rtl="0">
              <a:spcBef>
                <a:spcPts val="0"/>
              </a:spcBef>
              <a:spcAft>
                <a:spcPts val="0"/>
              </a:spcAft>
              <a:buClr>
                <a:schemeClr val="dk2"/>
              </a:buClr>
              <a:buSzPts val="1800"/>
              <a:buNone/>
              <a:defRPr sz="1800">
                <a:solidFill>
                  <a:schemeClr val="dk2"/>
                </a:solidFill>
              </a:defRPr>
            </a:lvl2pPr>
            <a:lvl3pPr lvl="2" algn="r" rtl="0">
              <a:spcBef>
                <a:spcPts val="0"/>
              </a:spcBef>
              <a:spcAft>
                <a:spcPts val="0"/>
              </a:spcAft>
              <a:buClr>
                <a:schemeClr val="dk2"/>
              </a:buClr>
              <a:buSzPts val="1800"/>
              <a:buNone/>
              <a:defRPr sz="1800">
                <a:solidFill>
                  <a:schemeClr val="dk2"/>
                </a:solidFill>
              </a:defRPr>
            </a:lvl3pPr>
            <a:lvl4pPr lvl="3" algn="r" rtl="0">
              <a:spcBef>
                <a:spcPts val="0"/>
              </a:spcBef>
              <a:spcAft>
                <a:spcPts val="0"/>
              </a:spcAft>
              <a:buClr>
                <a:schemeClr val="dk2"/>
              </a:buClr>
              <a:buSzPts val="1800"/>
              <a:buNone/>
              <a:defRPr sz="1800">
                <a:solidFill>
                  <a:schemeClr val="dk2"/>
                </a:solidFill>
              </a:defRPr>
            </a:lvl4pPr>
            <a:lvl5pPr lvl="4" algn="r" rtl="0">
              <a:spcBef>
                <a:spcPts val="0"/>
              </a:spcBef>
              <a:spcAft>
                <a:spcPts val="0"/>
              </a:spcAft>
              <a:buClr>
                <a:schemeClr val="dk2"/>
              </a:buClr>
              <a:buSzPts val="1800"/>
              <a:buNone/>
              <a:defRPr sz="1800">
                <a:solidFill>
                  <a:schemeClr val="dk2"/>
                </a:solidFill>
              </a:defRPr>
            </a:lvl5pPr>
            <a:lvl6pPr lvl="5" algn="r" rtl="0">
              <a:spcBef>
                <a:spcPts val="0"/>
              </a:spcBef>
              <a:spcAft>
                <a:spcPts val="0"/>
              </a:spcAft>
              <a:buClr>
                <a:schemeClr val="dk2"/>
              </a:buClr>
              <a:buSzPts val="1800"/>
              <a:buNone/>
              <a:defRPr sz="1800">
                <a:solidFill>
                  <a:schemeClr val="dk2"/>
                </a:solidFill>
              </a:defRPr>
            </a:lvl6pPr>
            <a:lvl7pPr lvl="6" algn="r" rtl="0">
              <a:spcBef>
                <a:spcPts val="0"/>
              </a:spcBef>
              <a:spcAft>
                <a:spcPts val="0"/>
              </a:spcAft>
              <a:buClr>
                <a:schemeClr val="dk2"/>
              </a:buClr>
              <a:buSzPts val="1800"/>
              <a:buNone/>
              <a:defRPr sz="1800">
                <a:solidFill>
                  <a:schemeClr val="dk2"/>
                </a:solidFill>
              </a:defRPr>
            </a:lvl7pPr>
            <a:lvl8pPr lvl="7" algn="r" rtl="0">
              <a:spcBef>
                <a:spcPts val="0"/>
              </a:spcBef>
              <a:spcAft>
                <a:spcPts val="0"/>
              </a:spcAft>
              <a:buClr>
                <a:schemeClr val="dk2"/>
              </a:buClr>
              <a:buSzPts val="1800"/>
              <a:buNone/>
              <a:defRPr sz="1800">
                <a:solidFill>
                  <a:schemeClr val="dk2"/>
                </a:solidFill>
              </a:defRPr>
            </a:lvl8pPr>
            <a:lvl9pPr lvl="8" algn="r" rtl="0">
              <a:spcBef>
                <a:spcPts val="0"/>
              </a:spcBef>
              <a:spcAft>
                <a:spcPts val="0"/>
              </a:spcAft>
              <a:buClr>
                <a:schemeClr val="dk2"/>
              </a:buClr>
              <a:buSzPts val="1800"/>
              <a:buNone/>
              <a:defRPr sz="1800">
                <a:solidFill>
                  <a:schemeClr val="dk2"/>
                </a:solidFill>
              </a:defRPr>
            </a:lvl9pPr>
          </a:lstStyle>
          <a:p>
            <a:endParaRPr/>
          </a:p>
        </p:txBody>
      </p:sp>
      <p:sp>
        <p:nvSpPr>
          <p:cNvPr id="282" name="Google Shape;282;p22"/>
          <p:cNvSpPr txBox="1">
            <a:spLocks noGrp="1"/>
          </p:cNvSpPr>
          <p:nvPr>
            <p:ph type="subTitle" idx="1"/>
          </p:nvPr>
        </p:nvSpPr>
        <p:spPr>
          <a:xfrm flipH="1">
            <a:off x="5323975" y="2371475"/>
            <a:ext cx="2820900" cy="10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b="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grpSp>
        <p:nvGrpSpPr>
          <p:cNvPr id="283" name="Google Shape;283;p22"/>
          <p:cNvGrpSpPr/>
          <p:nvPr/>
        </p:nvGrpSpPr>
        <p:grpSpPr>
          <a:xfrm>
            <a:off x="-1915893" y="-1293673"/>
            <a:ext cx="12841904" cy="8702593"/>
            <a:chOff x="-1915893" y="-1293673"/>
            <a:chExt cx="12841904" cy="8702593"/>
          </a:xfrm>
        </p:grpSpPr>
        <p:sp>
          <p:nvSpPr>
            <p:cNvPr id="284" name="Google Shape;284;p22"/>
            <p:cNvSpPr/>
            <p:nvPr/>
          </p:nvSpPr>
          <p:spPr>
            <a:xfrm rot="-5323114" flipH="1">
              <a:off x="6540307" y="-1672007"/>
              <a:ext cx="1735820" cy="4306927"/>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2"/>
            <p:cNvSpPr/>
            <p:nvPr/>
          </p:nvSpPr>
          <p:spPr>
            <a:xfrm rot="-5323114" flipH="1">
              <a:off x="6873159" y="-1870343"/>
              <a:ext cx="1735820" cy="4306927"/>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2"/>
            <p:cNvSpPr/>
            <p:nvPr/>
          </p:nvSpPr>
          <p:spPr>
            <a:xfrm rot="-5323114" flipH="1">
              <a:off x="7159916" y="-2025646"/>
              <a:ext cx="1735820" cy="4306927"/>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2"/>
            <p:cNvSpPr/>
            <p:nvPr/>
          </p:nvSpPr>
          <p:spPr>
            <a:xfrm rot="7937025">
              <a:off x="-335571" y="3103722"/>
              <a:ext cx="1813227" cy="3687005"/>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2"/>
            <p:cNvSpPr/>
            <p:nvPr/>
          </p:nvSpPr>
          <p:spPr>
            <a:xfrm rot="7937025">
              <a:off x="-199295" y="2858438"/>
              <a:ext cx="1813227" cy="3687005"/>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2"/>
            <p:cNvSpPr/>
            <p:nvPr/>
          </p:nvSpPr>
          <p:spPr>
            <a:xfrm rot="7937025">
              <a:off x="-22627" y="2613154"/>
              <a:ext cx="1813227" cy="3687005"/>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2"/>
            <p:cNvSpPr/>
            <p:nvPr/>
          </p:nvSpPr>
          <p:spPr>
            <a:xfrm rot="-5323114" flipH="1">
              <a:off x="7504066" y="-2269671"/>
              <a:ext cx="1735820" cy="4306927"/>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2"/>
            <p:cNvSpPr/>
            <p:nvPr/>
          </p:nvSpPr>
          <p:spPr>
            <a:xfrm rot="-5323114" flipH="1">
              <a:off x="7885766" y="-2531296"/>
              <a:ext cx="1735820" cy="4306927"/>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2"/>
            <p:cNvSpPr/>
            <p:nvPr/>
          </p:nvSpPr>
          <p:spPr>
            <a:xfrm rot="7937025">
              <a:off x="-598371" y="3391572"/>
              <a:ext cx="1813227" cy="3687005"/>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2"/>
            <p:cNvSpPr/>
            <p:nvPr/>
          </p:nvSpPr>
          <p:spPr>
            <a:xfrm rot="7937025">
              <a:off x="-848671" y="3654372"/>
              <a:ext cx="1813227" cy="3687005"/>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2"/>
            <p:cNvSpPr/>
            <p:nvPr/>
          </p:nvSpPr>
          <p:spPr>
            <a:xfrm rot="-1978367">
              <a:off x="-435894" y="-225135"/>
              <a:ext cx="1614534" cy="1245902"/>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2"/>
            <p:cNvSpPr/>
            <p:nvPr/>
          </p:nvSpPr>
          <p:spPr>
            <a:xfrm rot="-1978367">
              <a:off x="-570485" y="-422051"/>
              <a:ext cx="1614534" cy="1245902"/>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2"/>
            <p:cNvSpPr/>
            <p:nvPr/>
          </p:nvSpPr>
          <p:spPr>
            <a:xfrm rot="-1978367">
              <a:off x="-734945" y="-586540"/>
              <a:ext cx="1614534" cy="1245902"/>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344"/>
        <p:cNvGrpSpPr/>
        <p:nvPr/>
      </p:nvGrpSpPr>
      <p:grpSpPr>
        <a:xfrm>
          <a:off x="0" y="0"/>
          <a:ext cx="0" cy="0"/>
          <a:chOff x="0" y="0"/>
          <a:chExt cx="0" cy="0"/>
        </a:xfrm>
      </p:grpSpPr>
      <p:pic>
        <p:nvPicPr>
          <p:cNvPr id="345" name="Google Shape;345;p26"/>
          <p:cNvPicPr preferRelativeResize="0"/>
          <p:nvPr/>
        </p:nvPicPr>
        <p:blipFill>
          <a:blip r:embed="rId2">
            <a:alphaModFix amt="56000"/>
          </a:blip>
          <a:stretch>
            <a:fillRect/>
          </a:stretch>
        </p:blipFill>
        <p:spPr>
          <a:xfrm>
            <a:off x="0" y="0"/>
            <a:ext cx="9144000" cy="5143492"/>
          </a:xfrm>
          <a:prstGeom prst="rect">
            <a:avLst/>
          </a:prstGeom>
          <a:noFill/>
          <a:ln>
            <a:noFill/>
          </a:ln>
        </p:spPr>
      </p:pic>
      <p:grpSp>
        <p:nvGrpSpPr>
          <p:cNvPr id="346" name="Google Shape;346;p26"/>
          <p:cNvGrpSpPr/>
          <p:nvPr/>
        </p:nvGrpSpPr>
        <p:grpSpPr>
          <a:xfrm>
            <a:off x="1254025" y="617900"/>
            <a:ext cx="2250830" cy="3661147"/>
            <a:chOff x="526860" y="192691"/>
            <a:chExt cx="2068777" cy="3107670"/>
          </a:xfrm>
        </p:grpSpPr>
        <p:sp>
          <p:nvSpPr>
            <p:cNvPr id="347" name="Google Shape;347;p26"/>
            <p:cNvSpPr/>
            <p:nvPr/>
          </p:nvSpPr>
          <p:spPr>
            <a:xfrm>
              <a:off x="559981" y="226603"/>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6"/>
            <p:cNvSpPr/>
            <p:nvPr/>
          </p:nvSpPr>
          <p:spPr>
            <a:xfrm>
              <a:off x="526860" y="192691"/>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9" name="Google Shape;349;p26"/>
          <p:cNvSpPr txBox="1">
            <a:spLocks noGrp="1"/>
          </p:cNvSpPr>
          <p:nvPr>
            <p:ph type="ctrTitle"/>
          </p:nvPr>
        </p:nvSpPr>
        <p:spPr>
          <a:xfrm flipH="1">
            <a:off x="4578675" y="538000"/>
            <a:ext cx="3555000" cy="104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5700"/>
            </a:lvl1pPr>
            <a:lvl2pPr lvl="1" rtl="0">
              <a:spcBef>
                <a:spcPts val="0"/>
              </a:spcBef>
              <a:spcAft>
                <a:spcPts val="0"/>
              </a:spcAft>
              <a:buClr>
                <a:schemeClr val="dk2"/>
              </a:buClr>
              <a:buSzPts val="1800"/>
              <a:buNone/>
              <a:defRPr sz="1800">
                <a:solidFill>
                  <a:schemeClr val="dk2"/>
                </a:solidFill>
              </a:defRPr>
            </a:lvl2pPr>
            <a:lvl3pPr lvl="2" rtl="0">
              <a:spcBef>
                <a:spcPts val="0"/>
              </a:spcBef>
              <a:spcAft>
                <a:spcPts val="0"/>
              </a:spcAft>
              <a:buClr>
                <a:schemeClr val="dk2"/>
              </a:buClr>
              <a:buSzPts val="1800"/>
              <a:buNone/>
              <a:defRPr sz="1800">
                <a:solidFill>
                  <a:schemeClr val="dk2"/>
                </a:solidFill>
              </a:defRPr>
            </a:lvl3pPr>
            <a:lvl4pPr lvl="3" rtl="0">
              <a:spcBef>
                <a:spcPts val="0"/>
              </a:spcBef>
              <a:spcAft>
                <a:spcPts val="0"/>
              </a:spcAft>
              <a:buClr>
                <a:schemeClr val="dk2"/>
              </a:buClr>
              <a:buSzPts val="1800"/>
              <a:buNone/>
              <a:defRPr sz="1800">
                <a:solidFill>
                  <a:schemeClr val="dk2"/>
                </a:solidFill>
              </a:defRPr>
            </a:lvl4pPr>
            <a:lvl5pPr lvl="4" rtl="0">
              <a:spcBef>
                <a:spcPts val="0"/>
              </a:spcBef>
              <a:spcAft>
                <a:spcPts val="0"/>
              </a:spcAft>
              <a:buClr>
                <a:schemeClr val="dk2"/>
              </a:buClr>
              <a:buSzPts val="1800"/>
              <a:buNone/>
              <a:defRPr sz="1800">
                <a:solidFill>
                  <a:schemeClr val="dk2"/>
                </a:solidFill>
              </a:defRPr>
            </a:lvl5pPr>
            <a:lvl6pPr lvl="5" rtl="0">
              <a:spcBef>
                <a:spcPts val="0"/>
              </a:spcBef>
              <a:spcAft>
                <a:spcPts val="0"/>
              </a:spcAft>
              <a:buClr>
                <a:schemeClr val="dk2"/>
              </a:buClr>
              <a:buSzPts val="1800"/>
              <a:buNone/>
              <a:defRPr sz="1800">
                <a:solidFill>
                  <a:schemeClr val="dk2"/>
                </a:solidFill>
              </a:defRPr>
            </a:lvl6pPr>
            <a:lvl7pPr lvl="6" rtl="0">
              <a:spcBef>
                <a:spcPts val="0"/>
              </a:spcBef>
              <a:spcAft>
                <a:spcPts val="0"/>
              </a:spcAft>
              <a:buClr>
                <a:schemeClr val="dk2"/>
              </a:buClr>
              <a:buSzPts val="1800"/>
              <a:buNone/>
              <a:defRPr sz="1800">
                <a:solidFill>
                  <a:schemeClr val="dk2"/>
                </a:solidFill>
              </a:defRPr>
            </a:lvl7pPr>
            <a:lvl8pPr lvl="7" rtl="0">
              <a:spcBef>
                <a:spcPts val="0"/>
              </a:spcBef>
              <a:spcAft>
                <a:spcPts val="0"/>
              </a:spcAft>
              <a:buClr>
                <a:schemeClr val="dk2"/>
              </a:buClr>
              <a:buSzPts val="1800"/>
              <a:buNone/>
              <a:defRPr sz="1800">
                <a:solidFill>
                  <a:schemeClr val="dk2"/>
                </a:solidFill>
              </a:defRPr>
            </a:lvl8pPr>
            <a:lvl9pPr lvl="8" rtl="0">
              <a:spcBef>
                <a:spcPts val="0"/>
              </a:spcBef>
              <a:spcAft>
                <a:spcPts val="0"/>
              </a:spcAft>
              <a:buClr>
                <a:schemeClr val="dk2"/>
              </a:buClr>
              <a:buSzPts val="1800"/>
              <a:buNone/>
              <a:defRPr sz="1800">
                <a:solidFill>
                  <a:schemeClr val="dk2"/>
                </a:solidFill>
              </a:defRPr>
            </a:lvl9pPr>
          </a:lstStyle>
          <a:p>
            <a:endParaRPr/>
          </a:p>
        </p:txBody>
      </p:sp>
      <p:sp>
        <p:nvSpPr>
          <p:cNvPr id="350" name="Google Shape;350;p26"/>
          <p:cNvSpPr txBox="1">
            <a:spLocks noGrp="1"/>
          </p:cNvSpPr>
          <p:nvPr>
            <p:ph type="subTitle" idx="1"/>
          </p:nvPr>
        </p:nvSpPr>
        <p:spPr>
          <a:xfrm>
            <a:off x="4071375" y="1485975"/>
            <a:ext cx="4569600" cy="987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1" name="Google Shape;351;p26"/>
          <p:cNvSpPr/>
          <p:nvPr/>
        </p:nvSpPr>
        <p:spPr>
          <a:xfrm flipH="1">
            <a:off x="-106675" y="243650"/>
            <a:ext cx="9250675" cy="4975000"/>
          </a:xfrm>
          <a:custGeom>
            <a:avLst/>
            <a:gdLst/>
            <a:ahLst/>
            <a:cxnLst/>
            <a:rect l="l" t="t" r="r" b="b"/>
            <a:pathLst>
              <a:path w="370027" h="199000" extrusionOk="0">
                <a:moveTo>
                  <a:pt x="327362" y="0"/>
                </a:moveTo>
                <a:lnTo>
                  <a:pt x="0" y="40245"/>
                </a:lnTo>
                <a:lnTo>
                  <a:pt x="1017" y="198936"/>
                </a:lnTo>
                <a:lnTo>
                  <a:pt x="346121" y="199000"/>
                </a:lnTo>
                <a:lnTo>
                  <a:pt x="370027" y="199000"/>
                </a:lnTo>
                <a:lnTo>
                  <a:pt x="340364" y="8996"/>
                </a:lnTo>
                <a:close/>
              </a:path>
            </a:pathLst>
          </a:custGeom>
          <a:gradFill>
            <a:gsLst>
              <a:gs pos="0">
                <a:schemeClr val="dk2"/>
              </a:gs>
              <a:gs pos="100000">
                <a:srgbClr val="EBE0DD">
                  <a:alpha val="0"/>
                </a:srgbClr>
              </a:gs>
            </a:gsLst>
            <a:lin ang="5400012" scaled="0"/>
          </a:gradFill>
          <a:ln>
            <a:noFill/>
          </a:ln>
        </p:spPr>
        <p:txBody>
          <a:bodyPr/>
          <a:lstStyle/>
          <a:p>
            <a:endParaRPr lang="en-US"/>
          </a:p>
        </p:txBody>
      </p:sp>
      <p:grpSp>
        <p:nvGrpSpPr>
          <p:cNvPr id="352" name="Google Shape;352;p26"/>
          <p:cNvGrpSpPr/>
          <p:nvPr/>
        </p:nvGrpSpPr>
        <p:grpSpPr>
          <a:xfrm flipH="1">
            <a:off x="508027" y="-63500"/>
            <a:ext cx="468757" cy="550028"/>
            <a:chOff x="8114866" y="-63500"/>
            <a:chExt cx="468757" cy="550028"/>
          </a:xfrm>
        </p:grpSpPr>
        <p:sp>
          <p:nvSpPr>
            <p:cNvPr id="353" name="Google Shape;353;p26"/>
            <p:cNvSpPr/>
            <p:nvPr/>
          </p:nvSpPr>
          <p:spPr>
            <a:xfrm flipH="1">
              <a:off x="8422852" y="-63500"/>
              <a:ext cx="1325" cy="276813"/>
            </a:xfrm>
            <a:custGeom>
              <a:avLst/>
              <a:gdLst/>
              <a:ahLst/>
              <a:cxnLst/>
              <a:rect l="l" t="t" r="r" b="b"/>
              <a:pathLst>
                <a:path w="30" h="6267" extrusionOk="0">
                  <a:moveTo>
                    <a:pt x="15" y="0"/>
                  </a:moveTo>
                  <a:cubicBezTo>
                    <a:pt x="0" y="0"/>
                    <a:pt x="0" y="1391"/>
                    <a:pt x="0" y="3133"/>
                  </a:cubicBezTo>
                  <a:cubicBezTo>
                    <a:pt x="0" y="4875"/>
                    <a:pt x="0" y="6266"/>
                    <a:pt x="15" y="6266"/>
                  </a:cubicBezTo>
                  <a:cubicBezTo>
                    <a:pt x="29" y="6266"/>
                    <a:pt x="29" y="4846"/>
                    <a:pt x="29" y="3133"/>
                  </a:cubicBezTo>
                  <a:cubicBezTo>
                    <a:pt x="29" y="1391"/>
                    <a:pt x="29" y="0"/>
                    <a:pt x="15" y="0"/>
                  </a:cubicBez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6"/>
            <p:cNvSpPr/>
            <p:nvPr/>
          </p:nvSpPr>
          <p:spPr>
            <a:xfrm rot="2003650" flipH="1">
              <a:off x="8142936" y="165846"/>
              <a:ext cx="412618" cy="225767"/>
            </a:xfrm>
            <a:custGeom>
              <a:avLst/>
              <a:gdLst/>
              <a:ahLst/>
              <a:cxnLst/>
              <a:rect l="l" t="t" r="r" b="b"/>
              <a:pathLst>
                <a:path w="9341" h="5111" extrusionOk="0">
                  <a:moveTo>
                    <a:pt x="3631" y="1"/>
                  </a:moveTo>
                  <a:lnTo>
                    <a:pt x="3631" y="1172"/>
                  </a:lnTo>
                  <a:lnTo>
                    <a:pt x="0" y="5110"/>
                  </a:lnTo>
                  <a:lnTo>
                    <a:pt x="9340" y="4686"/>
                  </a:lnTo>
                  <a:lnTo>
                    <a:pt x="4670" y="1172"/>
                  </a:lnTo>
                  <a:lnTo>
                    <a:pt x="467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5" name="Google Shape;355;p26"/>
          <p:cNvSpPr/>
          <p:nvPr/>
        </p:nvSpPr>
        <p:spPr>
          <a:xfrm rot="7937037">
            <a:off x="7881158" y="-11928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6"/>
          <p:cNvSpPr/>
          <p:nvPr/>
        </p:nvSpPr>
        <p:spPr>
          <a:xfrm rot="7937037">
            <a:off x="8009108" y="-14231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6"/>
          <p:cNvSpPr/>
          <p:nvPr/>
        </p:nvSpPr>
        <p:spPr>
          <a:xfrm rot="7937037">
            <a:off x="8174983" y="-16534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6"/>
          <p:cNvSpPr/>
          <p:nvPr/>
        </p:nvSpPr>
        <p:spPr>
          <a:xfrm rot="6124618">
            <a:off x="-467752" y="410413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6"/>
          <p:cNvSpPr/>
          <p:nvPr/>
        </p:nvSpPr>
        <p:spPr>
          <a:xfrm rot="6124618">
            <a:off x="-621277" y="423848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6"/>
          <p:cNvSpPr/>
          <p:nvPr/>
        </p:nvSpPr>
        <p:spPr>
          <a:xfrm rot="6124618">
            <a:off x="-781227" y="4417614"/>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1" name="Google Shape;361;p26"/>
          <p:cNvGrpSpPr/>
          <p:nvPr/>
        </p:nvGrpSpPr>
        <p:grpSpPr>
          <a:xfrm>
            <a:off x="8326275" y="3463982"/>
            <a:ext cx="727535" cy="1710819"/>
            <a:chOff x="8416475" y="3483007"/>
            <a:chExt cx="727535" cy="1710819"/>
          </a:xfrm>
        </p:grpSpPr>
        <p:sp>
          <p:nvSpPr>
            <p:cNvPr id="362" name="Google Shape;362;p26"/>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6"/>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6"/>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366"/>
        <p:cNvGrpSpPr/>
        <p:nvPr/>
      </p:nvGrpSpPr>
      <p:grpSpPr>
        <a:xfrm>
          <a:off x="0" y="0"/>
          <a:ext cx="0" cy="0"/>
          <a:chOff x="0" y="0"/>
          <a:chExt cx="0" cy="0"/>
        </a:xfrm>
      </p:grpSpPr>
      <p:pic>
        <p:nvPicPr>
          <p:cNvPr id="367" name="Google Shape;367;p27"/>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368" name="Google Shape;368;p27"/>
          <p:cNvSpPr/>
          <p:nvPr/>
        </p:nvSpPr>
        <p:spPr>
          <a:xfrm rot="-1577317">
            <a:off x="-770925" y="3464303"/>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7"/>
          <p:cNvSpPr/>
          <p:nvPr/>
        </p:nvSpPr>
        <p:spPr>
          <a:xfrm rot="-1577317">
            <a:off x="-902261" y="362977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7"/>
          <p:cNvSpPr/>
          <p:nvPr/>
        </p:nvSpPr>
        <p:spPr>
          <a:xfrm rot="-1577317">
            <a:off x="-1048197" y="381364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7"/>
          <p:cNvSpPr/>
          <p:nvPr/>
        </p:nvSpPr>
        <p:spPr>
          <a:xfrm rot="9222683">
            <a:off x="7437778" y="-797705"/>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7"/>
          <p:cNvSpPr/>
          <p:nvPr/>
        </p:nvSpPr>
        <p:spPr>
          <a:xfrm rot="9222683">
            <a:off x="7569115" y="-963179"/>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7"/>
          <p:cNvSpPr/>
          <p:nvPr/>
        </p:nvSpPr>
        <p:spPr>
          <a:xfrm rot="9222683">
            <a:off x="7715050" y="-1147047"/>
            <a:ext cx="2293413" cy="2349882"/>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7"/>
          <p:cNvSpPr/>
          <p:nvPr/>
        </p:nvSpPr>
        <p:spPr>
          <a:xfrm rot="-1978372">
            <a:off x="-449335" y="-29241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7"/>
          <p:cNvSpPr/>
          <p:nvPr/>
        </p:nvSpPr>
        <p:spPr>
          <a:xfrm rot="-1978372">
            <a:off x="-563785" y="-459869"/>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7"/>
          <p:cNvSpPr/>
          <p:nvPr/>
        </p:nvSpPr>
        <p:spPr>
          <a:xfrm rot="-1978372">
            <a:off x="-703635" y="-599744"/>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7"/>
          <p:cNvSpPr/>
          <p:nvPr/>
        </p:nvSpPr>
        <p:spPr>
          <a:xfrm rot="8821628">
            <a:off x="7973415" y="428418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7"/>
          <p:cNvSpPr/>
          <p:nvPr/>
        </p:nvSpPr>
        <p:spPr>
          <a:xfrm rot="8821628">
            <a:off x="8087865" y="44516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7"/>
          <p:cNvSpPr/>
          <p:nvPr/>
        </p:nvSpPr>
        <p:spPr>
          <a:xfrm rot="8821628">
            <a:off x="8227715" y="45915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380"/>
        <p:cNvGrpSpPr/>
        <p:nvPr/>
      </p:nvGrpSpPr>
      <p:grpSpPr>
        <a:xfrm>
          <a:off x="0" y="0"/>
          <a:ext cx="0" cy="0"/>
          <a:chOff x="0" y="0"/>
          <a:chExt cx="0" cy="0"/>
        </a:xfrm>
      </p:grpSpPr>
      <p:pic>
        <p:nvPicPr>
          <p:cNvPr id="381" name="Google Shape;381;p28"/>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382" name="Google Shape;382;p28"/>
          <p:cNvSpPr/>
          <p:nvPr/>
        </p:nvSpPr>
        <p:spPr>
          <a:xfrm>
            <a:off x="-421100" y="-166425"/>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cap="flat" cmpd="sng">
            <a:solidFill>
              <a:schemeClr val="accent3"/>
            </a:solidFill>
            <a:prstDash val="solid"/>
            <a:round/>
            <a:headEnd type="none" w="med" len="med"/>
            <a:tailEnd type="none" w="med" len="med"/>
          </a:ln>
        </p:spPr>
        <p:txBody>
          <a:bodyPr/>
          <a:lstStyle/>
          <a:p>
            <a:endParaRPr lang="en-US"/>
          </a:p>
        </p:txBody>
      </p:sp>
      <p:sp>
        <p:nvSpPr>
          <p:cNvPr id="383" name="Google Shape;383;p28"/>
          <p:cNvSpPr/>
          <p:nvPr/>
        </p:nvSpPr>
        <p:spPr>
          <a:xfrm>
            <a:off x="-611850" y="-323487"/>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384" name="Google Shape;384;p28"/>
          <p:cNvSpPr/>
          <p:nvPr/>
        </p:nvSpPr>
        <p:spPr>
          <a:xfrm>
            <a:off x="-799075" y="-4271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cap="flat" cmpd="sng">
            <a:solidFill>
              <a:schemeClr val="accent3"/>
            </a:solidFill>
            <a:prstDash val="solid"/>
            <a:round/>
            <a:headEnd type="none" w="med" len="med"/>
            <a:tailEnd type="none" w="med" len="med"/>
          </a:ln>
        </p:spPr>
        <p:txBody>
          <a:bodyPr/>
          <a:lstStyle/>
          <a:p>
            <a:endParaRPr lang="en-US"/>
          </a:p>
        </p:txBody>
      </p:sp>
      <p:sp>
        <p:nvSpPr>
          <p:cNvPr id="385" name="Google Shape;385;p28"/>
          <p:cNvSpPr/>
          <p:nvPr/>
        </p:nvSpPr>
        <p:spPr>
          <a:xfrm flipH="1">
            <a:off x="7517000" y="-1982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28575" cap="flat" cmpd="sng">
            <a:solidFill>
              <a:schemeClr val="accent3"/>
            </a:solidFill>
            <a:prstDash val="solid"/>
            <a:round/>
            <a:headEnd type="none" w="med" len="med"/>
            <a:tailEnd type="none" w="med" len="med"/>
          </a:ln>
        </p:spPr>
        <p:txBody>
          <a:bodyPr/>
          <a:lstStyle/>
          <a:p>
            <a:endParaRPr lang="en-US"/>
          </a:p>
        </p:txBody>
      </p:sp>
      <p:sp>
        <p:nvSpPr>
          <p:cNvPr id="386" name="Google Shape;386;p28"/>
          <p:cNvSpPr/>
          <p:nvPr/>
        </p:nvSpPr>
        <p:spPr>
          <a:xfrm flipH="1">
            <a:off x="7745875" y="-350775"/>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387" name="Google Shape;387;p28"/>
          <p:cNvSpPr/>
          <p:nvPr/>
        </p:nvSpPr>
        <p:spPr>
          <a:xfrm flipH="1">
            <a:off x="7926750" y="-427100"/>
            <a:ext cx="1894650" cy="1722975"/>
          </a:xfrm>
          <a:custGeom>
            <a:avLst/>
            <a:gdLst/>
            <a:ahLst/>
            <a:cxnLst/>
            <a:rect l="l" t="t" r="r" b="b"/>
            <a:pathLst>
              <a:path w="75786" h="68919" extrusionOk="0">
                <a:moveTo>
                  <a:pt x="75786" y="0"/>
                </a:moveTo>
                <a:cubicBezTo>
                  <a:pt x="68054" y="0"/>
                  <a:pt x="59592" y="1465"/>
                  <a:pt x="53406" y="6104"/>
                </a:cubicBezTo>
                <a:cubicBezTo>
                  <a:pt x="48923" y="9466"/>
                  <a:pt x="52126" y="17318"/>
                  <a:pt x="50354" y="22634"/>
                </a:cubicBezTo>
                <a:cubicBezTo>
                  <a:pt x="48520" y="28136"/>
                  <a:pt x="40440" y="28951"/>
                  <a:pt x="36621" y="33315"/>
                </a:cubicBezTo>
                <a:cubicBezTo>
                  <a:pt x="31262" y="39439"/>
                  <a:pt x="40518" y="50584"/>
                  <a:pt x="36621" y="57729"/>
                </a:cubicBezTo>
                <a:cubicBezTo>
                  <a:pt x="32880" y="64589"/>
                  <a:pt x="23836" y="68919"/>
                  <a:pt x="16022" y="68919"/>
                </a:cubicBezTo>
                <a:cubicBezTo>
                  <a:pt x="10601" y="68919"/>
                  <a:pt x="5421" y="66122"/>
                  <a:pt x="0" y="66122"/>
                </a:cubicBezTo>
              </a:path>
            </a:pathLst>
          </a:custGeom>
          <a:noFill/>
          <a:ln w="9525" cap="flat" cmpd="sng">
            <a:solidFill>
              <a:schemeClr val="accent3"/>
            </a:solidFill>
            <a:prstDash val="solid"/>
            <a:round/>
            <a:headEnd type="none" w="med" len="med"/>
            <a:tailEnd type="none" w="med" len="med"/>
          </a:ln>
        </p:spPr>
        <p:txBody>
          <a:bodyPr/>
          <a:lstStyle/>
          <a:p>
            <a:endParaRPr lang="en-US"/>
          </a:p>
        </p:txBody>
      </p:sp>
      <p:sp>
        <p:nvSpPr>
          <p:cNvPr id="388" name="Google Shape;388;p28"/>
          <p:cNvSpPr/>
          <p:nvPr/>
        </p:nvSpPr>
        <p:spPr>
          <a:xfrm rot="-8821628" flipH="1">
            <a:off x="-330435" y="435300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8"/>
          <p:cNvSpPr/>
          <p:nvPr/>
        </p:nvSpPr>
        <p:spPr>
          <a:xfrm rot="-8821628" flipH="1">
            <a:off x="-444885" y="4520456"/>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8"/>
          <p:cNvSpPr/>
          <p:nvPr/>
        </p:nvSpPr>
        <p:spPr>
          <a:xfrm rot="-8821628" flipH="1">
            <a:off x="-584735" y="4660331"/>
            <a:ext cx="1372933" cy="1059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320"/>
        <p:cNvGrpSpPr/>
        <p:nvPr/>
      </p:nvGrpSpPr>
      <p:grpSpPr>
        <a:xfrm>
          <a:off x="0" y="0"/>
          <a:ext cx="0" cy="0"/>
          <a:chOff x="0" y="0"/>
          <a:chExt cx="0" cy="0"/>
        </a:xfrm>
      </p:grpSpPr>
      <p:pic>
        <p:nvPicPr>
          <p:cNvPr id="321" name="Google Shape;321;p24"/>
          <p:cNvPicPr preferRelativeResize="0"/>
          <p:nvPr/>
        </p:nvPicPr>
        <p:blipFill>
          <a:blip r:embed="rId2">
            <a:alphaModFix amt="42000"/>
          </a:blip>
          <a:stretch>
            <a:fillRect/>
          </a:stretch>
        </p:blipFill>
        <p:spPr>
          <a:xfrm>
            <a:off x="0" y="0"/>
            <a:ext cx="9144000" cy="5143492"/>
          </a:xfrm>
          <a:prstGeom prst="rect">
            <a:avLst/>
          </a:prstGeom>
          <a:noFill/>
          <a:ln>
            <a:noFill/>
          </a:ln>
        </p:spPr>
      </p:pic>
      <p:sp>
        <p:nvSpPr>
          <p:cNvPr id="322" name="Google Shape;322;p24"/>
          <p:cNvSpPr txBox="1">
            <a:spLocks noGrp="1"/>
          </p:cNvSpPr>
          <p:nvPr>
            <p:ph type="title"/>
          </p:nvPr>
        </p:nvSpPr>
        <p:spPr>
          <a:xfrm>
            <a:off x="720000" y="445025"/>
            <a:ext cx="7752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3" name="Google Shape;323;p24"/>
          <p:cNvSpPr txBox="1">
            <a:spLocks noGrp="1"/>
          </p:cNvSpPr>
          <p:nvPr>
            <p:ph type="ctrTitle" idx="2"/>
          </p:nvPr>
        </p:nvSpPr>
        <p:spPr>
          <a:xfrm flipH="1">
            <a:off x="747275" y="2097000"/>
            <a:ext cx="2043300" cy="5778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None/>
              <a:defRPr sz="2000"/>
            </a:lvl1pPr>
            <a:lvl2pPr lvl="1"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2pPr>
            <a:lvl3pPr lvl="2"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3pPr>
            <a:lvl4pPr lvl="3"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4pPr>
            <a:lvl5pPr lvl="4"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5pPr>
            <a:lvl6pPr lvl="5"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6pPr>
            <a:lvl7pPr lvl="6"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7pPr>
            <a:lvl8pPr lvl="7"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8pPr>
            <a:lvl9pPr lvl="8" algn="ctr" rtl="0">
              <a:spcBef>
                <a:spcPts val="0"/>
              </a:spcBef>
              <a:spcAft>
                <a:spcPts val="0"/>
              </a:spcAft>
              <a:buClr>
                <a:schemeClr val="dk2"/>
              </a:buClr>
              <a:buSzPts val="1800"/>
              <a:buFont typeface="Gaegu"/>
              <a:buNone/>
              <a:defRPr sz="1800" b="1">
                <a:solidFill>
                  <a:schemeClr val="dk2"/>
                </a:solidFill>
                <a:latin typeface="Gaegu"/>
                <a:ea typeface="Gaegu"/>
                <a:cs typeface="Gaegu"/>
                <a:sym typeface="Gaegu"/>
              </a:defRPr>
            </a:lvl9pPr>
          </a:lstStyle>
          <a:p>
            <a:endParaRPr/>
          </a:p>
        </p:txBody>
      </p:sp>
      <p:sp>
        <p:nvSpPr>
          <p:cNvPr id="324" name="Google Shape;324;p24"/>
          <p:cNvSpPr txBox="1">
            <a:spLocks noGrp="1"/>
          </p:cNvSpPr>
          <p:nvPr>
            <p:ph type="subTitle" idx="1"/>
          </p:nvPr>
        </p:nvSpPr>
        <p:spPr>
          <a:xfrm flipH="1">
            <a:off x="626700" y="2558000"/>
            <a:ext cx="3945300" cy="892800"/>
          </a:xfrm>
          <a:prstGeom prst="rect">
            <a:avLst/>
          </a:prstGeom>
        </p:spPr>
        <p:txBody>
          <a:bodyPr spcFirstLastPara="1" wrap="square" lIns="91425" tIns="91425" rIns="91425" bIns="91425" anchor="t" anchorCtr="0">
            <a:noAutofit/>
          </a:bodyPr>
          <a:lstStyle>
            <a:lvl1pPr lvl="0" rtl="0">
              <a:lnSpc>
                <a:spcPct val="100000"/>
              </a:lnSpc>
              <a:spcBef>
                <a:spcPts val="1200"/>
              </a:spcBef>
              <a:spcAft>
                <a:spcPts val="0"/>
              </a:spcAft>
              <a:buClr>
                <a:schemeClr val="lt2"/>
              </a:buClr>
              <a:buSzPts val="1200"/>
              <a:buChar char="●"/>
              <a:defRPr sz="1400" b="0"/>
            </a:lvl1pPr>
            <a:lvl2pPr lvl="1" algn="ctr" rtl="0">
              <a:lnSpc>
                <a:spcPct val="100000"/>
              </a:lnSpc>
              <a:spcBef>
                <a:spcPts val="0"/>
              </a:spcBef>
              <a:spcAft>
                <a:spcPts val="0"/>
              </a:spcAft>
              <a:buSzPts val="1400"/>
              <a:buChar char="○"/>
              <a:defRPr sz="1000"/>
            </a:lvl2pPr>
            <a:lvl3pPr lvl="2" algn="ctr" rtl="0">
              <a:lnSpc>
                <a:spcPct val="100000"/>
              </a:lnSpc>
              <a:spcBef>
                <a:spcPts val="0"/>
              </a:spcBef>
              <a:spcAft>
                <a:spcPts val="0"/>
              </a:spcAft>
              <a:buSzPts val="1400"/>
              <a:buChar char="■"/>
              <a:defRPr sz="1000"/>
            </a:lvl3pPr>
            <a:lvl4pPr lvl="3" algn="ctr" rtl="0">
              <a:lnSpc>
                <a:spcPct val="100000"/>
              </a:lnSpc>
              <a:spcBef>
                <a:spcPts val="0"/>
              </a:spcBef>
              <a:spcAft>
                <a:spcPts val="0"/>
              </a:spcAft>
              <a:buSzPts val="1400"/>
              <a:buChar char="●"/>
              <a:defRPr sz="1000"/>
            </a:lvl4pPr>
            <a:lvl5pPr lvl="4" algn="ctr" rtl="0">
              <a:lnSpc>
                <a:spcPct val="100000"/>
              </a:lnSpc>
              <a:spcBef>
                <a:spcPts val="0"/>
              </a:spcBef>
              <a:spcAft>
                <a:spcPts val="0"/>
              </a:spcAft>
              <a:buSzPts val="1400"/>
              <a:buChar char="○"/>
              <a:defRPr sz="1000"/>
            </a:lvl5pPr>
            <a:lvl6pPr lvl="5" algn="ctr" rtl="0">
              <a:lnSpc>
                <a:spcPct val="100000"/>
              </a:lnSpc>
              <a:spcBef>
                <a:spcPts val="0"/>
              </a:spcBef>
              <a:spcAft>
                <a:spcPts val="0"/>
              </a:spcAft>
              <a:buSzPts val="1400"/>
              <a:buChar char="■"/>
              <a:defRPr sz="1000"/>
            </a:lvl6pPr>
            <a:lvl7pPr lvl="6" algn="ctr" rtl="0">
              <a:lnSpc>
                <a:spcPct val="100000"/>
              </a:lnSpc>
              <a:spcBef>
                <a:spcPts val="0"/>
              </a:spcBef>
              <a:spcAft>
                <a:spcPts val="0"/>
              </a:spcAft>
              <a:buSzPts val="1400"/>
              <a:buChar char="●"/>
              <a:defRPr sz="1000"/>
            </a:lvl7pPr>
            <a:lvl8pPr lvl="7" algn="ctr" rtl="0">
              <a:lnSpc>
                <a:spcPct val="100000"/>
              </a:lnSpc>
              <a:spcBef>
                <a:spcPts val="0"/>
              </a:spcBef>
              <a:spcAft>
                <a:spcPts val="0"/>
              </a:spcAft>
              <a:buSzPts val="1400"/>
              <a:buChar char="○"/>
              <a:defRPr sz="1000"/>
            </a:lvl8pPr>
            <a:lvl9pPr lvl="8" algn="ctr" rtl="0">
              <a:lnSpc>
                <a:spcPct val="100000"/>
              </a:lnSpc>
              <a:spcBef>
                <a:spcPts val="0"/>
              </a:spcBef>
              <a:spcAft>
                <a:spcPts val="0"/>
              </a:spcAft>
              <a:buSzPts val="1400"/>
              <a:buChar char="■"/>
              <a:defRPr sz="1000"/>
            </a:lvl9pPr>
          </a:lstStyle>
          <a:p>
            <a:endParaRPr/>
          </a:p>
        </p:txBody>
      </p:sp>
      <p:sp>
        <p:nvSpPr>
          <p:cNvPr id="325" name="Google Shape;325;p24"/>
          <p:cNvSpPr/>
          <p:nvPr/>
        </p:nvSpPr>
        <p:spPr>
          <a:xfrm rot="7937037">
            <a:off x="7881158" y="-11928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4"/>
          <p:cNvSpPr/>
          <p:nvPr/>
        </p:nvSpPr>
        <p:spPr>
          <a:xfrm rot="7937037">
            <a:off x="8009108" y="-14231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4"/>
          <p:cNvSpPr/>
          <p:nvPr/>
        </p:nvSpPr>
        <p:spPr>
          <a:xfrm rot="7937037">
            <a:off x="8174983" y="-1653455"/>
            <a:ext cx="1702433" cy="3461716"/>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4"/>
          <p:cNvSpPr/>
          <p:nvPr/>
        </p:nvSpPr>
        <p:spPr>
          <a:xfrm rot="6124618">
            <a:off x="-467752" y="410413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4"/>
          <p:cNvSpPr/>
          <p:nvPr/>
        </p:nvSpPr>
        <p:spPr>
          <a:xfrm rot="6124618">
            <a:off x="-621277" y="4238489"/>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4"/>
          <p:cNvSpPr/>
          <p:nvPr/>
        </p:nvSpPr>
        <p:spPr>
          <a:xfrm rot="6124618">
            <a:off x="-781227" y="4417614"/>
            <a:ext cx="1574274" cy="1684981"/>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3676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Archivo Black"/>
              <a:buNone/>
              <a:defRPr sz="2800">
                <a:solidFill>
                  <a:schemeClr val="dk1"/>
                </a:solidFill>
                <a:latin typeface="Archivo Black"/>
                <a:ea typeface="Archivo Black"/>
                <a:cs typeface="Archivo Black"/>
                <a:sym typeface="Archivo Black"/>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Karla"/>
              <a:buChar char="●"/>
              <a:defRPr sz="1800">
                <a:solidFill>
                  <a:schemeClr val="dk1"/>
                </a:solidFill>
                <a:latin typeface="Karla"/>
                <a:ea typeface="Karla"/>
                <a:cs typeface="Karla"/>
                <a:sym typeface="Karla"/>
              </a:defRPr>
            </a:lvl1pPr>
            <a:lvl2pPr marL="914400" lvl="1"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00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79" r:id="rId17"/>
    <p:sldLayoutId id="2147483680" r:id="rId18"/>
    <p:sldLayoutId id="2147483666" r:id="rId19"/>
    <p:sldLayoutId id="2147483667" r:id="rId20"/>
    <p:sldLayoutId id="2147483668" r:id="rId21"/>
    <p:sldLayoutId id="2147483672" r:id="rId22"/>
    <p:sldLayoutId id="2147483673" r:id="rId23"/>
    <p:sldLayoutId id="2147483674" r:id="rId24"/>
    <p:sldLayoutId id="2147483678"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slide" Target="slide100.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hyperlink" Target="https://docs.google.com/spreadsheets/d/1j81ik6wrW7h8cLwqjZTc92lArB2gOXza4fDwrpT84gs/copy" TargetMode="External"/><Relationship Id="rId2" Type="http://schemas.openxmlformats.org/officeDocument/2006/relationships/notesSlide" Target="../notesSlides/notesSlide19.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grpSp>
        <p:nvGrpSpPr>
          <p:cNvPr id="401" name="Google Shape;401;p32"/>
          <p:cNvGrpSpPr/>
          <p:nvPr/>
        </p:nvGrpSpPr>
        <p:grpSpPr>
          <a:xfrm>
            <a:off x="548538" y="772608"/>
            <a:ext cx="1674275" cy="2948924"/>
            <a:chOff x="568922" y="401363"/>
            <a:chExt cx="1926668" cy="3393468"/>
          </a:xfrm>
        </p:grpSpPr>
        <p:sp>
          <p:nvSpPr>
            <p:cNvPr id="402" name="Google Shape;402;p32"/>
            <p:cNvSpPr/>
            <p:nvPr/>
          </p:nvSpPr>
          <p:spPr>
            <a:xfrm>
              <a:off x="599768" y="438391"/>
              <a:ext cx="1885494" cy="3298824"/>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2"/>
            <p:cNvSpPr/>
            <p:nvPr/>
          </p:nvSpPr>
          <p:spPr>
            <a:xfrm>
              <a:off x="568922" y="401363"/>
              <a:ext cx="1926668" cy="3393468"/>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 name="Google Shape;404;p32"/>
          <p:cNvGrpSpPr/>
          <p:nvPr/>
        </p:nvGrpSpPr>
        <p:grpSpPr>
          <a:xfrm>
            <a:off x="2369288" y="737251"/>
            <a:ext cx="1674275" cy="2948924"/>
            <a:chOff x="2664147" y="360675"/>
            <a:chExt cx="1926668" cy="3393468"/>
          </a:xfrm>
        </p:grpSpPr>
        <p:sp>
          <p:nvSpPr>
            <p:cNvPr id="405" name="Google Shape;405;p32"/>
            <p:cNvSpPr/>
            <p:nvPr/>
          </p:nvSpPr>
          <p:spPr>
            <a:xfrm>
              <a:off x="2694993" y="430741"/>
              <a:ext cx="1885494" cy="3298824"/>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2"/>
            <p:cNvSpPr/>
            <p:nvPr/>
          </p:nvSpPr>
          <p:spPr>
            <a:xfrm>
              <a:off x="2664147" y="360675"/>
              <a:ext cx="1926668" cy="3393468"/>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8" name="Google Shape;408;p32"/>
          <p:cNvGrpSpPr/>
          <p:nvPr/>
        </p:nvGrpSpPr>
        <p:grpSpPr>
          <a:xfrm>
            <a:off x="3114991" y="1404393"/>
            <a:ext cx="475652" cy="456678"/>
            <a:chOff x="3522263" y="1128388"/>
            <a:chExt cx="547356" cy="525522"/>
          </a:xfrm>
        </p:grpSpPr>
        <p:sp>
          <p:nvSpPr>
            <p:cNvPr id="409" name="Google Shape;409;p32"/>
            <p:cNvSpPr/>
            <p:nvPr/>
          </p:nvSpPr>
          <p:spPr>
            <a:xfrm>
              <a:off x="3522263" y="1128388"/>
              <a:ext cx="547356" cy="482144"/>
            </a:xfrm>
            <a:custGeom>
              <a:avLst/>
              <a:gdLst/>
              <a:ahLst/>
              <a:cxnLst/>
              <a:rect l="l" t="t" r="r" b="b"/>
              <a:pathLst>
                <a:path w="5945" h="5237" extrusionOk="0">
                  <a:moveTo>
                    <a:pt x="2969" y="0"/>
                  </a:moveTo>
                  <a:cubicBezTo>
                    <a:pt x="2633" y="0"/>
                    <a:pt x="2291" y="65"/>
                    <a:pt x="1962" y="203"/>
                  </a:cubicBezTo>
                  <a:cubicBezTo>
                    <a:pt x="630" y="759"/>
                    <a:pt x="1" y="2296"/>
                    <a:pt x="557" y="3628"/>
                  </a:cubicBezTo>
                  <a:cubicBezTo>
                    <a:pt x="976" y="4632"/>
                    <a:pt x="1943" y="5236"/>
                    <a:pt x="2970" y="5236"/>
                  </a:cubicBezTo>
                  <a:cubicBezTo>
                    <a:pt x="3306" y="5236"/>
                    <a:pt x="3650" y="5171"/>
                    <a:pt x="3983" y="5034"/>
                  </a:cubicBezTo>
                  <a:cubicBezTo>
                    <a:pt x="5315" y="4477"/>
                    <a:pt x="5944" y="2940"/>
                    <a:pt x="5388" y="1608"/>
                  </a:cubicBezTo>
                  <a:cubicBezTo>
                    <a:pt x="4969" y="605"/>
                    <a:pt x="3994" y="0"/>
                    <a:pt x="29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2"/>
            <p:cNvSpPr/>
            <p:nvPr/>
          </p:nvSpPr>
          <p:spPr>
            <a:xfrm>
              <a:off x="3592330" y="1544628"/>
              <a:ext cx="125491" cy="109281"/>
            </a:xfrm>
            <a:custGeom>
              <a:avLst/>
              <a:gdLst/>
              <a:ahLst/>
              <a:cxnLst/>
              <a:rect l="l" t="t" r="r" b="b"/>
              <a:pathLst>
                <a:path w="1363" h="1187" extrusionOk="0">
                  <a:moveTo>
                    <a:pt x="396" y="0"/>
                  </a:moveTo>
                  <a:lnTo>
                    <a:pt x="1" y="1186"/>
                  </a:lnTo>
                  <a:lnTo>
                    <a:pt x="1362" y="527"/>
                  </a:lnTo>
                  <a:lnTo>
                    <a:pt x="39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2"/>
            <p:cNvSpPr/>
            <p:nvPr/>
          </p:nvSpPr>
          <p:spPr>
            <a:xfrm>
              <a:off x="3715861" y="1249930"/>
              <a:ext cx="152111" cy="239073"/>
            </a:xfrm>
            <a:custGeom>
              <a:avLst/>
              <a:gdLst/>
              <a:ahLst/>
              <a:cxnLst/>
              <a:rect l="l" t="t" r="r" b="b"/>
              <a:pathLst>
                <a:path w="1230" h="1933" extrusionOk="0">
                  <a:moveTo>
                    <a:pt x="542" y="483"/>
                  </a:moveTo>
                  <a:lnTo>
                    <a:pt x="542" y="791"/>
                  </a:lnTo>
                  <a:cubicBezTo>
                    <a:pt x="498" y="776"/>
                    <a:pt x="439" y="732"/>
                    <a:pt x="425" y="717"/>
                  </a:cubicBezTo>
                  <a:cubicBezTo>
                    <a:pt x="410" y="703"/>
                    <a:pt x="395" y="659"/>
                    <a:pt x="395" y="630"/>
                  </a:cubicBezTo>
                  <a:cubicBezTo>
                    <a:pt x="395" y="571"/>
                    <a:pt x="410" y="542"/>
                    <a:pt x="425" y="512"/>
                  </a:cubicBezTo>
                  <a:cubicBezTo>
                    <a:pt x="439" y="498"/>
                    <a:pt x="483" y="483"/>
                    <a:pt x="542" y="483"/>
                  </a:cubicBezTo>
                  <a:close/>
                  <a:moveTo>
                    <a:pt x="630" y="1157"/>
                  </a:moveTo>
                  <a:cubicBezTo>
                    <a:pt x="688" y="1171"/>
                    <a:pt x="717" y="1215"/>
                    <a:pt x="761" y="1230"/>
                  </a:cubicBezTo>
                  <a:cubicBezTo>
                    <a:pt x="776" y="1244"/>
                    <a:pt x="791" y="1288"/>
                    <a:pt x="791" y="1318"/>
                  </a:cubicBezTo>
                  <a:cubicBezTo>
                    <a:pt x="791" y="1376"/>
                    <a:pt x="791" y="1391"/>
                    <a:pt x="761" y="1435"/>
                  </a:cubicBezTo>
                  <a:cubicBezTo>
                    <a:pt x="732" y="1464"/>
                    <a:pt x="703" y="1493"/>
                    <a:pt x="630" y="1493"/>
                  </a:cubicBezTo>
                  <a:lnTo>
                    <a:pt x="630" y="1157"/>
                  </a:lnTo>
                  <a:close/>
                  <a:moveTo>
                    <a:pt x="556" y="0"/>
                  </a:moveTo>
                  <a:lnTo>
                    <a:pt x="556" y="190"/>
                  </a:lnTo>
                  <a:cubicBezTo>
                    <a:pt x="469" y="190"/>
                    <a:pt x="366" y="205"/>
                    <a:pt x="278" y="249"/>
                  </a:cubicBezTo>
                  <a:cubicBezTo>
                    <a:pt x="190" y="278"/>
                    <a:pt x="132" y="322"/>
                    <a:pt x="73" y="395"/>
                  </a:cubicBezTo>
                  <a:cubicBezTo>
                    <a:pt x="29" y="468"/>
                    <a:pt x="0" y="542"/>
                    <a:pt x="0" y="630"/>
                  </a:cubicBezTo>
                  <a:cubicBezTo>
                    <a:pt x="0" y="717"/>
                    <a:pt x="44" y="805"/>
                    <a:pt x="73" y="864"/>
                  </a:cubicBezTo>
                  <a:cubicBezTo>
                    <a:pt x="117" y="922"/>
                    <a:pt x="176" y="952"/>
                    <a:pt x="249" y="996"/>
                  </a:cubicBezTo>
                  <a:cubicBezTo>
                    <a:pt x="322" y="1025"/>
                    <a:pt x="395" y="1054"/>
                    <a:pt x="498" y="1083"/>
                  </a:cubicBezTo>
                  <a:cubicBezTo>
                    <a:pt x="512" y="1083"/>
                    <a:pt x="542" y="1098"/>
                    <a:pt x="556" y="1098"/>
                  </a:cubicBezTo>
                  <a:lnTo>
                    <a:pt x="556" y="1449"/>
                  </a:lnTo>
                  <a:cubicBezTo>
                    <a:pt x="498" y="1435"/>
                    <a:pt x="469" y="1420"/>
                    <a:pt x="439" y="1376"/>
                  </a:cubicBezTo>
                  <a:cubicBezTo>
                    <a:pt x="410" y="1361"/>
                    <a:pt x="395" y="1318"/>
                    <a:pt x="395" y="1274"/>
                  </a:cubicBezTo>
                  <a:lnTo>
                    <a:pt x="0" y="1274"/>
                  </a:lnTo>
                  <a:cubicBezTo>
                    <a:pt x="29" y="1420"/>
                    <a:pt x="73" y="1523"/>
                    <a:pt x="176" y="1596"/>
                  </a:cubicBezTo>
                  <a:cubicBezTo>
                    <a:pt x="278" y="1684"/>
                    <a:pt x="395" y="1727"/>
                    <a:pt x="556" y="1742"/>
                  </a:cubicBezTo>
                  <a:lnTo>
                    <a:pt x="556" y="1932"/>
                  </a:lnTo>
                  <a:lnTo>
                    <a:pt x="644" y="1932"/>
                  </a:lnTo>
                  <a:lnTo>
                    <a:pt x="644" y="1757"/>
                  </a:lnTo>
                  <a:cubicBezTo>
                    <a:pt x="776" y="1757"/>
                    <a:pt x="864" y="1742"/>
                    <a:pt x="952" y="1713"/>
                  </a:cubicBezTo>
                  <a:cubicBezTo>
                    <a:pt x="1025" y="1669"/>
                    <a:pt x="1098" y="1610"/>
                    <a:pt x="1142" y="1537"/>
                  </a:cubicBezTo>
                  <a:cubicBezTo>
                    <a:pt x="1171" y="1464"/>
                    <a:pt x="1201" y="1391"/>
                    <a:pt x="1230" y="1274"/>
                  </a:cubicBezTo>
                  <a:cubicBezTo>
                    <a:pt x="1230" y="1171"/>
                    <a:pt x="1215" y="1083"/>
                    <a:pt x="1157" y="1025"/>
                  </a:cubicBezTo>
                  <a:cubicBezTo>
                    <a:pt x="1127" y="981"/>
                    <a:pt x="1069" y="937"/>
                    <a:pt x="996" y="908"/>
                  </a:cubicBezTo>
                  <a:cubicBezTo>
                    <a:pt x="922" y="878"/>
                    <a:pt x="849" y="849"/>
                    <a:pt x="732" y="805"/>
                  </a:cubicBezTo>
                  <a:lnTo>
                    <a:pt x="659" y="791"/>
                  </a:lnTo>
                  <a:lnTo>
                    <a:pt x="659" y="468"/>
                  </a:lnTo>
                  <a:cubicBezTo>
                    <a:pt x="703" y="483"/>
                    <a:pt x="732" y="498"/>
                    <a:pt x="761" y="512"/>
                  </a:cubicBezTo>
                  <a:cubicBezTo>
                    <a:pt x="776" y="556"/>
                    <a:pt x="791" y="586"/>
                    <a:pt x="791" y="630"/>
                  </a:cubicBezTo>
                  <a:lnTo>
                    <a:pt x="1201" y="630"/>
                  </a:lnTo>
                  <a:cubicBezTo>
                    <a:pt x="1171" y="498"/>
                    <a:pt x="1127" y="395"/>
                    <a:pt x="1025" y="322"/>
                  </a:cubicBezTo>
                  <a:cubicBezTo>
                    <a:pt x="922" y="249"/>
                    <a:pt x="805" y="205"/>
                    <a:pt x="644" y="190"/>
                  </a:cubicBezTo>
                  <a:lnTo>
                    <a:pt x="6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 name="Google Shape;412;p32"/>
          <p:cNvGrpSpPr/>
          <p:nvPr/>
        </p:nvGrpSpPr>
        <p:grpSpPr>
          <a:xfrm>
            <a:off x="2104187" y="1921071"/>
            <a:ext cx="1592720" cy="2427495"/>
            <a:chOff x="2359082" y="1722954"/>
            <a:chExt cx="1832819" cy="2793435"/>
          </a:xfrm>
        </p:grpSpPr>
        <p:sp>
          <p:nvSpPr>
            <p:cNvPr id="413" name="Google Shape;413;p32"/>
            <p:cNvSpPr/>
            <p:nvPr/>
          </p:nvSpPr>
          <p:spPr>
            <a:xfrm>
              <a:off x="2769816" y="4414126"/>
              <a:ext cx="330206" cy="102262"/>
            </a:xfrm>
            <a:custGeom>
              <a:avLst/>
              <a:gdLst/>
              <a:ahLst/>
              <a:cxnLst/>
              <a:rect l="l" t="t" r="r" b="b"/>
              <a:pathLst>
                <a:path w="5344" h="1655" extrusionOk="0">
                  <a:moveTo>
                    <a:pt x="293" y="1"/>
                  </a:moveTo>
                  <a:lnTo>
                    <a:pt x="0" y="1655"/>
                  </a:lnTo>
                  <a:lnTo>
                    <a:pt x="4641" y="1655"/>
                  </a:lnTo>
                  <a:cubicBezTo>
                    <a:pt x="5344" y="1655"/>
                    <a:pt x="4099" y="1025"/>
                    <a:pt x="4099" y="1025"/>
                  </a:cubicBezTo>
                  <a:lnTo>
                    <a:pt x="43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2"/>
            <p:cNvSpPr/>
            <p:nvPr/>
          </p:nvSpPr>
          <p:spPr>
            <a:xfrm>
              <a:off x="3119871" y="4414126"/>
              <a:ext cx="330268" cy="102262"/>
            </a:xfrm>
            <a:custGeom>
              <a:avLst/>
              <a:gdLst/>
              <a:ahLst/>
              <a:cxnLst/>
              <a:rect l="l" t="t" r="r" b="b"/>
              <a:pathLst>
                <a:path w="5345" h="1655" extrusionOk="0">
                  <a:moveTo>
                    <a:pt x="293" y="1"/>
                  </a:moveTo>
                  <a:lnTo>
                    <a:pt x="1" y="1655"/>
                  </a:lnTo>
                  <a:lnTo>
                    <a:pt x="4656" y="1655"/>
                  </a:lnTo>
                  <a:cubicBezTo>
                    <a:pt x="5344" y="1655"/>
                    <a:pt x="4100" y="1025"/>
                    <a:pt x="4100" y="1025"/>
                  </a:cubicBezTo>
                  <a:lnTo>
                    <a:pt x="43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2"/>
            <p:cNvSpPr/>
            <p:nvPr/>
          </p:nvSpPr>
          <p:spPr>
            <a:xfrm>
              <a:off x="2739971" y="2734306"/>
              <a:ext cx="818656" cy="1731418"/>
            </a:xfrm>
            <a:custGeom>
              <a:avLst/>
              <a:gdLst/>
              <a:ahLst/>
              <a:cxnLst/>
              <a:rect l="l" t="t" r="r" b="b"/>
              <a:pathLst>
                <a:path w="13249" h="28021" extrusionOk="0">
                  <a:moveTo>
                    <a:pt x="13249" y="0"/>
                  </a:moveTo>
                  <a:lnTo>
                    <a:pt x="4875" y="937"/>
                  </a:lnTo>
                  <a:lnTo>
                    <a:pt x="0" y="28020"/>
                  </a:lnTo>
                  <a:lnTo>
                    <a:pt x="4992" y="28020"/>
                  </a:lnTo>
                  <a:lnTo>
                    <a:pt x="9164" y="3894"/>
                  </a:lnTo>
                  <a:lnTo>
                    <a:pt x="5768" y="28020"/>
                  </a:lnTo>
                  <a:lnTo>
                    <a:pt x="10438" y="28020"/>
                  </a:lnTo>
                  <a:lnTo>
                    <a:pt x="132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2"/>
            <p:cNvSpPr/>
            <p:nvPr/>
          </p:nvSpPr>
          <p:spPr>
            <a:xfrm>
              <a:off x="2887407" y="2822051"/>
              <a:ext cx="290413" cy="1622853"/>
            </a:xfrm>
            <a:custGeom>
              <a:avLst/>
              <a:gdLst/>
              <a:ahLst/>
              <a:cxnLst/>
              <a:rect l="l" t="t" r="r" b="b"/>
              <a:pathLst>
                <a:path w="4700" h="26264" extrusionOk="0">
                  <a:moveTo>
                    <a:pt x="4685" y="0"/>
                  </a:moveTo>
                  <a:cubicBezTo>
                    <a:pt x="4641" y="0"/>
                    <a:pt x="3587" y="5885"/>
                    <a:pt x="2299" y="13132"/>
                  </a:cubicBezTo>
                  <a:cubicBezTo>
                    <a:pt x="1025" y="20378"/>
                    <a:pt x="0" y="26263"/>
                    <a:pt x="15" y="26263"/>
                  </a:cubicBezTo>
                  <a:cubicBezTo>
                    <a:pt x="15" y="26263"/>
                    <a:pt x="15" y="26263"/>
                    <a:pt x="15" y="26263"/>
                  </a:cubicBezTo>
                  <a:cubicBezTo>
                    <a:pt x="32" y="26263"/>
                    <a:pt x="1100" y="20398"/>
                    <a:pt x="2387" y="13146"/>
                  </a:cubicBezTo>
                  <a:cubicBezTo>
                    <a:pt x="3675" y="5900"/>
                    <a:pt x="4700" y="0"/>
                    <a:pt x="4685"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2"/>
            <p:cNvSpPr/>
            <p:nvPr/>
          </p:nvSpPr>
          <p:spPr>
            <a:xfrm>
              <a:off x="3276391" y="2853689"/>
              <a:ext cx="113137" cy="1612904"/>
            </a:xfrm>
            <a:custGeom>
              <a:avLst/>
              <a:gdLst/>
              <a:ahLst/>
              <a:cxnLst/>
              <a:rect l="l" t="t" r="r" b="b"/>
              <a:pathLst>
                <a:path w="1831" h="26103" extrusionOk="0">
                  <a:moveTo>
                    <a:pt x="1830" y="0"/>
                  </a:moveTo>
                  <a:cubicBezTo>
                    <a:pt x="1830" y="0"/>
                    <a:pt x="1801" y="44"/>
                    <a:pt x="1801" y="74"/>
                  </a:cubicBezTo>
                  <a:cubicBezTo>
                    <a:pt x="1801" y="132"/>
                    <a:pt x="1801" y="191"/>
                    <a:pt x="1786" y="279"/>
                  </a:cubicBezTo>
                  <a:cubicBezTo>
                    <a:pt x="1772" y="440"/>
                    <a:pt x="1757" y="703"/>
                    <a:pt x="1713" y="1025"/>
                  </a:cubicBezTo>
                  <a:cubicBezTo>
                    <a:pt x="1640" y="1684"/>
                    <a:pt x="1552" y="2636"/>
                    <a:pt x="1435" y="3821"/>
                  </a:cubicBezTo>
                  <a:cubicBezTo>
                    <a:pt x="1215" y="6193"/>
                    <a:pt x="952" y="9472"/>
                    <a:pt x="688" y="13074"/>
                  </a:cubicBezTo>
                  <a:cubicBezTo>
                    <a:pt x="439" y="16675"/>
                    <a:pt x="249" y="19954"/>
                    <a:pt x="147" y="22311"/>
                  </a:cubicBezTo>
                  <a:cubicBezTo>
                    <a:pt x="73" y="23482"/>
                    <a:pt x="30" y="24448"/>
                    <a:pt x="15" y="25107"/>
                  </a:cubicBezTo>
                  <a:cubicBezTo>
                    <a:pt x="15" y="25444"/>
                    <a:pt x="0" y="25693"/>
                    <a:pt x="0" y="25883"/>
                  </a:cubicBezTo>
                  <a:lnTo>
                    <a:pt x="0" y="26088"/>
                  </a:lnTo>
                  <a:lnTo>
                    <a:pt x="0" y="26103"/>
                  </a:lnTo>
                  <a:cubicBezTo>
                    <a:pt x="0" y="26044"/>
                    <a:pt x="15" y="25986"/>
                    <a:pt x="15" y="25898"/>
                  </a:cubicBezTo>
                  <a:cubicBezTo>
                    <a:pt x="15" y="25707"/>
                    <a:pt x="30" y="25459"/>
                    <a:pt x="44" y="25122"/>
                  </a:cubicBezTo>
                  <a:cubicBezTo>
                    <a:pt x="88" y="24463"/>
                    <a:pt x="147" y="23497"/>
                    <a:pt x="191" y="22326"/>
                  </a:cubicBezTo>
                  <a:cubicBezTo>
                    <a:pt x="322" y="19969"/>
                    <a:pt x="513" y="16689"/>
                    <a:pt x="762" y="13088"/>
                  </a:cubicBezTo>
                  <a:cubicBezTo>
                    <a:pt x="1025" y="9487"/>
                    <a:pt x="1289" y="6208"/>
                    <a:pt x="1494" y="3851"/>
                  </a:cubicBezTo>
                  <a:cubicBezTo>
                    <a:pt x="1581" y="2679"/>
                    <a:pt x="1684" y="1699"/>
                    <a:pt x="1728" y="1040"/>
                  </a:cubicBezTo>
                  <a:cubicBezTo>
                    <a:pt x="1772" y="718"/>
                    <a:pt x="1786" y="454"/>
                    <a:pt x="1801" y="279"/>
                  </a:cubicBezTo>
                  <a:cubicBezTo>
                    <a:pt x="1830" y="191"/>
                    <a:pt x="1830" y="132"/>
                    <a:pt x="1830" y="74"/>
                  </a:cubicBezTo>
                  <a:lnTo>
                    <a:pt x="1830" y="0"/>
                  </a:ln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2"/>
            <p:cNvSpPr/>
            <p:nvPr/>
          </p:nvSpPr>
          <p:spPr>
            <a:xfrm>
              <a:off x="4013637" y="2410391"/>
              <a:ext cx="178264" cy="221579"/>
            </a:xfrm>
            <a:custGeom>
              <a:avLst/>
              <a:gdLst/>
              <a:ahLst/>
              <a:cxnLst/>
              <a:rect l="l" t="t" r="r" b="b"/>
              <a:pathLst>
                <a:path w="2885" h="3586" extrusionOk="0">
                  <a:moveTo>
                    <a:pt x="1021" y="1"/>
                  </a:moveTo>
                  <a:cubicBezTo>
                    <a:pt x="861" y="1"/>
                    <a:pt x="0" y="1421"/>
                    <a:pt x="0" y="1421"/>
                  </a:cubicBezTo>
                  <a:cubicBezTo>
                    <a:pt x="0" y="1421"/>
                    <a:pt x="619" y="3586"/>
                    <a:pt x="1018" y="3586"/>
                  </a:cubicBezTo>
                  <a:cubicBezTo>
                    <a:pt x="1036" y="3586"/>
                    <a:pt x="1053" y="3582"/>
                    <a:pt x="1069" y="3573"/>
                  </a:cubicBezTo>
                  <a:cubicBezTo>
                    <a:pt x="1069" y="3573"/>
                    <a:pt x="2606" y="2563"/>
                    <a:pt x="2679" y="2373"/>
                  </a:cubicBezTo>
                  <a:cubicBezTo>
                    <a:pt x="2702" y="2310"/>
                    <a:pt x="2641" y="2289"/>
                    <a:pt x="2546" y="2289"/>
                  </a:cubicBezTo>
                  <a:cubicBezTo>
                    <a:pt x="2330" y="2289"/>
                    <a:pt x="1933" y="2402"/>
                    <a:pt x="1933" y="2402"/>
                  </a:cubicBezTo>
                  <a:cubicBezTo>
                    <a:pt x="1933" y="2402"/>
                    <a:pt x="2738" y="2080"/>
                    <a:pt x="2811" y="1875"/>
                  </a:cubicBezTo>
                  <a:cubicBezTo>
                    <a:pt x="2832" y="1818"/>
                    <a:pt x="2754" y="1797"/>
                    <a:pt x="2630" y="1797"/>
                  </a:cubicBezTo>
                  <a:cubicBezTo>
                    <a:pt x="2313" y="1797"/>
                    <a:pt x="1699" y="1933"/>
                    <a:pt x="1699" y="1933"/>
                  </a:cubicBezTo>
                  <a:cubicBezTo>
                    <a:pt x="1699" y="1933"/>
                    <a:pt x="2884" y="1611"/>
                    <a:pt x="2811" y="1363"/>
                  </a:cubicBezTo>
                  <a:cubicBezTo>
                    <a:pt x="2788" y="1278"/>
                    <a:pt x="2636" y="1249"/>
                    <a:pt x="2440" y="1249"/>
                  </a:cubicBezTo>
                  <a:cubicBezTo>
                    <a:pt x="2027" y="1249"/>
                    <a:pt x="1420" y="1377"/>
                    <a:pt x="1420" y="1377"/>
                  </a:cubicBezTo>
                  <a:cubicBezTo>
                    <a:pt x="1420" y="1377"/>
                    <a:pt x="2753" y="997"/>
                    <a:pt x="2738" y="704"/>
                  </a:cubicBezTo>
                  <a:cubicBezTo>
                    <a:pt x="2735" y="640"/>
                    <a:pt x="2649" y="615"/>
                    <a:pt x="2516" y="615"/>
                  </a:cubicBezTo>
                  <a:cubicBezTo>
                    <a:pt x="2037" y="615"/>
                    <a:pt x="952" y="938"/>
                    <a:pt x="952" y="938"/>
                  </a:cubicBezTo>
                  <a:cubicBezTo>
                    <a:pt x="1259" y="499"/>
                    <a:pt x="1142" y="45"/>
                    <a:pt x="1025" y="1"/>
                  </a:cubicBezTo>
                  <a:cubicBezTo>
                    <a:pt x="1024" y="1"/>
                    <a:pt x="1022" y="1"/>
                    <a:pt x="1021" y="1"/>
                  </a:cubicBezTo>
                  <a:close/>
                </a:path>
              </a:pathLst>
            </a:custGeom>
            <a:solidFill>
              <a:srgbClr val="E480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3404857" y="2131832"/>
              <a:ext cx="695632" cy="695446"/>
            </a:xfrm>
            <a:custGeom>
              <a:avLst/>
              <a:gdLst/>
              <a:ahLst/>
              <a:cxnLst/>
              <a:rect l="l" t="t" r="r" b="b"/>
              <a:pathLst>
                <a:path w="11258" h="11255" extrusionOk="0">
                  <a:moveTo>
                    <a:pt x="1903" y="0"/>
                  </a:moveTo>
                  <a:lnTo>
                    <a:pt x="264" y="1244"/>
                  </a:lnTo>
                  <a:cubicBezTo>
                    <a:pt x="264" y="1244"/>
                    <a:pt x="0" y="5051"/>
                    <a:pt x="1362" y="8828"/>
                  </a:cubicBezTo>
                  <a:cubicBezTo>
                    <a:pt x="2035" y="10724"/>
                    <a:pt x="3206" y="11254"/>
                    <a:pt x="4319" y="11254"/>
                  </a:cubicBezTo>
                  <a:cubicBezTo>
                    <a:pt x="5431" y="11254"/>
                    <a:pt x="6485" y="10724"/>
                    <a:pt x="6925" y="10497"/>
                  </a:cubicBezTo>
                  <a:cubicBezTo>
                    <a:pt x="7803" y="10043"/>
                    <a:pt x="11258" y="8140"/>
                    <a:pt x="11258" y="8140"/>
                  </a:cubicBezTo>
                  <a:lnTo>
                    <a:pt x="9779" y="5783"/>
                  </a:lnTo>
                  <a:cubicBezTo>
                    <a:pt x="9779" y="5783"/>
                    <a:pt x="7642" y="6925"/>
                    <a:pt x="5197" y="7847"/>
                  </a:cubicBezTo>
                  <a:cubicBezTo>
                    <a:pt x="5169" y="7857"/>
                    <a:pt x="5140" y="7863"/>
                    <a:pt x="5111" y="7863"/>
                  </a:cubicBezTo>
                  <a:cubicBezTo>
                    <a:pt x="3963" y="7863"/>
                    <a:pt x="1903" y="0"/>
                    <a:pt x="19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2"/>
            <p:cNvSpPr/>
            <p:nvPr/>
          </p:nvSpPr>
          <p:spPr>
            <a:xfrm>
              <a:off x="3009509" y="2072265"/>
              <a:ext cx="575388" cy="770089"/>
            </a:xfrm>
            <a:custGeom>
              <a:avLst/>
              <a:gdLst/>
              <a:ahLst/>
              <a:cxnLst/>
              <a:rect l="l" t="t" r="r" b="b"/>
              <a:pathLst>
                <a:path w="9312" h="12463" extrusionOk="0">
                  <a:moveTo>
                    <a:pt x="4580" y="1"/>
                  </a:moveTo>
                  <a:cubicBezTo>
                    <a:pt x="3653" y="1"/>
                    <a:pt x="2762" y="110"/>
                    <a:pt x="2197" y="335"/>
                  </a:cubicBezTo>
                  <a:cubicBezTo>
                    <a:pt x="2197" y="335"/>
                    <a:pt x="191" y="1169"/>
                    <a:pt x="1" y="3014"/>
                  </a:cubicBezTo>
                  <a:lnTo>
                    <a:pt x="1" y="7581"/>
                  </a:lnTo>
                  <a:lnTo>
                    <a:pt x="15" y="10802"/>
                  </a:lnTo>
                  <a:cubicBezTo>
                    <a:pt x="15" y="11329"/>
                    <a:pt x="454" y="11768"/>
                    <a:pt x="981" y="11797"/>
                  </a:cubicBezTo>
                  <a:cubicBezTo>
                    <a:pt x="2430" y="11826"/>
                    <a:pt x="4981" y="12462"/>
                    <a:pt x="6961" y="12462"/>
                  </a:cubicBezTo>
                  <a:cubicBezTo>
                    <a:pt x="7963" y="12462"/>
                    <a:pt x="8819" y="12299"/>
                    <a:pt x="9311" y="11812"/>
                  </a:cubicBezTo>
                  <a:lnTo>
                    <a:pt x="8418" y="6249"/>
                  </a:lnTo>
                  <a:lnTo>
                    <a:pt x="7701" y="525"/>
                  </a:lnTo>
                  <a:cubicBezTo>
                    <a:pt x="7011" y="180"/>
                    <a:pt x="5766" y="1"/>
                    <a:pt x="45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2"/>
            <p:cNvSpPr/>
            <p:nvPr/>
          </p:nvSpPr>
          <p:spPr>
            <a:xfrm>
              <a:off x="3209408" y="1731975"/>
              <a:ext cx="311236" cy="393355"/>
            </a:xfrm>
            <a:custGeom>
              <a:avLst/>
              <a:gdLst/>
              <a:ahLst/>
              <a:cxnLst/>
              <a:rect l="l" t="t" r="r" b="b"/>
              <a:pathLst>
                <a:path w="5037" h="6366" extrusionOk="0">
                  <a:moveTo>
                    <a:pt x="2662" y="0"/>
                  </a:moveTo>
                  <a:cubicBezTo>
                    <a:pt x="1390" y="0"/>
                    <a:pt x="1333" y="586"/>
                    <a:pt x="1333" y="586"/>
                  </a:cubicBezTo>
                  <a:lnTo>
                    <a:pt x="1333" y="1596"/>
                  </a:lnTo>
                  <a:cubicBezTo>
                    <a:pt x="1333" y="1596"/>
                    <a:pt x="997" y="1358"/>
                    <a:pt x="679" y="1358"/>
                  </a:cubicBezTo>
                  <a:cubicBezTo>
                    <a:pt x="446" y="1358"/>
                    <a:pt x="222" y="1486"/>
                    <a:pt x="147" y="1933"/>
                  </a:cubicBezTo>
                  <a:cubicBezTo>
                    <a:pt x="1" y="2738"/>
                    <a:pt x="777" y="2899"/>
                    <a:pt x="777" y="2899"/>
                  </a:cubicBezTo>
                  <a:lnTo>
                    <a:pt x="601" y="5256"/>
                  </a:lnTo>
                  <a:cubicBezTo>
                    <a:pt x="587" y="5563"/>
                    <a:pt x="674" y="5886"/>
                    <a:pt x="894" y="6105"/>
                  </a:cubicBezTo>
                  <a:cubicBezTo>
                    <a:pt x="1097" y="6296"/>
                    <a:pt x="1327" y="6366"/>
                    <a:pt x="1555" y="6366"/>
                  </a:cubicBezTo>
                  <a:cubicBezTo>
                    <a:pt x="1905" y="6366"/>
                    <a:pt x="2251" y="6203"/>
                    <a:pt x="2490" y="6061"/>
                  </a:cubicBezTo>
                  <a:cubicBezTo>
                    <a:pt x="2665" y="5929"/>
                    <a:pt x="2782" y="5754"/>
                    <a:pt x="2782" y="5534"/>
                  </a:cubicBezTo>
                  <a:lnTo>
                    <a:pt x="2782" y="4905"/>
                  </a:lnTo>
                  <a:lnTo>
                    <a:pt x="3632" y="4905"/>
                  </a:lnTo>
                  <a:cubicBezTo>
                    <a:pt x="5037" y="4831"/>
                    <a:pt x="4788" y="396"/>
                    <a:pt x="4788" y="396"/>
                  </a:cubicBezTo>
                  <a:cubicBezTo>
                    <a:pt x="4788" y="57"/>
                    <a:pt x="4135" y="44"/>
                    <a:pt x="4039" y="44"/>
                  </a:cubicBezTo>
                  <a:cubicBezTo>
                    <a:pt x="4031" y="44"/>
                    <a:pt x="4027" y="44"/>
                    <a:pt x="4027" y="44"/>
                  </a:cubicBezTo>
                  <a:lnTo>
                    <a:pt x="2709" y="0"/>
                  </a:lnTo>
                  <a:cubicBezTo>
                    <a:pt x="2693" y="0"/>
                    <a:pt x="2678" y="0"/>
                    <a:pt x="2662" y="0"/>
                  </a:cubicBezTo>
                  <a:close/>
                </a:path>
              </a:pathLst>
            </a:custGeom>
            <a:solidFill>
              <a:srgbClr val="FF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2"/>
            <p:cNvSpPr/>
            <p:nvPr/>
          </p:nvSpPr>
          <p:spPr>
            <a:xfrm>
              <a:off x="3440141" y="1860441"/>
              <a:ext cx="15386" cy="80574"/>
            </a:xfrm>
            <a:custGeom>
              <a:avLst/>
              <a:gdLst/>
              <a:ahLst/>
              <a:cxnLst/>
              <a:rect l="l" t="t" r="r" b="b"/>
              <a:pathLst>
                <a:path w="249" h="1304" extrusionOk="0">
                  <a:moveTo>
                    <a:pt x="205" y="0"/>
                  </a:moveTo>
                  <a:cubicBezTo>
                    <a:pt x="176" y="0"/>
                    <a:pt x="161" y="322"/>
                    <a:pt x="161" y="718"/>
                  </a:cubicBezTo>
                  <a:cubicBezTo>
                    <a:pt x="161" y="908"/>
                    <a:pt x="205" y="1113"/>
                    <a:pt x="146" y="1201"/>
                  </a:cubicBezTo>
                  <a:cubicBezTo>
                    <a:pt x="117" y="1230"/>
                    <a:pt x="88" y="1274"/>
                    <a:pt x="44" y="1274"/>
                  </a:cubicBezTo>
                  <a:cubicBezTo>
                    <a:pt x="15" y="1289"/>
                    <a:pt x="0" y="1289"/>
                    <a:pt x="0" y="1289"/>
                  </a:cubicBezTo>
                  <a:cubicBezTo>
                    <a:pt x="0" y="1289"/>
                    <a:pt x="15" y="1303"/>
                    <a:pt x="44" y="1303"/>
                  </a:cubicBezTo>
                  <a:cubicBezTo>
                    <a:pt x="88" y="1303"/>
                    <a:pt x="146" y="1274"/>
                    <a:pt x="205" y="1215"/>
                  </a:cubicBezTo>
                  <a:cubicBezTo>
                    <a:pt x="234" y="1171"/>
                    <a:pt x="249" y="1069"/>
                    <a:pt x="249" y="981"/>
                  </a:cubicBezTo>
                  <a:lnTo>
                    <a:pt x="249" y="703"/>
                  </a:lnTo>
                  <a:cubicBezTo>
                    <a:pt x="249" y="322"/>
                    <a:pt x="220" y="0"/>
                    <a:pt x="2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2"/>
            <p:cNvSpPr/>
            <p:nvPr/>
          </p:nvSpPr>
          <p:spPr>
            <a:xfrm>
              <a:off x="3391263" y="1862233"/>
              <a:ext cx="5499" cy="20885"/>
            </a:xfrm>
            <a:custGeom>
              <a:avLst/>
              <a:gdLst/>
              <a:ahLst/>
              <a:cxnLst/>
              <a:rect l="l" t="t" r="r" b="b"/>
              <a:pathLst>
                <a:path w="89" h="338" extrusionOk="0">
                  <a:moveTo>
                    <a:pt x="44" y="1"/>
                  </a:moveTo>
                  <a:cubicBezTo>
                    <a:pt x="15" y="1"/>
                    <a:pt x="0" y="74"/>
                    <a:pt x="0" y="162"/>
                  </a:cubicBezTo>
                  <a:cubicBezTo>
                    <a:pt x="0" y="264"/>
                    <a:pt x="44" y="337"/>
                    <a:pt x="59" y="337"/>
                  </a:cubicBezTo>
                  <a:cubicBezTo>
                    <a:pt x="74" y="337"/>
                    <a:pt x="88" y="264"/>
                    <a:pt x="88" y="162"/>
                  </a:cubicBezTo>
                  <a:cubicBezTo>
                    <a:pt x="88" y="74"/>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3480800" y="1861306"/>
              <a:ext cx="5499" cy="19958"/>
            </a:xfrm>
            <a:custGeom>
              <a:avLst/>
              <a:gdLst/>
              <a:ahLst/>
              <a:cxnLst/>
              <a:rect l="l" t="t" r="r" b="b"/>
              <a:pathLst>
                <a:path w="89" h="323" extrusionOk="0">
                  <a:moveTo>
                    <a:pt x="30" y="1"/>
                  </a:moveTo>
                  <a:cubicBezTo>
                    <a:pt x="15" y="1"/>
                    <a:pt x="1" y="74"/>
                    <a:pt x="1" y="162"/>
                  </a:cubicBezTo>
                  <a:cubicBezTo>
                    <a:pt x="1" y="250"/>
                    <a:pt x="30" y="323"/>
                    <a:pt x="59" y="323"/>
                  </a:cubicBezTo>
                  <a:cubicBezTo>
                    <a:pt x="74" y="323"/>
                    <a:pt x="89" y="250"/>
                    <a:pt x="89" y="162"/>
                  </a:cubicBezTo>
                  <a:cubicBezTo>
                    <a:pt x="89" y="74"/>
                    <a:pt x="59"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2"/>
            <p:cNvSpPr/>
            <p:nvPr/>
          </p:nvSpPr>
          <p:spPr>
            <a:xfrm>
              <a:off x="3333364" y="2005158"/>
              <a:ext cx="48938" cy="85085"/>
            </a:xfrm>
            <a:custGeom>
              <a:avLst/>
              <a:gdLst/>
              <a:ahLst/>
              <a:cxnLst/>
              <a:rect l="l" t="t" r="r" b="b"/>
              <a:pathLst>
                <a:path w="792" h="1377" extrusionOk="0">
                  <a:moveTo>
                    <a:pt x="30" y="1"/>
                  </a:moveTo>
                  <a:lnTo>
                    <a:pt x="30" y="1"/>
                  </a:lnTo>
                  <a:cubicBezTo>
                    <a:pt x="1" y="235"/>
                    <a:pt x="1" y="484"/>
                    <a:pt x="74" y="718"/>
                  </a:cubicBezTo>
                  <a:cubicBezTo>
                    <a:pt x="147" y="967"/>
                    <a:pt x="293" y="1186"/>
                    <a:pt x="513" y="1289"/>
                  </a:cubicBezTo>
                  <a:cubicBezTo>
                    <a:pt x="586" y="1333"/>
                    <a:pt x="718" y="1377"/>
                    <a:pt x="718" y="1377"/>
                  </a:cubicBezTo>
                  <a:cubicBezTo>
                    <a:pt x="718" y="1362"/>
                    <a:pt x="762" y="1216"/>
                    <a:pt x="762" y="1201"/>
                  </a:cubicBezTo>
                  <a:cubicBezTo>
                    <a:pt x="791" y="952"/>
                    <a:pt x="791" y="762"/>
                    <a:pt x="762" y="469"/>
                  </a:cubicBezTo>
                  <a:cubicBezTo>
                    <a:pt x="469" y="396"/>
                    <a:pt x="206" y="220"/>
                    <a:pt x="30" y="1"/>
                  </a:cubicBezTo>
                  <a:close/>
                </a:path>
              </a:pathLst>
            </a:custGeom>
            <a:solidFill>
              <a:srgbClr val="BA6136">
                <a:alpha val="25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2"/>
            <p:cNvSpPr/>
            <p:nvPr/>
          </p:nvSpPr>
          <p:spPr>
            <a:xfrm>
              <a:off x="3243826" y="1839617"/>
              <a:ext cx="40781" cy="54313"/>
            </a:xfrm>
            <a:custGeom>
              <a:avLst/>
              <a:gdLst/>
              <a:ahLst/>
              <a:cxnLst/>
              <a:rect l="l" t="t" r="r" b="b"/>
              <a:pathLst>
                <a:path w="660" h="879" extrusionOk="0">
                  <a:moveTo>
                    <a:pt x="88" y="1"/>
                  </a:moveTo>
                  <a:cubicBezTo>
                    <a:pt x="88" y="15"/>
                    <a:pt x="132" y="44"/>
                    <a:pt x="234" y="88"/>
                  </a:cubicBezTo>
                  <a:cubicBezTo>
                    <a:pt x="292" y="127"/>
                    <a:pt x="355" y="177"/>
                    <a:pt x="413" y="257"/>
                  </a:cubicBezTo>
                  <a:lnTo>
                    <a:pt x="413" y="257"/>
                  </a:lnTo>
                  <a:cubicBezTo>
                    <a:pt x="395" y="249"/>
                    <a:pt x="375" y="241"/>
                    <a:pt x="352" y="235"/>
                  </a:cubicBezTo>
                  <a:cubicBezTo>
                    <a:pt x="333" y="231"/>
                    <a:pt x="315" y="229"/>
                    <a:pt x="297" y="229"/>
                  </a:cubicBezTo>
                  <a:cubicBezTo>
                    <a:pt x="243" y="229"/>
                    <a:pt x="191" y="246"/>
                    <a:pt x="147" y="279"/>
                  </a:cubicBezTo>
                  <a:cubicBezTo>
                    <a:pt x="103" y="308"/>
                    <a:pt x="59" y="367"/>
                    <a:pt x="44" y="425"/>
                  </a:cubicBezTo>
                  <a:cubicBezTo>
                    <a:pt x="0" y="528"/>
                    <a:pt x="44" y="645"/>
                    <a:pt x="103" y="718"/>
                  </a:cubicBezTo>
                  <a:cubicBezTo>
                    <a:pt x="191" y="864"/>
                    <a:pt x="293" y="879"/>
                    <a:pt x="293" y="879"/>
                  </a:cubicBezTo>
                  <a:cubicBezTo>
                    <a:pt x="322" y="879"/>
                    <a:pt x="234" y="820"/>
                    <a:pt x="147" y="689"/>
                  </a:cubicBezTo>
                  <a:cubicBezTo>
                    <a:pt x="117" y="615"/>
                    <a:pt x="103" y="542"/>
                    <a:pt x="132" y="454"/>
                  </a:cubicBezTo>
                  <a:cubicBezTo>
                    <a:pt x="145" y="376"/>
                    <a:pt x="229" y="320"/>
                    <a:pt x="309" y="320"/>
                  </a:cubicBezTo>
                  <a:cubicBezTo>
                    <a:pt x="319" y="320"/>
                    <a:pt x="328" y="321"/>
                    <a:pt x="337" y="323"/>
                  </a:cubicBezTo>
                  <a:cubicBezTo>
                    <a:pt x="410" y="352"/>
                    <a:pt x="469" y="381"/>
                    <a:pt x="513" y="425"/>
                  </a:cubicBezTo>
                  <a:lnTo>
                    <a:pt x="659" y="513"/>
                  </a:lnTo>
                  <a:lnTo>
                    <a:pt x="600" y="367"/>
                  </a:lnTo>
                  <a:cubicBezTo>
                    <a:pt x="498" y="176"/>
                    <a:pt x="381" y="88"/>
                    <a:pt x="264" y="44"/>
                  </a:cubicBezTo>
                  <a:cubicBezTo>
                    <a:pt x="147" y="1"/>
                    <a:pt x="88" y="1"/>
                    <a:pt x="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2"/>
            <p:cNvSpPr/>
            <p:nvPr/>
          </p:nvSpPr>
          <p:spPr>
            <a:xfrm>
              <a:off x="3394909" y="1949916"/>
              <a:ext cx="42573" cy="24160"/>
            </a:xfrm>
            <a:custGeom>
              <a:avLst/>
              <a:gdLst/>
              <a:ahLst/>
              <a:cxnLst/>
              <a:rect l="l" t="t" r="r" b="b"/>
              <a:pathLst>
                <a:path w="689" h="391" extrusionOk="0">
                  <a:moveTo>
                    <a:pt x="2" y="1"/>
                  </a:moveTo>
                  <a:cubicBezTo>
                    <a:pt x="1" y="1"/>
                    <a:pt x="1" y="1"/>
                    <a:pt x="0" y="2"/>
                  </a:cubicBezTo>
                  <a:cubicBezTo>
                    <a:pt x="0" y="2"/>
                    <a:pt x="0" y="60"/>
                    <a:pt x="29" y="133"/>
                  </a:cubicBezTo>
                  <a:cubicBezTo>
                    <a:pt x="73" y="206"/>
                    <a:pt x="161" y="280"/>
                    <a:pt x="264" y="338"/>
                  </a:cubicBezTo>
                  <a:cubicBezTo>
                    <a:pt x="342" y="377"/>
                    <a:pt x="426" y="390"/>
                    <a:pt x="496" y="390"/>
                  </a:cubicBezTo>
                  <a:cubicBezTo>
                    <a:pt x="530" y="390"/>
                    <a:pt x="561" y="387"/>
                    <a:pt x="586" y="382"/>
                  </a:cubicBezTo>
                  <a:cubicBezTo>
                    <a:pt x="659" y="353"/>
                    <a:pt x="688" y="338"/>
                    <a:pt x="688" y="324"/>
                  </a:cubicBezTo>
                  <a:cubicBezTo>
                    <a:pt x="673" y="280"/>
                    <a:pt x="498" y="338"/>
                    <a:pt x="307" y="250"/>
                  </a:cubicBezTo>
                  <a:cubicBezTo>
                    <a:pt x="110" y="180"/>
                    <a:pt x="21" y="1"/>
                    <a:pt x="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3386752" y="1946703"/>
              <a:ext cx="13594" cy="13408"/>
            </a:xfrm>
            <a:custGeom>
              <a:avLst/>
              <a:gdLst/>
              <a:ahLst/>
              <a:cxnLst/>
              <a:rect l="l" t="t" r="r" b="b"/>
              <a:pathLst>
                <a:path w="220" h="217" extrusionOk="0">
                  <a:moveTo>
                    <a:pt x="184" y="1"/>
                  </a:moveTo>
                  <a:cubicBezTo>
                    <a:pt x="154" y="1"/>
                    <a:pt x="111" y="11"/>
                    <a:pt x="73" y="39"/>
                  </a:cubicBezTo>
                  <a:cubicBezTo>
                    <a:pt x="0" y="112"/>
                    <a:pt x="0" y="215"/>
                    <a:pt x="15" y="215"/>
                  </a:cubicBezTo>
                  <a:cubicBezTo>
                    <a:pt x="18" y="216"/>
                    <a:pt x="21" y="217"/>
                    <a:pt x="24" y="217"/>
                  </a:cubicBezTo>
                  <a:cubicBezTo>
                    <a:pt x="51" y="217"/>
                    <a:pt x="80" y="164"/>
                    <a:pt x="132" y="112"/>
                  </a:cubicBezTo>
                  <a:cubicBezTo>
                    <a:pt x="191" y="83"/>
                    <a:pt x="220" y="24"/>
                    <a:pt x="220" y="10"/>
                  </a:cubicBezTo>
                  <a:cubicBezTo>
                    <a:pt x="215" y="4"/>
                    <a:pt x="201"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3285413" y="1722954"/>
              <a:ext cx="230724" cy="107144"/>
            </a:xfrm>
            <a:custGeom>
              <a:avLst/>
              <a:gdLst/>
              <a:ahLst/>
              <a:cxnLst/>
              <a:rect l="l" t="t" r="r" b="b"/>
              <a:pathLst>
                <a:path w="3734" h="1734" extrusionOk="0">
                  <a:moveTo>
                    <a:pt x="1025" y="0"/>
                  </a:moveTo>
                  <a:cubicBezTo>
                    <a:pt x="733" y="0"/>
                    <a:pt x="411" y="29"/>
                    <a:pt x="220" y="220"/>
                  </a:cubicBezTo>
                  <a:cubicBezTo>
                    <a:pt x="1" y="439"/>
                    <a:pt x="15" y="791"/>
                    <a:pt x="30" y="1098"/>
                  </a:cubicBezTo>
                  <a:cubicBezTo>
                    <a:pt x="30" y="1274"/>
                    <a:pt x="45" y="1464"/>
                    <a:pt x="191" y="1581"/>
                  </a:cubicBezTo>
                  <a:cubicBezTo>
                    <a:pt x="264" y="1654"/>
                    <a:pt x="381" y="1669"/>
                    <a:pt x="469" y="1684"/>
                  </a:cubicBezTo>
                  <a:cubicBezTo>
                    <a:pt x="608" y="1714"/>
                    <a:pt x="755" y="1733"/>
                    <a:pt x="900" y="1733"/>
                  </a:cubicBezTo>
                  <a:cubicBezTo>
                    <a:pt x="1029" y="1733"/>
                    <a:pt x="1157" y="1718"/>
                    <a:pt x="1274" y="1684"/>
                  </a:cubicBezTo>
                  <a:cubicBezTo>
                    <a:pt x="1524" y="1600"/>
                    <a:pt x="1748" y="1411"/>
                    <a:pt x="1795" y="1167"/>
                  </a:cubicBezTo>
                  <a:lnTo>
                    <a:pt x="1795" y="1167"/>
                  </a:lnTo>
                  <a:cubicBezTo>
                    <a:pt x="1772" y="1334"/>
                    <a:pt x="1776" y="1523"/>
                    <a:pt x="1831" y="1713"/>
                  </a:cubicBezTo>
                  <a:cubicBezTo>
                    <a:pt x="1960" y="1493"/>
                    <a:pt x="2090" y="1295"/>
                    <a:pt x="2219" y="1100"/>
                  </a:cubicBezTo>
                  <a:lnTo>
                    <a:pt x="2219" y="1100"/>
                  </a:lnTo>
                  <a:cubicBezTo>
                    <a:pt x="2150" y="1246"/>
                    <a:pt x="2188" y="1438"/>
                    <a:pt x="2299" y="1537"/>
                  </a:cubicBezTo>
                  <a:cubicBezTo>
                    <a:pt x="2418" y="1656"/>
                    <a:pt x="2596" y="1715"/>
                    <a:pt x="2758" y="1715"/>
                  </a:cubicBezTo>
                  <a:cubicBezTo>
                    <a:pt x="2776" y="1715"/>
                    <a:pt x="2794" y="1714"/>
                    <a:pt x="2811" y="1713"/>
                  </a:cubicBezTo>
                  <a:cubicBezTo>
                    <a:pt x="3002" y="1684"/>
                    <a:pt x="3514" y="1566"/>
                    <a:pt x="3675" y="1493"/>
                  </a:cubicBezTo>
                  <a:lnTo>
                    <a:pt x="3734" y="834"/>
                  </a:lnTo>
                  <a:cubicBezTo>
                    <a:pt x="3734" y="512"/>
                    <a:pt x="3514" y="249"/>
                    <a:pt x="3192" y="176"/>
                  </a:cubicBezTo>
                  <a:cubicBezTo>
                    <a:pt x="3090" y="132"/>
                    <a:pt x="2972" y="132"/>
                    <a:pt x="2885" y="117"/>
                  </a:cubicBezTo>
                  <a:cubicBezTo>
                    <a:pt x="2270" y="44"/>
                    <a:pt x="1640" y="0"/>
                    <a:pt x="10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3263723" y="2072574"/>
              <a:ext cx="18166" cy="17487"/>
            </a:xfrm>
            <a:custGeom>
              <a:avLst/>
              <a:gdLst/>
              <a:ahLst/>
              <a:cxnLst/>
              <a:rect l="l" t="t" r="r" b="b"/>
              <a:pathLst>
                <a:path w="294" h="283" extrusionOk="0">
                  <a:moveTo>
                    <a:pt x="25" y="1"/>
                  </a:moveTo>
                  <a:cubicBezTo>
                    <a:pt x="21" y="1"/>
                    <a:pt x="17" y="3"/>
                    <a:pt x="15" y="8"/>
                  </a:cubicBezTo>
                  <a:cubicBezTo>
                    <a:pt x="0" y="8"/>
                    <a:pt x="15" y="95"/>
                    <a:pt x="103" y="183"/>
                  </a:cubicBezTo>
                  <a:cubicBezTo>
                    <a:pt x="158" y="249"/>
                    <a:pt x="229" y="282"/>
                    <a:pt x="267" y="282"/>
                  </a:cubicBezTo>
                  <a:cubicBezTo>
                    <a:pt x="280" y="282"/>
                    <a:pt x="289" y="278"/>
                    <a:pt x="293" y="271"/>
                  </a:cubicBezTo>
                  <a:cubicBezTo>
                    <a:pt x="293" y="242"/>
                    <a:pt x="235" y="183"/>
                    <a:pt x="161" y="125"/>
                  </a:cubicBezTo>
                  <a:cubicBezTo>
                    <a:pt x="99" y="63"/>
                    <a:pt x="48" y="1"/>
                    <a:pt x="25" y="1"/>
                  </a:cubicBezTo>
                  <a:close/>
                </a:path>
              </a:pathLst>
            </a:custGeom>
            <a:solidFill>
              <a:srgbClr val="FFA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2410679" y="2189732"/>
              <a:ext cx="763539" cy="532383"/>
            </a:xfrm>
            <a:custGeom>
              <a:avLst/>
              <a:gdLst/>
              <a:ahLst/>
              <a:cxnLst/>
              <a:rect l="l" t="t" r="r" b="b"/>
              <a:pathLst>
                <a:path w="12357" h="8616" extrusionOk="0">
                  <a:moveTo>
                    <a:pt x="9955" y="0"/>
                  </a:moveTo>
                  <a:cubicBezTo>
                    <a:pt x="9955" y="0"/>
                    <a:pt x="7035" y="5008"/>
                    <a:pt x="5938" y="5008"/>
                  </a:cubicBezTo>
                  <a:cubicBezTo>
                    <a:pt x="5863" y="5008"/>
                    <a:pt x="5796" y="4985"/>
                    <a:pt x="5739" y="4934"/>
                  </a:cubicBezTo>
                  <a:cubicBezTo>
                    <a:pt x="3792" y="3177"/>
                    <a:pt x="2240" y="1332"/>
                    <a:pt x="2240" y="1332"/>
                  </a:cubicBezTo>
                  <a:lnTo>
                    <a:pt x="0" y="2972"/>
                  </a:lnTo>
                  <a:cubicBezTo>
                    <a:pt x="0" y="2972"/>
                    <a:pt x="2533" y="5988"/>
                    <a:pt x="3177" y="6749"/>
                  </a:cubicBezTo>
                  <a:cubicBezTo>
                    <a:pt x="3593" y="7242"/>
                    <a:pt x="4832" y="8615"/>
                    <a:pt x="6384" y="8615"/>
                  </a:cubicBezTo>
                  <a:cubicBezTo>
                    <a:pt x="7183" y="8615"/>
                    <a:pt x="8064" y="8252"/>
                    <a:pt x="8960" y="7217"/>
                  </a:cubicBezTo>
                  <a:cubicBezTo>
                    <a:pt x="11595" y="4187"/>
                    <a:pt x="12356" y="1552"/>
                    <a:pt x="12356" y="1552"/>
                  </a:cubicBezTo>
                  <a:lnTo>
                    <a:pt x="995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2"/>
            <p:cNvSpPr/>
            <p:nvPr/>
          </p:nvSpPr>
          <p:spPr>
            <a:xfrm>
              <a:off x="2359082" y="2150617"/>
              <a:ext cx="200014" cy="237953"/>
            </a:xfrm>
            <a:custGeom>
              <a:avLst/>
              <a:gdLst/>
              <a:ahLst/>
              <a:cxnLst/>
              <a:rect l="l" t="t" r="r" b="b"/>
              <a:pathLst>
                <a:path w="3237" h="3851" extrusionOk="0">
                  <a:moveTo>
                    <a:pt x="903" y="0"/>
                  </a:moveTo>
                  <a:cubicBezTo>
                    <a:pt x="872" y="0"/>
                    <a:pt x="849" y="11"/>
                    <a:pt x="835" y="33"/>
                  </a:cubicBezTo>
                  <a:cubicBezTo>
                    <a:pt x="660" y="311"/>
                    <a:pt x="1816" y="1394"/>
                    <a:pt x="1816" y="1394"/>
                  </a:cubicBezTo>
                  <a:cubicBezTo>
                    <a:pt x="1816" y="1394"/>
                    <a:pt x="851" y="629"/>
                    <a:pt x="514" y="629"/>
                  </a:cubicBezTo>
                  <a:cubicBezTo>
                    <a:pt x="476" y="629"/>
                    <a:pt x="445" y="640"/>
                    <a:pt x="425" y="662"/>
                  </a:cubicBezTo>
                  <a:cubicBezTo>
                    <a:pt x="220" y="882"/>
                    <a:pt x="1245" y="1819"/>
                    <a:pt x="1245" y="1819"/>
                  </a:cubicBezTo>
                  <a:cubicBezTo>
                    <a:pt x="1245" y="1819"/>
                    <a:pt x="402" y="1135"/>
                    <a:pt x="193" y="1135"/>
                  </a:cubicBezTo>
                  <a:cubicBezTo>
                    <a:pt x="165" y="1135"/>
                    <a:pt x="149" y="1147"/>
                    <a:pt x="147" y="1175"/>
                  </a:cubicBezTo>
                  <a:cubicBezTo>
                    <a:pt x="133" y="1409"/>
                    <a:pt x="747" y="2156"/>
                    <a:pt x="747" y="2156"/>
                  </a:cubicBezTo>
                  <a:cubicBezTo>
                    <a:pt x="747" y="2156"/>
                    <a:pt x="240" y="1689"/>
                    <a:pt x="70" y="1689"/>
                  </a:cubicBezTo>
                  <a:cubicBezTo>
                    <a:pt x="38" y="1689"/>
                    <a:pt x="18" y="1706"/>
                    <a:pt x="15" y="1746"/>
                  </a:cubicBezTo>
                  <a:cubicBezTo>
                    <a:pt x="1" y="1980"/>
                    <a:pt x="1011" y="3795"/>
                    <a:pt x="1011" y="3795"/>
                  </a:cubicBezTo>
                  <a:cubicBezTo>
                    <a:pt x="1041" y="3833"/>
                    <a:pt x="1084" y="3850"/>
                    <a:pt x="1137" y="3850"/>
                  </a:cubicBezTo>
                  <a:cubicBezTo>
                    <a:pt x="1667" y="3850"/>
                    <a:pt x="3236" y="2185"/>
                    <a:pt x="3236" y="2185"/>
                  </a:cubicBezTo>
                  <a:cubicBezTo>
                    <a:pt x="3236" y="2185"/>
                    <a:pt x="3090" y="252"/>
                    <a:pt x="2943" y="223"/>
                  </a:cubicBezTo>
                  <a:cubicBezTo>
                    <a:pt x="2936" y="221"/>
                    <a:pt x="2929" y="220"/>
                    <a:pt x="2920" y="220"/>
                  </a:cubicBezTo>
                  <a:cubicBezTo>
                    <a:pt x="2764" y="220"/>
                    <a:pt x="2449" y="619"/>
                    <a:pt x="2519" y="1204"/>
                  </a:cubicBezTo>
                  <a:cubicBezTo>
                    <a:pt x="2519" y="1204"/>
                    <a:pt x="1242" y="0"/>
                    <a:pt x="903" y="0"/>
                  </a:cubicBezTo>
                  <a:close/>
                </a:path>
              </a:pathLst>
            </a:custGeom>
            <a:solidFill>
              <a:srgbClr val="FF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2"/>
            <p:cNvSpPr/>
            <p:nvPr/>
          </p:nvSpPr>
          <p:spPr>
            <a:xfrm>
              <a:off x="2869302" y="2077826"/>
              <a:ext cx="332925" cy="1055435"/>
            </a:xfrm>
            <a:custGeom>
              <a:avLst/>
              <a:gdLst/>
              <a:ahLst/>
              <a:cxnLst/>
              <a:rect l="l" t="t" r="r" b="b"/>
              <a:pathLst>
                <a:path w="5388" h="17081" extrusionOk="0">
                  <a:moveTo>
                    <a:pt x="5233" y="0"/>
                  </a:moveTo>
                  <a:cubicBezTo>
                    <a:pt x="4395" y="0"/>
                    <a:pt x="3397" y="831"/>
                    <a:pt x="3397" y="845"/>
                  </a:cubicBezTo>
                  <a:cubicBezTo>
                    <a:pt x="2972" y="1138"/>
                    <a:pt x="2738" y="1533"/>
                    <a:pt x="2562" y="1840"/>
                  </a:cubicBezTo>
                  <a:lnTo>
                    <a:pt x="1" y="17080"/>
                  </a:lnTo>
                  <a:lnTo>
                    <a:pt x="1" y="17080"/>
                  </a:lnTo>
                  <a:lnTo>
                    <a:pt x="3002" y="17065"/>
                  </a:lnTo>
                  <a:lnTo>
                    <a:pt x="5388" y="10"/>
                  </a:lnTo>
                  <a:cubicBezTo>
                    <a:pt x="5337" y="3"/>
                    <a:pt x="5285" y="0"/>
                    <a:pt x="52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3403004" y="2078382"/>
              <a:ext cx="251547" cy="1039493"/>
            </a:xfrm>
            <a:custGeom>
              <a:avLst/>
              <a:gdLst/>
              <a:ahLst/>
              <a:cxnLst/>
              <a:rect l="l" t="t" r="r" b="b"/>
              <a:pathLst>
                <a:path w="4071" h="16823" extrusionOk="0">
                  <a:moveTo>
                    <a:pt x="58" y="1"/>
                  </a:moveTo>
                  <a:cubicBezTo>
                    <a:pt x="39" y="1"/>
                    <a:pt x="20" y="1"/>
                    <a:pt x="1" y="1"/>
                  </a:cubicBezTo>
                  <a:lnTo>
                    <a:pt x="821" y="16822"/>
                  </a:lnTo>
                  <a:lnTo>
                    <a:pt x="4071" y="16500"/>
                  </a:lnTo>
                  <a:lnTo>
                    <a:pt x="1948" y="880"/>
                  </a:lnTo>
                  <a:cubicBezTo>
                    <a:pt x="1933" y="865"/>
                    <a:pt x="1210" y="1"/>
                    <a:pt x="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2"/>
            <p:cNvSpPr/>
            <p:nvPr/>
          </p:nvSpPr>
          <p:spPr>
            <a:xfrm>
              <a:off x="3097255" y="2078444"/>
              <a:ext cx="104981" cy="364128"/>
            </a:xfrm>
            <a:custGeom>
              <a:avLst/>
              <a:gdLst/>
              <a:ahLst/>
              <a:cxnLst/>
              <a:rect l="l" t="t" r="r" b="b"/>
              <a:pathLst>
                <a:path w="1699" h="5893" extrusionOk="0">
                  <a:moveTo>
                    <a:pt x="1699" y="0"/>
                  </a:moveTo>
                  <a:cubicBezTo>
                    <a:pt x="1699" y="1"/>
                    <a:pt x="1" y="3163"/>
                    <a:pt x="235" y="4041"/>
                  </a:cubicBezTo>
                  <a:cubicBezTo>
                    <a:pt x="487" y="4880"/>
                    <a:pt x="778" y="5892"/>
                    <a:pt x="842" y="5892"/>
                  </a:cubicBezTo>
                  <a:cubicBezTo>
                    <a:pt x="845" y="5892"/>
                    <a:pt x="848" y="5890"/>
                    <a:pt x="850" y="5885"/>
                  </a:cubicBezTo>
                  <a:cubicBezTo>
                    <a:pt x="879" y="5812"/>
                    <a:pt x="1699" y="1"/>
                    <a:pt x="1699"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2"/>
            <p:cNvSpPr/>
            <p:nvPr/>
          </p:nvSpPr>
          <p:spPr>
            <a:xfrm>
              <a:off x="3403004" y="2078444"/>
              <a:ext cx="122221" cy="347383"/>
            </a:xfrm>
            <a:custGeom>
              <a:avLst/>
              <a:gdLst/>
              <a:ahLst/>
              <a:cxnLst/>
              <a:rect l="l" t="t" r="r" b="b"/>
              <a:pathLst>
                <a:path w="1978" h="5622" extrusionOk="0">
                  <a:moveTo>
                    <a:pt x="1" y="0"/>
                  </a:moveTo>
                  <a:lnTo>
                    <a:pt x="264" y="5622"/>
                  </a:lnTo>
                  <a:cubicBezTo>
                    <a:pt x="1977" y="3353"/>
                    <a:pt x="1" y="1"/>
                    <a:pt x="1"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2"/>
            <p:cNvSpPr/>
            <p:nvPr/>
          </p:nvSpPr>
          <p:spPr>
            <a:xfrm>
              <a:off x="3533262" y="2281060"/>
              <a:ext cx="82428" cy="551846"/>
            </a:xfrm>
            <a:custGeom>
              <a:avLst/>
              <a:gdLst/>
              <a:ahLst/>
              <a:cxnLst/>
              <a:rect l="l" t="t" r="r" b="b"/>
              <a:pathLst>
                <a:path w="1334" h="8931" extrusionOk="0">
                  <a:moveTo>
                    <a:pt x="1" y="1"/>
                  </a:moveTo>
                  <a:cubicBezTo>
                    <a:pt x="1" y="1"/>
                    <a:pt x="1" y="30"/>
                    <a:pt x="30" y="103"/>
                  </a:cubicBezTo>
                  <a:cubicBezTo>
                    <a:pt x="30" y="176"/>
                    <a:pt x="45" y="249"/>
                    <a:pt x="59" y="367"/>
                  </a:cubicBezTo>
                  <a:cubicBezTo>
                    <a:pt x="103" y="601"/>
                    <a:pt x="162" y="923"/>
                    <a:pt x="220" y="1318"/>
                  </a:cubicBezTo>
                  <a:cubicBezTo>
                    <a:pt x="367" y="2123"/>
                    <a:pt x="557" y="3236"/>
                    <a:pt x="733" y="4466"/>
                  </a:cubicBezTo>
                  <a:cubicBezTo>
                    <a:pt x="923" y="5710"/>
                    <a:pt x="1070" y="6823"/>
                    <a:pt x="1157" y="7628"/>
                  </a:cubicBezTo>
                  <a:cubicBezTo>
                    <a:pt x="1201" y="8008"/>
                    <a:pt x="1231" y="8330"/>
                    <a:pt x="1275" y="8579"/>
                  </a:cubicBezTo>
                  <a:cubicBezTo>
                    <a:pt x="1289" y="8667"/>
                    <a:pt x="1289" y="8755"/>
                    <a:pt x="1304" y="8828"/>
                  </a:cubicBezTo>
                  <a:cubicBezTo>
                    <a:pt x="1304" y="8887"/>
                    <a:pt x="1333" y="8931"/>
                    <a:pt x="1333" y="8931"/>
                  </a:cubicBezTo>
                  <a:lnTo>
                    <a:pt x="1333" y="8828"/>
                  </a:lnTo>
                  <a:cubicBezTo>
                    <a:pt x="1333" y="8755"/>
                    <a:pt x="1304" y="8682"/>
                    <a:pt x="1304" y="8579"/>
                  </a:cubicBezTo>
                  <a:cubicBezTo>
                    <a:pt x="1289" y="8330"/>
                    <a:pt x="1260" y="8008"/>
                    <a:pt x="1216" y="7613"/>
                  </a:cubicBezTo>
                  <a:cubicBezTo>
                    <a:pt x="1128" y="6808"/>
                    <a:pt x="996" y="5666"/>
                    <a:pt x="821" y="4436"/>
                  </a:cubicBezTo>
                  <a:cubicBezTo>
                    <a:pt x="630" y="3221"/>
                    <a:pt x="455" y="2094"/>
                    <a:pt x="279" y="1289"/>
                  </a:cubicBezTo>
                  <a:cubicBezTo>
                    <a:pt x="191" y="894"/>
                    <a:pt x="133" y="557"/>
                    <a:pt x="89" y="337"/>
                  </a:cubicBezTo>
                  <a:cubicBezTo>
                    <a:pt x="59" y="235"/>
                    <a:pt x="45" y="162"/>
                    <a:pt x="30" y="88"/>
                  </a:cubicBezTo>
                  <a:cubicBezTo>
                    <a:pt x="30" y="30"/>
                    <a:pt x="1" y="1"/>
                    <a:pt x="1" y="1"/>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2928994" y="2290144"/>
              <a:ext cx="105908" cy="480417"/>
            </a:xfrm>
            <a:custGeom>
              <a:avLst/>
              <a:gdLst/>
              <a:ahLst/>
              <a:cxnLst/>
              <a:rect l="l" t="t" r="r" b="b"/>
              <a:pathLst>
                <a:path w="1714" h="7775" extrusionOk="0">
                  <a:moveTo>
                    <a:pt x="1714" y="0"/>
                  </a:moveTo>
                  <a:lnTo>
                    <a:pt x="1714" y="0"/>
                  </a:lnTo>
                  <a:cubicBezTo>
                    <a:pt x="1714" y="0"/>
                    <a:pt x="1699" y="103"/>
                    <a:pt x="1611" y="249"/>
                  </a:cubicBezTo>
                  <a:cubicBezTo>
                    <a:pt x="1567" y="468"/>
                    <a:pt x="1523" y="747"/>
                    <a:pt x="1450" y="1098"/>
                  </a:cubicBezTo>
                  <a:cubicBezTo>
                    <a:pt x="1318" y="1801"/>
                    <a:pt x="1099" y="2782"/>
                    <a:pt x="864" y="3850"/>
                  </a:cubicBezTo>
                  <a:cubicBezTo>
                    <a:pt x="616" y="4934"/>
                    <a:pt x="396" y="5900"/>
                    <a:pt x="235" y="6617"/>
                  </a:cubicBezTo>
                  <a:cubicBezTo>
                    <a:pt x="162" y="6968"/>
                    <a:pt x="103" y="7232"/>
                    <a:pt x="59" y="7452"/>
                  </a:cubicBezTo>
                  <a:cubicBezTo>
                    <a:pt x="15" y="7656"/>
                    <a:pt x="1" y="7774"/>
                    <a:pt x="1" y="7774"/>
                  </a:cubicBezTo>
                  <a:cubicBezTo>
                    <a:pt x="1" y="7775"/>
                    <a:pt x="1" y="7775"/>
                    <a:pt x="1" y="7775"/>
                  </a:cubicBezTo>
                  <a:cubicBezTo>
                    <a:pt x="5" y="7775"/>
                    <a:pt x="34" y="7673"/>
                    <a:pt x="89" y="7481"/>
                  </a:cubicBezTo>
                  <a:cubicBezTo>
                    <a:pt x="147" y="7276"/>
                    <a:pt x="220" y="6998"/>
                    <a:pt x="308" y="6661"/>
                  </a:cubicBezTo>
                  <a:cubicBezTo>
                    <a:pt x="498" y="5958"/>
                    <a:pt x="733" y="4992"/>
                    <a:pt x="967" y="3909"/>
                  </a:cubicBezTo>
                  <a:cubicBezTo>
                    <a:pt x="1201" y="2855"/>
                    <a:pt x="1406" y="1859"/>
                    <a:pt x="1538" y="1142"/>
                  </a:cubicBezTo>
                  <a:cubicBezTo>
                    <a:pt x="1611" y="805"/>
                    <a:pt x="1640" y="512"/>
                    <a:pt x="1684" y="307"/>
                  </a:cubicBezTo>
                  <a:cubicBezTo>
                    <a:pt x="1714" y="103"/>
                    <a:pt x="1714" y="0"/>
                    <a:pt x="1714"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2925410" y="2835583"/>
              <a:ext cx="129388" cy="222877"/>
            </a:xfrm>
            <a:custGeom>
              <a:avLst/>
              <a:gdLst/>
              <a:ahLst/>
              <a:cxnLst/>
              <a:rect l="l" t="t" r="r" b="b"/>
              <a:pathLst>
                <a:path w="2094" h="3607" extrusionOk="0">
                  <a:moveTo>
                    <a:pt x="513" y="250"/>
                  </a:moveTo>
                  <a:cubicBezTo>
                    <a:pt x="502" y="250"/>
                    <a:pt x="499" y="256"/>
                    <a:pt x="508" y="290"/>
                  </a:cubicBezTo>
                  <a:lnTo>
                    <a:pt x="508" y="290"/>
                  </a:lnTo>
                  <a:cubicBezTo>
                    <a:pt x="513" y="263"/>
                    <a:pt x="513" y="250"/>
                    <a:pt x="513" y="250"/>
                  </a:cubicBezTo>
                  <a:close/>
                  <a:moveTo>
                    <a:pt x="508" y="290"/>
                  </a:moveTo>
                  <a:cubicBezTo>
                    <a:pt x="506" y="303"/>
                    <a:pt x="503" y="318"/>
                    <a:pt x="498" y="337"/>
                  </a:cubicBezTo>
                  <a:cubicBezTo>
                    <a:pt x="483" y="411"/>
                    <a:pt x="454" y="498"/>
                    <a:pt x="439" y="586"/>
                  </a:cubicBezTo>
                  <a:cubicBezTo>
                    <a:pt x="401" y="729"/>
                    <a:pt x="357" y="920"/>
                    <a:pt x="311" y="1145"/>
                  </a:cubicBezTo>
                  <a:lnTo>
                    <a:pt x="311" y="1145"/>
                  </a:lnTo>
                  <a:cubicBezTo>
                    <a:pt x="361" y="927"/>
                    <a:pt x="408" y="740"/>
                    <a:pt x="454" y="601"/>
                  </a:cubicBezTo>
                  <a:cubicBezTo>
                    <a:pt x="498" y="498"/>
                    <a:pt x="513" y="411"/>
                    <a:pt x="527" y="352"/>
                  </a:cubicBezTo>
                  <a:cubicBezTo>
                    <a:pt x="518" y="325"/>
                    <a:pt x="512" y="305"/>
                    <a:pt x="508" y="290"/>
                  </a:cubicBezTo>
                  <a:close/>
                  <a:moveTo>
                    <a:pt x="2094" y="1"/>
                  </a:moveTo>
                  <a:lnTo>
                    <a:pt x="2035" y="15"/>
                  </a:lnTo>
                  <a:cubicBezTo>
                    <a:pt x="1581" y="118"/>
                    <a:pt x="1215" y="206"/>
                    <a:pt x="937" y="264"/>
                  </a:cubicBezTo>
                  <a:cubicBezTo>
                    <a:pt x="820" y="293"/>
                    <a:pt x="717" y="308"/>
                    <a:pt x="644" y="337"/>
                  </a:cubicBezTo>
                  <a:cubicBezTo>
                    <a:pt x="571" y="352"/>
                    <a:pt x="527" y="367"/>
                    <a:pt x="527" y="367"/>
                  </a:cubicBezTo>
                  <a:cubicBezTo>
                    <a:pt x="527" y="367"/>
                    <a:pt x="571" y="367"/>
                    <a:pt x="644" y="352"/>
                  </a:cubicBezTo>
                  <a:cubicBezTo>
                    <a:pt x="717" y="337"/>
                    <a:pt x="805" y="308"/>
                    <a:pt x="937" y="293"/>
                  </a:cubicBezTo>
                  <a:cubicBezTo>
                    <a:pt x="1205" y="237"/>
                    <a:pt x="1554" y="194"/>
                    <a:pt x="1985" y="100"/>
                  </a:cubicBezTo>
                  <a:lnTo>
                    <a:pt x="1985" y="100"/>
                  </a:lnTo>
                  <a:cubicBezTo>
                    <a:pt x="1868" y="885"/>
                    <a:pt x="1690" y="1922"/>
                    <a:pt x="1186" y="2972"/>
                  </a:cubicBezTo>
                  <a:cubicBezTo>
                    <a:pt x="1113" y="3090"/>
                    <a:pt x="1040" y="3236"/>
                    <a:pt x="937" y="3338"/>
                  </a:cubicBezTo>
                  <a:cubicBezTo>
                    <a:pt x="820" y="3426"/>
                    <a:pt x="674" y="3499"/>
                    <a:pt x="556" y="3499"/>
                  </a:cubicBezTo>
                  <a:cubicBezTo>
                    <a:pt x="410" y="3499"/>
                    <a:pt x="278" y="3441"/>
                    <a:pt x="205" y="3338"/>
                  </a:cubicBezTo>
                  <a:cubicBezTo>
                    <a:pt x="117" y="3221"/>
                    <a:pt x="73" y="3090"/>
                    <a:pt x="59" y="2972"/>
                  </a:cubicBezTo>
                  <a:cubicBezTo>
                    <a:pt x="44" y="2694"/>
                    <a:pt x="88" y="2445"/>
                    <a:pt x="132" y="2197"/>
                  </a:cubicBezTo>
                  <a:cubicBezTo>
                    <a:pt x="161" y="1962"/>
                    <a:pt x="205" y="1743"/>
                    <a:pt x="234" y="1538"/>
                  </a:cubicBezTo>
                  <a:cubicBezTo>
                    <a:pt x="260" y="1399"/>
                    <a:pt x="286" y="1267"/>
                    <a:pt x="311" y="1145"/>
                  </a:cubicBezTo>
                  <a:lnTo>
                    <a:pt x="311" y="1145"/>
                  </a:lnTo>
                  <a:cubicBezTo>
                    <a:pt x="282" y="1271"/>
                    <a:pt x="252" y="1408"/>
                    <a:pt x="220" y="1552"/>
                  </a:cubicBezTo>
                  <a:cubicBezTo>
                    <a:pt x="161" y="1757"/>
                    <a:pt x="132" y="1977"/>
                    <a:pt x="88" y="2211"/>
                  </a:cubicBezTo>
                  <a:cubicBezTo>
                    <a:pt x="73" y="2328"/>
                    <a:pt x="59" y="2460"/>
                    <a:pt x="29" y="2577"/>
                  </a:cubicBezTo>
                  <a:cubicBezTo>
                    <a:pt x="15" y="2709"/>
                    <a:pt x="0" y="2841"/>
                    <a:pt x="15" y="2987"/>
                  </a:cubicBezTo>
                  <a:cubicBezTo>
                    <a:pt x="15" y="3133"/>
                    <a:pt x="73" y="3280"/>
                    <a:pt x="161" y="3412"/>
                  </a:cubicBezTo>
                  <a:cubicBezTo>
                    <a:pt x="239" y="3515"/>
                    <a:pt x="385" y="3607"/>
                    <a:pt x="529" y="3607"/>
                  </a:cubicBezTo>
                  <a:cubicBezTo>
                    <a:pt x="548" y="3607"/>
                    <a:pt x="567" y="3605"/>
                    <a:pt x="586" y="3602"/>
                  </a:cubicBezTo>
                  <a:cubicBezTo>
                    <a:pt x="747" y="3587"/>
                    <a:pt x="908" y="3514"/>
                    <a:pt x="1025" y="3412"/>
                  </a:cubicBezTo>
                  <a:cubicBezTo>
                    <a:pt x="1142" y="3295"/>
                    <a:pt x="1230" y="3148"/>
                    <a:pt x="1303" y="3002"/>
                  </a:cubicBezTo>
                  <a:cubicBezTo>
                    <a:pt x="1815" y="1918"/>
                    <a:pt x="1976" y="850"/>
                    <a:pt x="2094" y="59"/>
                  </a:cubicBezTo>
                  <a:lnTo>
                    <a:pt x="2094" y="1"/>
                  </a:ln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3675323" y="2620299"/>
              <a:ext cx="39855" cy="83293"/>
            </a:xfrm>
            <a:custGeom>
              <a:avLst/>
              <a:gdLst/>
              <a:ahLst/>
              <a:cxnLst/>
              <a:rect l="l" t="t" r="r" b="b"/>
              <a:pathLst>
                <a:path w="645" h="1348" extrusionOk="0">
                  <a:moveTo>
                    <a:pt x="615" y="0"/>
                  </a:moveTo>
                  <a:cubicBezTo>
                    <a:pt x="601" y="0"/>
                    <a:pt x="396" y="264"/>
                    <a:pt x="235" y="630"/>
                  </a:cubicBezTo>
                  <a:cubicBezTo>
                    <a:pt x="73" y="1025"/>
                    <a:pt x="0" y="1347"/>
                    <a:pt x="15" y="1347"/>
                  </a:cubicBezTo>
                  <a:cubicBezTo>
                    <a:pt x="16" y="1348"/>
                    <a:pt x="17" y="1348"/>
                    <a:pt x="18" y="1348"/>
                  </a:cubicBezTo>
                  <a:cubicBezTo>
                    <a:pt x="64" y="1348"/>
                    <a:pt x="165" y="1046"/>
                    <a:pt x="308" y="674"/>
                  </a:cubicBezTo>
                  <a:cubicBezTo>
                    <a:pt x="498" y="308"/>
                    <a:pt x="644" y="15"/>
                    <a:pt x="615"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3708753" y="2611278"/>
              <a:ext cx="12729" cy="104981"/>
            </a:xfrm>
            <a:custGeom>
              <a:avLst/>
              <a:gdLst/>
              <a:ahLst/>
              <a:cxnLst/>
              <a:rect l="l" t="t" r="r" b="b"/>
              <a:pathLst>
                <a:path w="206" h="1699" extrusionOk="0">
                  <a:moveTo>
                    <a:pt x="191" y="0"/>
                  </a:moveTo>
                  <a:lnTo>
                    <a:pt x="191" y="0"/>
                  </a:lnTo>
                  <a:cubicBezTo>
                    <a:pt x="177" y="0"/>
                    <a:pt x="118" y="366"/>
                    <a:pt x="60" y="834"/>
                  </a:cubicBezTo>
                  <a:cubicBezTo>
                    <a:pt x="30" y="1318"/>
                    <a:pt x="1" y="1698"/>
                    <a:pt x="30" y="1698"/>
                  </a:cubicBezTo>
                  <a:cubicBezTo>
                    <a:pt x="45" y="1698"/>
                    <a:pt x="118" y="1318"/>
                    <a:pt x="147" y="849"/>
                  </a:cubicBezTo>
                  <a:cubicBezTo>
                    <a:pt x="191" y="381"/>
                    <a:pt x="206" y="0"/>
                    <a:pt x="191" y="0"/>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2711917" y="2665593"/>
              <a:ext cx="178264" cy="58021"/>
            </a:xfrm>
            <a:custGeom>
              <a:avLst/>
              <a:gdLst/>
              <a:ahLst/>
              <a:cxnLst/>
              <a:rect l="l" t="t" r="r" b="b"/>
              <a:pathLst>
                <a:path w="2885" h="939" extrusionOk="0">
                  <a:moveTo>
                    <a:pt x="1597" y="1"/>
                  </a:moveTo>
                  <a:cubicBezTo>
                    <a:pt x="1049" y="1"/>
                    <a:pt x="498" y="184"/>
                    <a:pt x="73" y="541"/>
                  </a:cubicBezTo>
                  <a:lnTo>
                    <a:pt x="73" y="453"/>
                  </a:lnTo>
                  <a:lnTo>
                    <a:pt x="0" y="541"/>
                  </a:lnTo>
                  <a:cubicBezTo>
                    <a:pt x="454" y="702"/>
                    <a:pt x="937" y="878"/>
                    <a:pt x="1406" y="922"/>
                  </a:cubicBezTo>
                  <a:cubicBezTo>
                    <a:pt x="1501" y="933"/>
                    <a:pt x="1598" y="939"/>
                    <a:pt x="1694" y="939"/>
                  </a:cubicBezTo>
                  <a:cubicBezTo>
                    <a:pt x="2096" y="939"/>
                    <a:pt x="2489" y="836"/>
                    <a:pt x="2796" y="600"/>
                  </a:cubicBezTo>
                  <a:cubicBezTo>
                    <a:pt x="2855" y="556"/>
                    <a:pt x="2884" y="512"/>
                    <a:pt x="2884" y="453"/>
                  </a:cubicBezTo>
                  <a:cubicBezTo>
                    <a:pt x="2884" y="395"/>
                    <a:pt x="2840" y="365"/>
                    <a:pt x="2782" y="321"/>
                  </a:cubicBezTo>
                  <a:cubicBezTo>
                    <a:pt x="2428" y="106"/>
                    <a:pt x="2013" y="1"/>
                    <a:pt x="1597" y="1"/>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2772535" y="2496344"/>
              <a:ext cx="15386" cy="106835"/>
            </a:xfrm>
            <a:custGeom>
              <a:avLst/>
              <a:gdLst/>
              <a:ahLst/>
              <a:cxnLst/>
              <a:rect l="l" t="t" r="r" b="b"/>
              <a:pathLst>
                <a:path w="249" h="1729" extrusionOk="0">
                  <a:moveTo>
                    <a:pt x="190" y="1"/>
                  </a:moveTo>
                  <a:cubicBezTo>
                    <a:pt x="176" y="1"/>
                    <a:pt x="176" y="396"/>
                    <a:pt x="117" y="865"/>
                  </a:cubicBezTo>
                  <a:cubicBezTo>
                    <a:pt x="59" y="1348"/>
                    <a:pt x="0" y="1728"/>
                    <a:pt x="29" y="1728"/>
                  </a:cubicBezTo>
                  <a:cubicBezTo>
                    <a:pt x="44" y="1728"/>
                    <a:pt x="146" y="1362"/>
                    <a:pt x="205" y="879"/>
                  </a:cubicBezTo>
                  <a:cubicBezTo>
                    <a:pt x="249" y="381"/>
                    <a:pt x="205" y="1"/>
                    <a:pt x="190" y="1"/>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2"/>
            <p:cNvSpPr/>
            <p:nvPr/>
          </p:nvSpPr>
          <p:spPr>
            <a:xfrm>
              <a:off x="2784276" y="2496344"/>
              <a:ext cx="35344" cy="96887"/>
            </a:xfrm>
            <a:custGeom>
              <a:avLst/>
              <a:gdLst/>
              <a:ahLst/>
              <a:cxnLst/>
              <a:rect l="l" t="t" r="r" b="b"/>
              <a:pathLst>
                <a:path w="572" h="1568" extrusionOk="0">
                  <a:moveTo>
                    <a:pt x="30" y="1"/>
                  </a:moveTo>
                  <a:cubicBezTo>
                    <a:pt x="0" y="1"/>
                    <a:pt x="88" y="352"/>
                    <a:pt x="235" y="791"/>
                  </a:cubicBezTo>
                  <a:cubicBezTo>
                    <a:pt x="366" y="1231"/>
                    <a:pt x="513" y="1567"/>
                    <a:pt x="527" y="1567"/>
                  </a:cubicBezTo>
                  <a:cubicBezTo>
                    <a:pt x="571" y="1567"/>
                    <a:pt x="469" y="1201"/>
                    <a:pt x="322" y="777"/>
                  </a:cubicBezTo>
                  <a:cubicBezTo>
                    <a:pt x="205" y="338"/>
                    <a:pt x="59" y="1"/>
                    <a:pt x="30" y="1"/>
                  </a:cubicBezTo>
                  <a:close/>
                </a:path>
              </a:pathLst>
            </a:custGeom>
            <a:solidFill>
              <a:srgbClr val="151F29">
                <a:alpha val="38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2"/>
            <p:cNvSpPr/>
            <p:nvPr/>
          </p:nvSpPr>
          <p:spPr>
            <a:xfrm>
              <a:off x="3282694" y="2125468"/>
              <a:ext cx="29906" cy="710152"/>
            </a:xfrm>
            <a:custGeom>
              <a:avLst/>
              <a:gdLst/>
              <a:ahLst/>
              <a:cxnLst/>
              <a:rect l="l" t="t" r="r" b="b"/>
              <a:pathLst>
                <a:path w="484" h="11493" extrusionOk="0">
                  <a:moveTo>
                    <a:pt x="425" y="1"/>
                  </a:moveTo>
                  <a:cubicBezTo>
                    <a:pt x="367" y="1"/>
                    <a:pt x="235" y="2563"/>
                    <a:pt x="147" y="5754"/>
                  </a:cubicBezTo>
                  <a:cubicBezTo>
                    <a:pt x="30" y="8916"/>
                    <a:pt x="1" y="11493"/>
                    <a:pt x="59" y="11493"/>
                  </a:cubicBezTo>
                  <a:cubicBezTo>
                    <a:pt x="118" y="11493"/>
                    <a:pt x="220" y="8916"/>
                    <a:pt x="337" y="5754"/>
                  </a:cubicBezTo>
                  <a:cubicBezTo>
                    <a:pt x="440" y="2592"/>
                    <a:pt x="484" y="1"/>
                    <a:pt x="4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2"/>
            <p:cNvSpPr/>
            <p:nvPr/>
          </p:nvSpPr>
          <p:spPr>
            <a:xfrm>
              <a:off x="3322488" y="2351256"/>
              <a:ext cx="29906" cy="28485"/>
            </a:xfrm>
            <a:custGeom>
              <a:avLst/>
              <a:gdLst/>
              <a:ahLst/>
              <a:cxnLst/>
              <a:rect l="l" t="t" r="r" b="b"/>
              <a:pathLst>
                <a:path w="484" h="461" extrusionOk="0">
                  <a:moveTo>
                    <a:pt x="264" y="1"/>
                  </a:moveTo>
                  <a:cubicBezTo>
                    <a:pt x="227" y="1"/>
                    <a:pt x="198" y="14"/>
                    <a:pt x="177" y="36"/>
                  </a:cubicBezTo>
                  <a:cubicBezTo>
                    <a:pt x="162" y="50"/>
                    <a:pt x="162" y="65"/>
                    <a:pt x="162" y="80"/>
                  </a:cubicBezTo>
                  <a:cubicBezTo>
                    <a:pt x="177" y="109"/>
                    <a:pt x="235" y="109"/>
                    <a:pt x="279" y="138"/>
                  </a:cubicBezTo>
                  <a:cubicBezTo>
                    <a:pt x="294" y="153"/>
                    <a:pt x="308" y="197"/>
                    <a:pt x="308" y="211"/>
                  </a:cubicBezTo>
                  <a:cubicBezTo>
                    <a:pt x="308" y="226"/>
                    <a:pt x="308" y="255"/>
                    <a:pt x="279" y="270"/>
                  </a:cubicBezTo>
                  <a:cubicBezTo>
                    <a:pt x="235" y="285"/>
                    <a:pt x="220" y="285"/>
                    <a:pt x="206" y="285"/>
                  </a:cubicBezTo>
                  <a:cubicBezTo>
                    <a:pt x="177" y="285"/>
                    <a:pt x="147" y="255"/>
                    <a:pt x="147" y="226"/>
                  </a:cubicBezTo>
                  <a:cubicBezTo>
                    <a:pt x="118" y="182"/>
                    <a:pt x="147" y="124"/>
                    <a:pt x="118" y="109"/>
                  </a:cubicBezTo>
                  <a:lnTo>
                    <a:pt x="74" y="109"/>
                  </a:lnTo>
                  <a:cubicBezTo>
                    <a:pt x="59" y="124"/>
                    <a:pt x="16" y="153"/>
                    <a:pt x="16" y="211"/>
                  </a:cubicBezTo>
                  <a:cubicBezTo>
                    <a:pt x="1" y="270"/>
                    <a:pt x="16" y="358"/>
                    <a:pt x="89" y="416"/>
                  </a:cubicBezTo>
                  <a:cubicBezTo>
                    <a:pt x="125" y="446"/>
                    <a:pt x="177" y="460"/>
                    <a:pt x="228" y="460"/>
                  </a:cubicBezTo>
                  <a:cubicBezTo>
                    <a:pt x="279" y="460"/>
                    <a:pt x="330" y="446"/>
                    <a:pt x="367" y="416"/>
                  </a:cubicBezTo>
                  <a:cubicBezTo>
                    <a:pt x="440" y="358"/>
                    <a:pt x="484" y="255"/>
                    <a:pt x="455" y="153"/>
                  </a:cubicBezTo>
                  <a:cubicBezTo>
                    <a:pt x="440" y="65"/>
                    <a:pt x="367" y="36"/>
                    <a:pt x="308" y="6"/>
                  </a:cubicBezTo>
                  <a:cubicBezTo>
                    <a:pt x="293" y="3"/>
                    <a:pt x="278" y="1"/>
                    <a:pt x="2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2"/>
            <p:cNvSpPr/>
            <p:nvPr/>
          </p:nvSpPr>
          <p:spPr>
            <a:xfrm>
              <a:off x="3331572" y="2233357"/>
              <a:ext cx="29906" cy="27558"/>
            </a:xfrm>
            <a:custGeom>
              <a:avLst/>
              <a:gdLst/>
              <a:ahLst/>
              <a:cxnLst/>
              <a:rect l="l" t="t" r="r" b="b"/>
              <a:pathLst>
                <a:path w="484" h="446" extrusionOk="0">
                  <a:moveTo>
                    <a:pt x="273" y="0"/>
                  </a:moveTo>
                  <a:cubicBezTo>
                    <a:pt x="253" y="0"/>
                    <a:pt x="235" y="4"/>
                    <a:pt x="220" y="11"/>
                  </a:cubicBezTo>
                  <a:cubicBezTo>
                    <a:pt x="176" y="11"/>
                    <a:pt x="176" y="26"/>
                    <a:pt x="176" y="55"/>
                  </a:cubicBezTo>
                  <a:cubicBezTo>
                    <a:pt x="176" y="70"/>
                    <a:pt x="235" y="85"/>
                    <a:pt x="264" y="128"/>
                  </a:cubicBezTo>
                  <a:cubicBezTo>
                    <a:pt x="293" y="143"/>
                    <a:pt x="308" y="187"/>
                    <a:pt x="308" y="202"/>
                  </a:cubicBezTo>
                  <a:cubicBezTo>
                    <a:pt x="308" y="216"/>
                    <a:pt x="308" y="231"/>
                    <a:pt x="264" y="260"/>
                  </a:cubicBezTo>
                  <a:lnTo>
                    <a:pt x="191" y="260"/>
                  </a:lnTo>
                  <a:cubicBezTo>
                    <a:pt x="176" y="260"/>
                    <a:pt x="161" y="216"/>
                    <a:pt x="161" y="202"/>
                  </a:cubicBezTo>
                  <a:cubicBezTo>
                    <a:pt x="147" y="143"/>
                    <a:pt x="176" y="85"/>
                    <a:pt x="161" y="70"/>
                  </a:cubicBezTo>
                  <a:cubicBezTo>
                    <a:pt x="161" y="63"/>
                    <a:pt x="158" y="59"/>
                    <a:pt x="147" y="59"/>
                  </a:cubicBezTo>
                  <a:cubicBezTo>
                    <a:pt x="136" y="59"/>
                    <a:pt x="117" y="63"/>
                    <a:pt x="88" y="70"/>
                  </a:cubicBezTo>
                  <a:cubicBezTo>
                    <a:pt x="44" y="85"/>
                    <a:pt x="30" y="128"/>
                    <a:pt x="15" y="172"/>
                  </a:cubicBezTo>
                  <a:cubicBezTo>
                    <a:pt x="0" y="231"/>
                    <a:pt x="0" y="304"/>
                    <a:pt x="73" y="377"/>
                  </a:cubicBezTo>
                  <a:cubicBezTo>
                    <a:pt x="119" y="423"/>
                    <a:pt x="182" y="446"/>
                    <a:pt x="241" y="446"/>
                  </a:cubicBezTo>
                  <a:cubicBezTo>
                    <a:pt x="276" y="446"/>
                    <a:pt x="310" y="438"/>
                    <a:pt x="337" y="421"/>
                  </a:cubicBezTo>
                  <a:cubicBezTo>
                    <a:pt x="439" y="377"/>
                    <a:pt x="483" y="275"/>
                    <a:pt x="469" y="172"/>
                  </a:cubicBezTo>
                  <a:cubicBezTo>
                    <a:pt x="454" y="85"/>
                    <a:pt x="396" y="26"/>
                    <a:pt x="337" y="11"/>
                  </a:cubicBezTo>
                  <a:cubicBezTo>
                    <a:pt x="315" y="4"/>
                    <a:pt x="293" y="0"/>
                    <a:pt x="2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2"/>
            <p:cNvSpPr/>
            <p:nvPr/>
          </p:nvSpPr>
          <p:spPr>
            <a:xfrm>
              <a:off x="3321623" y="2501288"/>
              <a:ext cx="29906" cy="27744"/>
            </a:xfrm>
            <a:custGeom>
              <a:avLst/>
              <a:gdLst/>
              <a:ahLst/>
              <a:cxnLst/>
              <a:rect l="l" t="t" r="r" b="b"/>
              <a:pathLst>
                <a:path w="484" h="449" extrusionOk="0">
                  <a:moveTo>
                    <a:pt x="215" y="1"/>
                  </a:moveTo>
                  <a:cubicBezTo>
                    <a:pt x="194" y="1"/>
                    <a:pt x="171" y="7"/>
                    <a:pt x="147" y="23"/>
                  </a:cubicBezTo>
                  <a:cubicBezTo>
                    <a:pt x="88" y="38"/>
                    <a:pt x="30" y="96"/>
                    <a:pt x="15" y="184"/>
                  </a:cubicBezTo>
                  <a:cubicBezTo>
                    <a:pt x="0" y="272"/>
                    <a:pt x="44" y="389"/>
                    <a:pt x="147" y="419"/>
                  </a:cubicBezTo>
                  <a:cubicBezTo>
                    <a:pt x="185" y="438"/>
                    <a:pt x="226" y="449"/>
                    <a:pt x="266" y="449"/>
                  </a:cubicBezTo>
                  <a:cubicBezTo>
                    <a:pt x="318" y="449"/>
                    <a:pt x="369" y="431"/>
                    <a:pt x="410" y="389"/>
                  </a:cubicBezTo>
                  <a:cubicBezTo>
                    <a:pt x="483" y="316"/>
                    <a:pt x="483" y="243"/>
                    <a:pt x="483" y="184"/>
                  </a:cubicBezTo>
                  <a:cubicBezTo>
                    <a:pt x="460" y="78"/>
                    <a:pt x="398" y="48"/>
                    <a:pt x="375" y="48"/>
                  </a:cubicBezTo>
                  <a:cubicBezTo>
                    <a:pt x="370" y="48"/>
                    <a:pt x="366" y="50"/>
                    <a:pt x="366" y="53"/>
                  </a:cubicBezTo>
                  <a:cubicBezTo>
                    <a:pt x="337" y="67"/>
                    <a:pt x="366" y="126"/>
                    <a:pt x="337" y="184"/>
                  </a:cubicBezTo>
                  <a:cubicBezTo>
                    <a:pt x="322" y="214"/>
                    <a:pt x="308" y="243"/>
                    <a:pt x="293" y="258"/>
                  </a:cubicBezTo>
                  <a:cubicBezTo>
                    <a:pt x="278" y="265"/>
                    <a:pt x="267" y="268"/>
                    <a:pt x="256" y="268"/>
                  </a:cubicBezTo>
                  <a:cubicBezTo>
                    <a:pt x="245" y="268"/>
                    <a:pt x="234" y="265"/>
                    <a:pt x="220" y="258"/>
                  </a:cubicBezTo>
                  <a:cubicBezTo>
                    <a:pt x="176" y="243"/>
                    <a:pt x="161" y="214"/>
                    <a:pt x="161" y="199"/>
                  </a:cubicBezTo>
                  <a:cubicBezTo>
                    <a:pt x="161" y="184"/>
                    <a:pt x="176" y="140"/>
                    <a:pt x="191" y="126"/>
                  </a:cubicBezTo>
                  <a:cubicBezTo>
                    <a:pt x="234" y="96"/>
                    <a:pt x="264" y="67"/>
                    <a:pt x="293" y="53"/>
                  </a:cubicBezTo>
                  <a:cubicBezTo>
                    <a:pt x="304" y="42"/>
                    <a:pt x="26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2"/>
            <p:cNvSpPr/>
            <p:nvPr/>
          </p:nvSpPr>
          <p:spPr>
            <a:xfrm>
              <a:off x="3318904" y="2660526"/>
              <a:ext cx="31698" cy="29536"/>
            </a:xfrm>
            <a:custGeom>
              <a:avLst/>
              <a:gdLst/>
              <a:ahLst/>
              <a:cxnLst/>
              <a:rect l="l" t="t" r="r" b="b"/>
              <a:pathLst>
                <a:path w="513" h="478" extrusionOk="0">
                  <a:moveTo>
                    <a:pt x="246" y="1"/>
                  </a:moveTo>
                  <a:cubicBezTo>
                    <a:pt x="220" y="1"/>
                    <a:pt x="191" y="8"/>
                    <a:pt x="161" y="23"/>
                  </a:cubicBezTo>
                  <a:cubicBezTo>
                    <a:pt x="117" y="37"/>
                    <a:pt x="44" y="96"/>
                    <a:pt x="15" y="184"/>
                  </a:cubicBezTo>
                  <a:cubicBezTo>
                    <a:pt x="0" y="301"/>
                    <a:pt x="59" y="389"/>
                    <a:pt x="147" y="447"/>
                  </a:cubicBezTo>
                  <a:cubicBezTo>
                    <a:pt x="179" y="467"/>
                    <a:pt x="222" y="477"/>
                    <a:pt x="266" y="477"/>
                  </a:cubicBezTo>
                  <a:cubicBezTo>
                    <a:pt x="324" y="477"/>
                    <a:pt x="384" y="459"/>
                    <a:pt x="425" y="418"/>
                  </a:cubicBezTo>
                  <a:cubicBezTo>
                    <a:pt x="498" y="374"/>
                    <a:pt x="513" y="272"/>
                    <a:pt x="498" y="228"/>
                  </a:cubicBezTo>
                  <a:cubicBezTo>
                    <a:pt x="483" y="169"/>
                    <a:pt x="454" y="125"/>
                    <a:pt x="425" y="111"/>
                  </a:cubicBezTo>
                  <a:cubicBezTo>
                    <a:pt x="410" y="103"/>
                    <a:pt x="396" y="100"/>
                    <a:pt x="385" y="100"/>
                  </a:cubicBezTo>
                  <a:cubicBezTo>
                    <a:pt x="374" y="100"/>
                    <a:pt x="366" y="103"/>
                    <a:pt x="366" y="111"/>
                  </a:cubicBezTo>
                  <a:cubicBezTo>
                    <a:pt x="352" y="125"/>
                    <a:pt x="381" y="184"/>
                    <a:pt x="366" y="242"/>
                  </a:cubicBezTo>
                  <a:cubicBezTo>
                    <a:pt x="352" y="272"/>
                    <a:pt x="337" y="301"/>
                    <a:pt x="308" y="316"/>
                  </a:cubicBezTo>
                  <a:cubicBezTo>
                    <a:pt x="300" y="323"/>
                    <a:pt x="293" y="327"/>
                    <a:pt x="282" y="327"/>
                  </a:cubicBezTo>
                  <a:cubicBezTo>
                    <a:pt x="271" y="327"/>
                    <a:pt x="257" y="323"/>
                    <a:pt x="235" y="316"/>
                  </a:cubicBezTo>
                  <a:cubicBezTo>
                    <a:pt x="205" y="301"/>
                    <a:pt x="176" y="257"/>
                    <a:pt x="176" y="242"/>
                  </a:cubicBezTo>
                  <a:cubicBezTo>
                    <a:pt x="176" y="228"/>
                    <a:pt x="205" y="184"/>
                    <a:pt x="220" y="169"/>
                  </a:cubicBezTo>
                  <a:cubicBezTo>
                    <a:pt x="278" y="111"/>
                    <a:pt x="308" y="111"/>
                    <a:pt x="337" y="96"/>
                  </a:cubicBezTo>
                  <a:cubicBezTo>
                    <a:pt x="352" y="81"/>
                    <a:pt x="337" y="52"/>
                    <a:pt x="308" y="23"/>
                  </a:cubicBezTo>
                  <a:cubicBezTo>
                    <a:pt x="293" y="8"/>
                    <a:pt x="271" y="1"/>
                    <a:pt x="2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2"/>
            <p:cNvSpPr/>
            <p:nvPr/>
          </p:nvSpPr>
          <p:spPr>
            <a:xfrm>
              <a:off x="3095463" y="2802092"/>
              <a:ext cx="344726" cy="77855"/>
            </a:xfrm>
            <a:custGeom>
              <a:avLst/>
              <a:gdLst/>
              <a:ahLst/>
              <a:cxnLst/>
              <a:rect l="l" t="t" r="r" b="b"/>
              <a:pathLst>
                <a:path w="5579" h="1260" extrusionOk="0">
                  <a:moveTo>
                    <a:pt x="88" y="1"/>
                  </a:moveTo>
                  <a:lnTo>
                    <a:pt x="0" y="630"/>
                  </a:lnTo>
                  <a:lnTo>
                    <a:pt x="5578" y="1260"/>
                  </a:lnTo>
                  <a:lnTo>
                    <a:pt x="5578" y="630"/>
                  </a:lnTo>
                  <a:lnTo>
                    <a:pt x="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32"/>
          <p:cNvGrpSpPr/>
          <p:nvPr/>
        </p:nvGrpSpPr>
        <p:grpSpPr>
          <a:xfrm>
            <a:off x="1417405" y="2902874"/>
            <a:ext cx="1874027" cy="1435453"/>
            <a:chOff x="1568769" y="2852762"/>
            <a:chExt cx="2156533" cy="1651845"/>
          </a:xfrm>
        </p:grpSpPr>
        <p:sp>
          <p:nvSpPr>
            <p:cNvPr id="452" name="Google Shape;452;p32"/>
            <p:cNvSpPr/>
            <p:nvPr/>
          </p:nvSpPr>
          <p:spPr>
            <a:xfrm>
              <a:off x="3409629" y="3209179"/>
              <a:ext cx="94106" cy="1295427"/>
            </a:xfrm>
            <a:custGeom>
              <a:avLst/>
              <a:gdLst/>
              <a:ahLst/>
              <a:cxnLst/>
              <a:rect l="l" t="t" r="r" b="b"/>
              <a:pathLst>
                <a:path w="1523" h="20965" extrusionOk="0">
                  <a:moveTo>
                    <a:pt x="0" y="1"/>
                  </a:moveTo>
                  <a:lnTo>
                    <a:pt x="879" y="20965"/>
                  </a:lnTo>
                  <a:lnTo>
                    <a:pt x="1523" y="20965"/>
                  </a:lnTo>
                  <a:lnTo>
                    <a:pt x="76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2"/>
            <p:cNvSpPr/>
            <p:nvPr/>
          </p:nvSpPr>
          <p:spPr>
            <a:xfrm>
              <a:off x="3444912" y="3192001"/>
              <a:ext cx="192723" cy="170108"/>
            </a:xfrm>
            <a:custGeom>
              <a:avLst/>
              <a:gdLst/>
              <a:ahLst/>
              <a:cxnLst/>
              <a:rect l="l" t="t" r="r" b="b"/>
              <a:pathLst>
                <a:path w="3119" h="2753" extrusionOk="0">
                  <a:moveTo>
                    <a:pt x="2899" y="1"/>
                  </a:moveTo>
                  <a:lnTo>
                    <a:pt x="0" y="2387"/>
                  </a:lnTo>
                  <a:lnTo>
                    <a:pt x="293" y="2753"/>
                  </a:lnTo>
                  <a:lnTo>
                    <a:pt x="3119" y="147"/>
                  </a:lnTo>
                  <a:lnTo>
                    <a:pt x="289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2"/>
            <p:cNvSpPr/>
            <p:nvPr/>
          </p:nvSpPr>
          <p:spPr>
            <a:xfrm>
              <a:off x="3243160" y="3201022"/>
              <a:ext cx="201806" cy="158368"/>
            </a:xfrm>
            <a:custGeom>
              <a:avLst/>
              <a:gdLst/>
              <a:ahLst/>
              <a:cxnLst/>
              <a:rect l="l" t="t" r="r" b="b"/>
              <a:pathLst>
                <a:path w="3266" h="2563" extrusionOk="0">
                  <a:moveTo>
                    <a:pt x="89" y="1"/>
                  </a:moveTo>
                  <a:lnTo>
                    <a:pt x="1" y="235"/>
                  </a:lnTo>
                  <a:lnTo>
                    <a:pt x="2958" y="2563"/>
                  </a:lnTo>
                  <a:lnTo>
                    <a:pt x="3265" y="2197"/>
                  </a:lnTo>
                  <a:lnTo>
                    <a:pt x="8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2"/>
            <p:cNvSpPr/>
            <p:nvPr/>
          </p:nvSpPr>
          <p:spPr>
            <a:xfrm>
              <a:off x="1568769" y="3150415"/>
              <a:ext cx="2156533" cy="83293"/>
            </a:xfrm>
            <a:custGeom>
              <a:avLst/>
              <a:gdLst/>
              <a:ahLst/>
              <a:cxnLst/>
              <a:rect l="l" t="t" r="r" b="b"/>
              <a:pathLst>
                <a:path w="34901" h="1348" extrusionOk="0">
                  <a:moveTo>
                    <a:pt x="0" y="0"/>
                  </a:moveTo>
                  <a:lnTo>
                    <a:pt x="146" y="1347"/>
                  </a:lnTo>
                  <a:lnTo>
                    <a:pt x="34901" y="952"/>
                  </a:lnTo>
                  <a:lnTo>
                    <a:pt x="349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2"/>
            <p:cNvSpPr/>
            <p:nvPr/>
          </p:nvSpPr>
          <p:spPr>
            <a:xfrm>
              <a:off x="1813900" y="3209179"/>
              <a:ext cx="94106" cy="1295427"/>
            </a:xfrm>
            <a:custGeom>
              <a:avLst/>
              <a:gdLst/>
              <a:ahLst/>
              <a:cxnLst/>
              <a:rect l="l" t="t" r="r" b="b"/>
              <a:pathLst>
                <a:path w="1523" h="20965" extrusionOk="0">
                  <a:moveTo>
                    <a:pt x="0" y="1"/>
                  </a:moveTo>
                  <a:lnTo>
                    <a:pt x="879" y="20965"/>
                  </a:lnTo>
                  <a:lnTo>
                    <a:pt x="1523" y="20965"/>
                  </a:lnTo>
                  <a:lnTo>
                    <a:pt x="7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2"/>
            <p:cNvSpPr/>
            <p:nvPr/>
          </p:nvSpPr>
          <p:spPr>
            <a:xfrm>
              <a:off x="1849184" y="3192001"/>
              <a:ext cx="193650" cy="170108"/>
            </a:xfrm>
            <a:custGeom>
              <a:avLst/>
              <a:gdLst/>
              <a:ahLst/>
              <a:cxnLst/>
              <a:rect l="l" t="t" r="r" b="b"/>
              <a:pathLst>
                <a:path w="3134" h="2753" extrusionOk="0">
                  <a:moveTo>
                    <a:pt x="2914" y="1"/>
                  </a:moveTo>
                  <a:lnTo>
                    <a:pt x="0" y="2387"/>
                  </a:lnTo>
                  <a:lnTo>
                    <a:pt x="293" y="2753"/>
                  </a:lnTo>
                  <a:lnTo>
                    <a:pt x="3133" y="147"/>
                  </a:lnTo>
                  <a:lnTo>
                    <a:pt x="291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2"/>
            <p:cNvSpPr/>
            <p:nvPr/>
          </p:nvSpPr>
          <p:spPr>
            <a:xfrm>
              <a:off x="1647431" y="3201022"/>
              <a:ext cx="201806" cy="158368"/>
            </a:xfrm>
            <a:custGeom>
              <a:avLst/>
              <a:gdLst/>
              <a:ahLst/>
              <a:cxnLst/>
              <a:rect l="l" t="t" r="r" b="b"/>
              <a:pathLst>
                <a:path w="3266" h="2563" extrusionOk="0">
                  <a:moveTo>
                    <a:pt x="103" y="1"/>
                  </a:moveTo>
                  <a:lnTo>
                    <a:pt x="1" y="235"/>
                  </a:lnTo>
                  <a:lnTo>
                    <a:pt x="2973" y="2563"/>
                  </a:lnTo>
                  <a:lnTo>
                    <a:pt x="3265" y="2197"/>
                  </a:lnTo>
                  <a:lnTo>
                    <a:pt x="1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2"/>
            <p:cNvSpPr/>
            <p:nvPr/>
          </p:nvSpPr>
          <p:spPr>
            <a:xfrm>
              <a:off x="1810254" y="2852762"/>
              <a:ext cx="695694" cy="299496"/>
            </a:xfrm>
            <a:custGeom>
              <a:avLst/>
              <a:gdLst/>
              <a:ahLst/>
              <a:cxnLst/>
              <a:rect l="l" t="t" r="r" b="b"/>
              <a:pathLst>
                <a:path w="11259" h="4847" extrusionOk="0">
                  <a:moveTo>
                    <a:pt x="5666" y="1"/>
                  </a:moveTo>
                  <a:lnTo>
                    <a:pt x="4466" y="4554"/>
                  </a:lnTo>
                  <a:lnTo>
                    <a:pt x="1" y="4554"/>
                  </a:lnTo>
                  <a:lnTo>
                    <a:pt x="1" y="4846"/>
                  </a:lnTo>
                  <a:lnTo>
                    <a:pt x="9721" y="4773"/>
                  </a:lnTo>
                  <a:lnTo>
                    <a:pt x="112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2"/>
            <p:cNvSpPr/>
            <p:nvPr/>
          </p:nvSpPr>
          <p:spPr>
            <a:xfrm>
              <a:off x="2270732" y="2977644"/>
              <a:ext cx="63397" cy="62470"/>
            </a:xfrm>
            <a:custGeom>
              <a:avLst/>
              <a:gdLst/>
              <a:ahLst/>
              <a:cxnLst/>
              <a:rect l="l" t="t" r="r" b="b"/>
              <a:pathLst>
                <a:path w="1026" h="1011" extrusionOk="0">
                  <a:moveTo>
                    <a:pt x="513" y="0"/>
                  </a:moveTo>
                  <a:cubicBezTo>
                    <a:pt x="235" y="0"/>
                    <a:pt x="0" y="220"/>
                    <a:pt x="0" y="512"/>
                  </a:cubicBezTo>
                  <a:cubicBezTo>
                    <a:pt x="0" y="791"/>
                    <a:pt x="235" y="1010"/>
                    <a:pt x="513" y="1010"/>
                  </a:cubicBezTo>
                  <a:cubicBezTo>
                    <a:pt x="791" y="1010"/>
                    <a:pt x="1025" y="791"/>
                    <a:pt x="1025" y="512"/>
                  </a:cubicBezTo>
                  <a:cubicBezTo>
                    <a:pt x="1025" y="220"/>
                    <a:pt x="791" y="0"/>
                    <a:pt x="5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1" name="Google Shape;461;p32"/>
          <p:cNvSpPr/>
          <p:nvPr/>
        </p:nvSpPr>
        <p:spPr>
          <a:xfrm>
            <a:off x="4590818" y="2361390"/>
            <a:ext cx="30833" cy="15880"/>
          </a:xfrm>
          <a:custGeom>
            <a:avLst/>
            <a:gdLst/>
            <a:ahLst/>
            <a:cxnLst/>
            <a:rect l="l" t="t" r="r" b="b"/>
            <a:pathLst>
              <a:path w="499" h="257" extrusionOk="0">
                <a:moveTo>
                  <a:pt x="458" y="1"/>
                </a:moveTo>
                <a:cubicBezTo>
                  <a:pt x="426" y="1"/>
                  <a:pt x="334" y="39"/>
                  <a:pt x="220" y="77"/>
                </a:cubicBezTo>
                <a:cubicBezTo>
                  <a:pt x="88" y="165"/>
                  <a:pt x="0" y="238"/>
                  <a:pt x="0" y="252"/>
                </a:cubicBezTo>
                <a:cubicBezTo>
                  <a:pt x="3" y="255"/>
                  <a:pt x="8" y="256"/>
                  <a:pt x="16" y="256"/>
                </a:cubicBezTo>
                <a:cubicBezTo>
                  <a:pt x="55" y="256"/>
                  <a:pt x="152" y="228"/>
                  <a:pt x="249" y="179"/>
                </a:cubicBezTo>
                <a:cubicBezTo>
                  <a:pt x="381" y="106"/>
                  <a:pt x="498" y="33"/>
                  <a:pt x="469" y="4"/>
                </a:cubicBezTo>
                <a:cubicBezTo>
                  <a:pt x="467" y="2"/>
                  <a:pt x="463" y="1"/>
                  <a:pt x="4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32"/>
          <p:cNvGrpSpPr/>
          <p:nvPr/>
        </p:nvGrpSpPr>
        <p:grpSpPr>
          <a:xfrm>
            <a:off x="3231352" y="2472167"/>
            <a:ext cx="1074640" cy="1905453"/>
            <a:chOff x="3656165" y="2357127"/>
            <a:chExt cx="1236640" cy="2192697"/>
          </a:xfrm>
        </p:grpSpPr>
        <p:sp>
          <p:nvSpPr>
            <p:cNvPr id="463" name="Google Shape;463;p32"/>
            <p:cNvSpPr/>
            <p:nvPr/>
          </p:nvSpPr>
          <p:spPr>
            <a:xfrm>
              <a:off x="4663462" y="3758229"/>
              <a:ext cx="57959" cy="706507"/>
            </a:xfrm>
            <a:custGeom>
              <a:avLst/>
              <a:gdLst/>
              <a:ahLst/>
              <a:cxnLst/>
              <a:rect l="l" t="t" r="r" b="b"/>
              <a:pathLst>
                <a:path w="938" h="11434" extrusionOk="0">
                  <a:moveTo>
                    <a:pt x="484" y="0"/>
                  </a:moveTo>
                  <a:lnTo>
                    <a:pt x="1" y="11434"/>
                  </a:lnTo>
                  <a:lnTo>
                    <a:pt x="337" y="11434"/>
                  </a:lnTo>
                  <a:lnTo>
                    <a:pt x="937" y="59"/>
                  </a:lnTo>
                  <a:lnTo>
                    <a:pt x="4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2"/>
            <p:cNvSpPr/>
            <p:nvPr/>
          </p:nvSpPr>
          <p:spPr>
            <a:xfrm>
              <a:off x="3824298" y="4391501"/>
              <a:ext cx="330268" cy="102262"/>
            </a:xfrm>
            <a:custGeom>
              <a:avLst/>
              <a:gdLst/>
              <a:ahLst/>
              <a:cxnLst/>
              <a:rect l="l" t="t" r="r" b="b"/>
              <a:pathLst>
                <a:path w="5345" h="1655" extrusionOk="0">
                  <a:moveTo>
                    <a:pt x="1025" y="1"/>
                  </a:moveTo>
                  <a:lnTo>
                    <a:pt x="1245" y="1025"/>
                  </a:lnTo>
                  <a:cubicBezTo>
                    <a:pt x="1245" y="1025"/>
                    <a:pt x="1" y="1655"/>
                    <a:pt x="689" y="1655"/>
                  </a:cubicBezTo>
                  <a:lnTo>
                    <a:pt x="5344" y="1655"/>
                  </a:lnTo>
                  <a:lnTo>
                    <a:pt x="50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2"/>
            <p:cNvSpPr/>
            <p:nvPr/>
          </p:nvSpPr>
          <p:spPr>
            <a:xfrm>
              <a:off x="3656165" y="4448488"/>
              <a:ext cx="330268" cy="101336"/>
            </a:xfrm>
            <a:custGeom>
              <a:avLst/>
              <a:gdLst/>
              <a:ahLst/>
              <a:cxnLst/>
              <a:rect l="l" t="t" r="r" b="b"/>
              <a:pathLst>
                <a:path w="5345" h="1640" extrusionOk="0">
                  <a:moveTo>
                    <a:pt x="1025" y="0"/>
                  </a:moveTo>
                  <a:lnTo>
                    <a:pt x="1245" y="1025"/>
                  </a:lnTo>
                  <a:cubicBezTo>
                    <a:pt x="1245" y="1025"/>
                    <a:pt x="1" y="1640"/>
                    <a:pt x="703" y="1640"/>
                  </a:cubicBezTo>
                  <a:lnTo>
                    <a:pt x="5344" y="1640"/>
                  </a:lnTo>
                  <a:lnTo>
                    <a:pt x="50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2"/>
            <p:cNvSpPr/>
            <p:nvPr/>
          </p:nvSpPr>
          <p:spPr>
            <a:xfrm>
              <a:off x="3845255" y="3386522"/>
              <a:ext cx="980607" cy="1054755"/>
            </a:xfrm>
            <a:custGeom>
              <a:avLst/>
              <a:gdLst/>
              <a:ahLst/>
              <a:cxnLst/>
              <a:rect l="l" t="t" r="r" b="b"/>
              <a:pathLst>
                <a:path w="15870" h="17070" extrusionOk="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2"/>
            <p:cNvSpPr/>
            <p:nvPr/>
          </p:nvSpPr>
          <p:spPr>
            <a:xfrm>
              <a:off x="3845255" y="3386522"/>
              <a:ext cx="980607" cy="1054755"/>
            </a:xfrm>
            <a:custGeom>
              <a:avLst/>
              <a:gdLst/>
              <a:ahLst/>
              <a:cxnLst/>
              <a:rect l="l" t="t" r="r" b="b"/>
              <a:pathLst>
                <a:path w="15870" h="17070" extrusionOk="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2"/>
            <p:cNvSpPr/>
            <p:nvPr/>
          </p:nvSpPr>
          <p:spPr>
            <a:xfrm>
              <a:off x="3673355" y="3427210"/>
              <a:ext cx="980607" cy="1054755"/>
            </a:xfrm>
            <a:custGeom>
              <a:avLst/>
              <a:gdLst/>
              <a:ahLst/>
              <a:cxnLst/>
              <a:rect l="l" t="t" r="r" b="b"/>
              <a:pathLst>
                <a:path w="15870" h="17070" extrusionOk="0">
                  <a:moveTo>
                    <a:pt x="2760" y="0"/>
                  </a:moveTo>
                  <a:cubicBezTo>
                    <a:pt x="1" y="0"/>
                    <a:pt x="512" y="17070"/>
                    <a:pt x="512" y="17070"/>
                  </a:cubicBezTo>
                  <a:lnTo>
                    <a:pt x="4933" y="17070"/>
                  </a:lnTo>
                  <a:cubicBezTo>
                    <a:pt x="4933" y="17070"/>
                    <a:pt x="5168" y="6295"/>
                    <a:pt x="5197" y="5402"/>
                  </a:cubicBezTo>
                  <a:cubicBezTo>
                    <a:pt x="5205" y="5232"/>
                    <a:pt x="5346" y="5168"/>
                    <a:pt x="5594" y="5168"/>
                  </a:cubicBezTo>
                  <a:cubicBezTo>
                    <a:pt x="6381" y="5168"/>
                    <a:pt x="8241" y="5818"/>
                    <a:pt x="10331" y="5818"/>
                  </a:cubicBezTo>
                  <a:cubicBezTo>
                    <a:pt x="11158" y="5818"/>
                    <a:pt x="12021" y="5716"/>
                    <a:pt x="12868" y="5431"/>
                  </a:cubicBezTo>
                  <a:cubicBezTo>
                    <a:pt x="15869" y="4436"/>
                    <a:pt x="14478" y="952"/>
                    <a:pt x="14478" y="952"/>
                  </a:cubicBezTo>
                  <a:cubicBezTo>
                    <a:pt x="14478" y="952"/>
                    <a:pt x="4933" y="44"/>
                    <a:pt x="2767" y="0"/>
                  </a:cubicBezTo>
                  <a:cubicBezTo>
                    <a:pt x="2764" y="0"/>
                    <a:pt x="2762" y="0"/>
                    <a:pt x="27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2"/>
            <p:cNvSpPr/>
            <p:nvPr/>
          </p:nvSpPr>
          <p:spPr>
            <a:xfrm>
              <a:off x="3930282" y="3468830"/>
              <a:ext cx="810561" cy="1001431"/>
            </a:xfrm>
            <a:custGeom>
              <a:avLst/>
              <a:gdLst/>
              <a:ahLst/>
              <a:cxnLst/>
              <a:rect l="l" t="t" r="r" b="b"/>
              <a:pathLst>
                <a:path w="13118" h="16207" extrusionOk="0">
                  <a:moveTo>
                    <a:pt x="13000" y="0"/>
                  </a:moveTo>
                  <a:cubicBezTo>
                    <a:pt x="13000" y="1"/>
                    <a:pt x="13029" y="89"/>
                    <a:pt x="13044" y="278"/>
                  </a:cubicBezTo>
                  <a:cubicBezTo>
                    <a:pt x="13088" y="439"/>
                    <a:pt x="13088" y="718"/>
                    <a:pt x="13015" y="1040"/>
                  </a:cubicBezTo>
                  <a:cubicBezTo>
                    <a:pt x="12927" y="1376"/>
                    <a:pt x="12751" y="1757"/>
                    <a:pt x="12444" y="2123"/>
                  </a:cubicBezTo>
                  <a:cubicBezTo>
                    <a:pt x="12283" y="2313"/>
                    <a:pt x="12092" y="2489"/>
                    <a:pt x="11873" y="2650"/>
                  </a:cubicBezTo>
                  <a:cubicBezTo>
                    <a:pt x="11653" y="2826"/>
                    <a:pt x="11404" y="2972"/>
                    <a:pt x="11126" y="3075"/>
                  </a:cubicBezTo>
                  <a:cubicBezTo>
                    <a:pt x="10584" y="3309"/>
                    <a:pt x="9911" y="3441"/>
                    <a:pt x="9208" y="3514"/>
                  </a:cubicBezTo>
                  <a:cubicBezTo>
                    <a:pt x="8491" y="3587"/>
                    <a:pt x="7715" y="3646"/>
                    <a:pt x="6925" y="3675"/>
                  </a:cubicBezTo>
                  <a:cubicBezTo>
                    <a:pt x="6289" y="3703"/>
                    <a:pt x="5631" y="3719"/>
                    <a:pt x="4955" y="3719"/>
                  </a:cubicBezTo>
                  <a:cubicBezTo>
                    <a:pt x="3903" y="3719"/>
                    <a:pt x="2807" y="3682"/>
                    <a:pt x="1684" y="3602"/>
                  </a:cubicBezTo>
                  <a:cubicBezTo>
                    <a:pt x="1616" y="3597"/>
                    <a:pt x="1547" y="3594"/>
                    <a:pt x="1476" y="3594"/>
                  </a:cubicBezTo>
                  <a:cubicBezTo>
                    <a:pt x="1318" y="3594"/>
                    <a:pt x="1153" y="3610"/>
                    <a:pt x="981" y="3660"/>
                  </a:cubicBezTo>
                  <a:cubicBezTo>
                    <a:pt x="761" y="3719"/>
                    <a:pt x="542" y="3880"/>
                    <a:pt x="454" y="4099"/>
                  </a:cubicBezTo>
                  <a:cubicBezTo>
                    <a:pt x="366" y="4319"/>
                    <a:pt x="351" y="4553"/>
                    <a:pt x="337" y="4773"/>
                  </a:cubicBezTo>
                  <a:cubicBezTo>
                    <a:pt x="337" y="4992"/>
                    <a:pt x="308" y="5212"/>
                    <a:pt x="308" y="5432"/>
                  </a:cubicBezTo>
                  <a:cubicBezTo>
                    <a:pt x="293" y="6310"/>
                    <a:pt x="264" y="7159"/>
                    <a:pt x="234" y="7964"/>
                  </a:cubicBezTo>
                  <a:cubicBezTo>
                    <a:pt x="176" y="9575"/>
                    <a:pt x="146" y="11024"/>
                    <a:pt x="117" y="12239"/>
                  </a:cubicBezTo>
                  <a:cubicBezTo>
                    <a:pt x="73" y="13469"/>
                    <a:pt x="59" y="14435"/>
                    <a:pt x="44" y="15138"/>
                  </a:cubicBezTo>
                  <a:cubicBezTo>
                    <a:pt x="15" y="15489"/>
                    <a:pt x="15" y="15738"/>
                    <a:pt x="15" y="15928"/>
                  </a:cubicBezTo>
                  <a:cubicBezTo>
                    <a:pt x="29" y="15738"/>
                    <a:pt x="29" y="15474"/>
                    <a:pt x="59" y="15138"/>
                  </a:cubicBezTo>
                  <a:cubicBezTo>
                    <a:pt x="88" y="14435"/>
                    <a:pt x="132" y="13454"/>
                    <a:pt x="161" y="12239"/>
                  </a:cubicBezTo>
                  <a:cubicBezTo>
                    <a:pt x="205" y="11024"/>
                    <a:pt x="249" y="9575"/>
                    <a:pt x="308" y="7964"/>
                  </a:cubicBezTo>
                  <a:cubicBezTo>
                    <a:pt x="322" y="7159"/>
                    <a:pt x="351" y="6310"/>
                    <a:pt x="381" y="5432"/>
                  </a:cubicBezTo>
                  <a:cubicBezTo>
                    <a:pt x="381" y="5212"/>
                    <a:pt x="395" y="4992"/>
                    <a:pt x="395" y="4773"/>
                  </a:cubicBezTo>
                  <a:cubicBezTo>
                    <a:pt x="425" y="4553"/>
                    <a:pt x="439" y="4334"/>
                    <a:pt x="527" y="4143"/>
                  </a:cubicBezTo>
                  <a:cubicBezTo>
                    <a:pt x="615" y="3938"/>
                    <a:pt x="791" y="3792"/>
                    <a:pt x="1010" y="3733"/>
                  </a:cubicBezTo>
                  <a:cubicBezTo>
                    <a:pt x="1178" y="3689"/>
                    <a:pt x="1346" y="3670"/>
                    <a:pt x="1520" y="3670"/>
                  </a:cubicBezTo>
                  <a:cubicBezTo>
                    <a:pt x="1574" y="3670"/>
                    <a:pt x="1628" y="3671"/>
                    <a:pt x="1684" y="3675"/>
                  </a:cubicBezTo>
                  <a:cubicBezTo>
                    <a:pt x="2773" y="3761"/>
                    <a:pt x="3837" y="3796"/>
                    <a:pt x="4855" y="3796"/>
                  </a:cubicBezTo>
                  <a:cubicBezTo>
                    <a:pt x="5575" y="3796"/>
                    <a:pt x="6272" y="3778"/>
                    <a:pt x="6939" y="3748"/>
                  </a:cubicBezTo>
                  <a:cubicBezTo>
                    <a:pt x="7744" y="3719"/>
                    <a:pt x="8506" y="3660"/>
                    <a:pt x="9223" y="3587"/>
                  </a:cubicBezTo>
                  <a:cubicBezTo>
                    <a:pt x="9940" y="3514"/>
                    <a:pt x="10599" y="3367"/>
                    <a:pt x="11155" y="3133"/>
                  </a:cubicBezTo>
                  <a:cubicBezTo>
                    <a:pt x="11448" y="3016"/>
                    <a:pt x="11712" y="2870"/>
                    <a:pt x="11931" y="2709"/>
                  </a:cubicBezTo>
                  <a:cubicBezTo>
                    <a:pt x="12151" y="2548"/>
                    <a:pt x="12356" y="2343"/>
                    <a:pt x="12502" y="2167"/>
                  </a:cubicBezTo>
                  <a:cubicBezTo>
                    <a:pt x="12810" y="1772"/>
                    <a:pt x="12971" y="1376"/>
                    <a:pt x="13044" y="1040"/>
                  </a:cubicBezTo>
                  <a:cubicBezTo>
                    <a:pt x="13117" y="718"/>
                    <a:pt x="13102" y="439"/>
                    <a:pt x="13073" y="264"/>
                  </a:cubicBezTo>
                  <a:cubicBezTo>
                    <a:pt x="13030" y="89"/>
                    <a:pt x="13000" y="1"/>
                    <a:pt x="13000" y="0"/>
                  </a:cubicBezTo>
                  <a:close/>
                  <a:moveTo>
                    <a:pt x="15" y="15928"/>
                  </a:moveTo>
                  <a:cubicBezTo>
                    <a:pt x="15" y="16016"/>
                    <a:pt x="15" y="16074"/>
                    <a:pt x="0" y="16133"/>
                  </a:cubicBezTo>
                  <a:cubicBezTo>
                    <a:pt x="15" y="16177"/>
                    <a:pt x="15" y="16206"/>
                    <a:pt x="15" y="16206"/>
                  </a:cubicBezTo>
                  <a:lnTo>
                    <a:pt x="15" y="16133"/>
                  </a:lnTo>
                  <a:lnTo>
                    <a:pt x="15" y="15928"/>
                  </a:lnTo>
                  <a:close/>
                </a:path>
              </a:pathLst>
            </a:custGeom>
            <a:solidFill>
              <a:srgbClr val="9546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2"/>
            <p:cNvSpPr/>
            <p:nvPr/>
          </p:nvSpPr>
          <p:spPr>
            <a:xfrm>
              <a:off x="4331933" y="2366890"/>
              <a:ext cx="281330" cy="401511"/>
            </a:xfrm>
            <a:custGeom>
              <a:avLst/>
              <a:gdLst/>
              <a:ahLst/>
              <a:cxnLst/>
              <a:rect l="l" t="t" r="r" b="b"/>
              <a:pathLst>
                <a:path w="4553" h="6498" extrusionOk="0">
                  <a:moveTo>
                    <a:pt x="2505" y="0"/>
                  </a:moveTo>
                  <a:cubicBezTo>
                    <a:pt x="2462" y="0"/>
                    <a:pt x="2418" y="1"/>
                    <a:pt x="2372" y="2"/>
                  </a:cubicBezTo>
                  <a:lnTo>
                    <a:pt x="1039" y="32"/>
                  </a:lnTo>
                  <a:cubicBezTo>
                    <a:pt x="1039" y="32"/>
                    <a:pt x="278" y="32"/>
                    <a:pt x="249" y="398"/>
                  </a:cubicBezTo>
                  <a:cubicBezTo>
                    <a:pt x="249" y="398"/>
                    <a:pt x="0" y="4936"/>
                    <a:pt x="1449" y="5009"/>
                  </a:cubicBezTo>
                  <a:lnTo>
                    <a:pt x="2328" y="5009"/>
                  </a:lnTo>
                  <a:lnTo>
                    <a:pt x="2328" y="5653"/>
                  </a:lnTo>
                  <a:cubicBezTo>
                    <a:pt x="2328" y="5873"/>
                    <a:pt x="2430" y="6078"/>
                    <a:pt x="2620" y="6180"/>
                  </a:cubicBezTo>
                  <a:cubicBezTo>
                    <a:pt x="2852" y="6323"/>
                    <a:pt x="3208" y="6498"/>
                    <a:pt x="3567" y="6498"/>
                  </a:cubicBezTo>
                  <a:cubicBezTo>
                    <a:pt x="3798" y="6498"/>
                    <a:pt x="4030" y="6425"/>
                    <a:pt x="4231" y="6224"/>
                  </a:cubicBezTo>
                  <a:cubicBezTo>
                    <a:pt x="4450" y="6005"/>
                    <a:pt x="4553" y="5668"/>
                    <a:pt x="4524" y="5360"/>
                  </a:cubicBezTo>
                  <a:lnTo>
                    <a:pt x="4333" y="2945"/>
                  </a:lnTo>
                  <a:lnTo>
                    <a:pt x="3792" y="1613"/>
                  </a:lnTo>
                  <a:lnTo>
                    <a:pt x="3792" y="588"/>
                  </a:lnTo>
                  <a:cubicBezTo>
                    <a:pt x="3792" y="588"/>
                    <a:pt x="3737" y="0"/>
                    <a:pt x="2505"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2"/>
            <p:cNvSpPr/>
            <p:nvPr/>
          </p:nvSpPr>
          <p:spPr>
            <a:xfrm>
              <a:off x="4219718" y="2705202"/>
              <a:ext cx="547336" cy="757731"/>
            </a:xfrm>
            <a:custGeom>
              <a:avLst/>
              <a:gdLst/>
              <a:ahLst/>
              <a:cxnLst/>
              <a:rect l="l" t="t" r="r" b="b"/>
              <a:pathLst>
                <a:path w="8858" h="12263" extrusionOk="0">
                  <a:moveTo>
                    <a:pt x="4540" y="0"/>
                  </a:moveTo>
                  <a:cubicBezTo>
                    <a:pt x="4182" y="0"/>
                    <a:pt x="3906" y="20"/>
                    <a:pt x="3778" y="61"/>
                  </a:cubicBezTo>
                  <a:cubicBezTo>
                    <a:pt x="2416" y="544"/>
                    <a:pt x="996" y="3794"/>
                    <a:pt x="996" y="3794"/>
                  </a:cubicBezTo>
                  <a:lnTo>
                    <a:pt x="1" y="11319"/>
                  </a:lnTo>
                  <a:cubicBezTo>
                    <a:pt x="1256" y="12101"/>
                    <a:pt x="4090" y="12262"/>
                    <a:pt x="6216" y="12262"/>
                  </a:cubicBezTo>
                  <a:cubicBezTo>
                    <a:pt x="7712" y="12262"/>
                    <a:pt x="8858" y="12183"/>
                    <a:pt x="8858" y="12183"/>
                  </a:cubicBezTo>
                  <a:lnTo>
                    <a:pt x="8506" y="7000"/>
                  </a:lnTo>
                  <a:lnTo>
                    <a:pt x="8301" y="4350"/>
                  </a:lnTo>
                  <a:cubicBezTo>
                    <a:pt x="8536" y="3179"/>
                    <a:pt x="8418" y="2389"/>
                    <a:pt x="8418" y="2389"/>
                  </a:cubicBezTo>
                  <a:lnTo>
                    <a:pt x="8345" y="1950"/>
                  </a:lnTo>
                  <a:cubicBezTo>
                    <a:pt x="8199" y="998"/>
                    <a:pt x="7452" y="251"/>
                    <a:pt x="6501" y="134"/>
                  </a:cubicBezTo>
                  <a:cubicBezTo>
                    <a:pt x="5813" y="46"/>
                    <a:pt x="5083" y="0"/>
                    <a:pt x="45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2"/>
            <p:cNvSpPr/>
            <p:nvPr/>
          </p:nvSpPr>
          <p:spPr>
            <a:xfrm>
              <a:off x="4303879" y="2357127"/>
              <a:ext cx="316674" cy="277622"/>
            </a:xfrm>
            <a:custGeom>
              <a:avLst/>
              <a:gdLst/>
              <a:ahLst/>
              <a:cxnLst/>
              <a:rect l="l" t="t" r="r" b="b"/>
              <a:pathLst>
                <a:path w="5125" h="4493" extrusionOk="0">
                  <a:moveTo>
                    <a:pt x="2778" y="1"/>
                  </a:moveTo>
                  <a:cubicBezTo>
                    <a:pt x="2098" y="1"/>
                    <a:pt x="1417" y="81"/>
                    <a:pt x="761" y="234"/>
                  </a:cubicBezTo>
                  <a:cubicBezTo>
                    <a:pt x="586" y="263"/>
                    <a:pt x="395" y="307"/>
                    <a:pt x="249" y="409"/>
                  </a:cubicBezTo>
                  <a:cubicBezTo>
                    <a:pt x="103" y="497"/>
                    <a:pt x="0" y="687"/>
                    <a:pt x="15" y="863"/>
                  </a:cubicBezTo>
                  <a:cubicBezTo>
                    <a:pt x="29" y="1053"/>
                    <a:pt x="176" y="1200"/>
                    <a:pt x="337" y="1244"/>
                  </a:cubicBezTo>
                  <a:cubicBezTo>
                    <a:pt x="407" y="1265"/>
                    <a:pt x="475" y="1275"/>
                    <a:pt x="541" y="1275"/>
                  </a:cubicBezTo>
                  <a:cubicBezTo>
                    <a:pt x="656" y="1275"/>
                    <a:pt x="767" y="1246"/>
                    <a:pt x="879" y="1200"/>
                  </a:cubicBezTo>
                  <a:lnTo>
                    <a:pt x="879" y="1200"/>
                  </a:lnTo>
                  <a:cubicBezTo>
                    <a:pt x="732" y="1273"/>
                    <a:pt x="732" y="1507"/>
                    <a:pt x="849" y="1595"/>
                  </a:cubicBezTo>
                  <a:cubicBezTo>
                    <a:pt x="906" y="1639"/>
                    <a:pt x="973" y="1659"/>
                    <a:pt x="1041" y="1659"/>
                  </a:cubicBezTo>
                  <a:cubicBezTo>
                    <a:pt x="1131" y="1659"/>
                    <a:pt x="1222" y="1624"/>
                    <a:pt x="1288" y="1566"/>
                  </a:cubicBezTo>
                  <a:cubicBezTo>
                    <a:pt x="1406" y="1449"/>
                    <a:pt x="1479" y="1288"/>
                    <a:pt x="1508" y="1141"/>
                  </a:cubicBezTo>
                  <a:cubicBezTo>
                    <a:pt x="1684" y="1932"/>
                    <a:pt x="1859" y="2737"/>
                    <a:pt x="2313" y="3410"/>
                  </a:cubicBezTo>
                  <a:cubicBezTo>
                    <a:pt x="2715" y="4012"/>
                    <a:pt x="3409" y="4492"/>
                    <a:pt x="4141" y="4492"/>
                  </a:cubicBezTo>
                  <a:cubicBezTo>
                    <a:pt x="4209" y="4492"/>
                    <a:pt x="4279" y="4488"/>
                    <a:pt x="4348" y="4479"/>
                  </a:cubicBezTo>
                  <a:lnTo>
                    <a:pt x="4992" y="4333"/>
                  </a:lnTo>
                  <a:cubicBezTo>
                    <a:pt x="5124" y="3118"/>
                    <a:pt x="5007" y="2181"/>
                    <a:pt x="4904" y="966"/>
                  </a:cubicBezTo>
                  <a:cubicBezTo>
                    <a:pt x="4875" y="746"/>
                    <a:pt x="4421" y="482"/>
                    <a:pt x="4275" y="321"/>
                  </a:cubicBezTo>
                  <a:cubicBezTo>
                    <a:pt x="4099" y="102"/>
                    <a:pt x="3763" y="43"/>
                    <a:pt x="3470" y="29"/>
                  </a:cubicBezTo>
                  <a:cubicBezTo>
                    <a:pt x="3240" y="10"/>
                    <a:pt x="3009" y="1"/>
                    <a:pt x="27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2"/>
            <p:cNvSpPr/>
            <p:nvPr/>
          </p:nvSpPr>
          <p:spPr>
            <a:xfrm>
              <a:off x="4417824" y="2518837"/>
              <a:ext cx="73345" cy="80265"/>
            </a:xfrm>
            <a:custGeom>
              <a:avLst/>
              <a:gdLst/>
              <a:ahLst/>
              <a:cxnLst/>
              <a:rect l="l" t="t" r="r" b="b"/>
              <a:pathLst>
                <a:path w="1187" h="1299" extrusionOk="0">
                  <a:moveTo>
                    <a:pt x="59" y="47"/>
                  </a:moveTo>
                  <a:lnTo>
                    <a:pt x="31" y="110"/>
                  </a:lnTo>
                  <a:lnTo>
                    <a:pt x="31" y="110"/>
                  </a:lnTo>
                  <a:cubicBezTo>
                    <a:pt x="40" y="107"/>
                    <a:pt x="49" y="104"/>
                    <a:pt x="58" y="101"/>
                  </a:cubicBezTo>
                  <a:lnTo>
                    <a:pt x="58" y="101"/>
                  </a:lnTo>
                  <a:cubicBezTo>
                    <a:pt x="59" y="83"/>
                    <a:pt x="59" y="65"/>
                    <a:pt x="59" y="47"/>
                  </a:cubicBezTo>
                  <a:close/>
                  <a:moveTo>
                    <a:pt x="31" y="110"/>
                  </a:moveTo>
                  <a:cubicBezTo>
                    <a:pt x="21" y="113"/>
                    <a:pt x="11" y="117"/>
                    <a:pt x="1" y="120"/>
                  </a:cubicBezTo>
                  <a:lnTo>
                    <a:pt x="1" y="178"/>
                  </a:lnTo>
                  <a:lnTo>
                    <a:pt x="31" y="110"/>
                  </a:lnTo>
                  <a:close/>
                  <a:moveTo>
                    <a:pt x="605" y="1"/>
                  </a:moveTo>
                  <a:cubicBezTo>
                    <a:pt x="425" y="1"/>
                    <a:pt x="238" y="44"/>
                    <a:pt x="58" y="101"/>
                  </a:cubicBezTo>
                  <a:lnTo>
                    <a:pt x="58" y="101"/>
                  </a:lnTo>
                  <a:cubicBezTo>
                    <a:pt x="54" y="264"/>
                    <a:pt x="30" y="448"/>
                    <a:pt x="30" y="632"/>
                  </a:cubicBezTo>
                  <a:cubicBezTo>
                    <a:pt x="30" y="852"/>
                    <a:pt x="30" y="1086"/>
                    <a:pt x="206" y="1218"/>
                  </a:cubicBezTo>
                  <a:cubicBezTo>
                    <a:pt x="269" y="1273"/>
                    <a:pt x="354" y="1299"/>
                    <a:pt x="442" y="1299"/>
                  </a:cubicBezTo>
                  <a:cubicBezTo>
                    <a:pt x="516" y="1299"/>
                    <a:pt x="593" y="1281"/>
                    <a:pt x="660" y="1247"/>
                  </a:cubicBezTo>
                  <a:cubicBezTo>
                    <a:pt x="806" y="1174"/>
                    <a:pt x="908" y="1057"/>
                    <a:pt x="1011" y="925"/>
                  </a:cubicBezTo>
                  <a:cubicBezTo>
                    <a:pt x="1099" y="779"/>
                    <a:pt x="1187" y="618"/>
                    <a:pt x="1172" y="427"/>
                  </a:cubicBezTo>
                  <a:cubicBezTo>
                    <a:pt x="1128" y="193"/>
                    <a:pt x="908" y="47"/>
                    <a:pt x="674" y="3"/>
                  </a:cubicBezTo>
                  <a:cubicBezTo>
                    <a:pt x="651" y="1"/>
                    <a:pt x="628" y="1"/>
                    <a:pt x="605"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2"/>
            <p:cNvSpPr/>
            <p:nvPr/>
          </p:nvSpPr>
          <p:spPr>
            <a:xfrm>
              <a:off x="4436856" y="2531566"/>
              <a:ext cx="25396" cy="43438"/>
            </a:xfrm>
            <a:custGeom>
              <a:avLst/>
              <a:gdLst/>
              <a:ahLst/>
              <a:cxnLst/>
              <a:rect l="l" t="t" r="r" b="b"/>
              <a:pathLst>
                <a:path w="411" h="703" extrusionOk="0">
                  <a:moveTo>
                    <a:pt x="256" y="0"/>
                  </a:moveTo>
                  <a:cubicBezTo>
                    <a:pt x="221" y="0"/>
                    <a:pt x="136" y="86"/>
                    <a:pt x="0" y="221"/>
                  </a:cubicBezTo>
                  <a:lnTo>
                    <a:pt x="7" y="228"/>
                  </a:lnTo>
                  <a:lnTo>
                    <a:pt x="7" y="228"/>
                  </a:lnTo>
                  <a:cubicBezTo>
                    <a:pt x="5" y="231"/>
                    <a:pt x="2" y="233"/>
                    <a:pt x="0" y="236"/>
                  </a:cubicBezTo>
                  <a:lnTo>
                    <a:pt x="59" y="295"/>
                  </a:lnTo>
                  <a:cubicBezTo>
                    <a:pt x="73" y="278"/>
                    <a:pt x="86" y="261"/>
                    <a:pt x="99" y="245"/>
                  </a:cubicBezTo>
                  <a:lnTo>
                    <a:pt x="99" y="245"/>
                  </a:lnTo>
                  <a:cubicBezTo>
                    <a:pt x="114" y="239"/>
                    <a:pt x="132" y="236"/>
                    <a:pt x="150" y="236"/>
                  </a:cubicBezTo>
                  <a:cubicBezTo>
                    <a:pt x="191" y="236"/>
                    <a:pt x="234" y="251"/>
                    <a:pt x="264" y="280"/>
                  </a:cubicBezTo>
                  <a:cubicBezTo>
                    <a:pt x="293" y="338"/>
                    <a:pt x="308" y="412"/>
                    <a:pt x="278" y="456"/>
                  </a:cubicBezTo>
                  <a:cubicBezTo>
                    <a:pt x="264" y="514"/>
                    <a:pt x="205" y="558"/>
                    <a:pt x="161" y="587"/>
                  </a:cubicBezTo>
                  <a:cubicBezTo>
                    <a:pt x="73" y="675"/>
                    <a:pt x="0" y="675"/>
                    <a:pt x="0" y="675"/>
                  </a:cubicBezTo>
                  <a:cubicBezTo>
                    <a:pt x="0" y="691"/>
                    <a:pt x="22" y="703"/>
                    <a:pt x="64" y="703"/>
                  </a:cubicBezTo>
                  <a:cubicBezTo>
                    <a:pt x="98" y="703"/>
                    <a:pt x="146" y="695"/>
                    <a:pt x="205" y="675"/>
                  </a:cubicBezTo>
                  <a:cubicBezTo>
                    <a:pt x="264" y="661"/>
                    <a:pt x="337" y="602"/>
                    <a:pt x="366" y="529"/>
                  </a:cubicBezTo>
                  <a:cubicBezTo>
                    <a:pt x="410" y="456"/>
                    <a:pt x="410" y="338"/>
                    <a:pt x="337" y="236"/>
                  </a:cubicBezTo>
                  <a:cubicBezTo>
                    <a:pt x="288" y="187"/>
                    <a:pt x="225" y="165"/>
                    <a:pt x="165" y="165"/>
                  </a:cubicBezTo>
                  <a:cubicBezTo>
                    <a:pt x="164" y="165"/>
                    <a:pt x="163" y="165"/>
                    <a:pt x="163" y="165"/>
                  </a:cubicBezTo>
                  <a:lnTo>
                    <a:pt x="163" y="165"/>
                  </a:lnTo>
                  <a:cubicBezTo>
                    <a:pt x="234" y="73"/>
                    <a:pt x="274" y="12"/>
                    <a:pt x="264" y="2"/>
                  </a:cubicBezTo>
                  <a:cubicBezTo>
                    <a:pt x="262" y="1"/>
                    <a:pt x="259" y="0"/>
                    <a:pt x="2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2"/>
            <p:cNvSpPr/>
            <p:nvPr/>
          </p:nvSpPr>
          <p:spPr>
            <a:xfrm>
              <a:off x="4359060" y="2509939"/>
              <a:ext cx="5499" cy="16436"/>
            </a:xfrm>
            <a:custGeom>
              <a:avLst/>
              <a:gdLst/>
              <a:ahLst/>
              <a:cxnLst/>
              <a:rect l="l" t="t" r="r" b="b"/>
              <a:pathLst>
                <a:path w="89" h="266" extrusionOk="0">
                  <a:moveTo>
                    <a:pt x="29" y="0"/>
                  </a:moveTo>
                  <a:cubicBezTo>
                    <a:pt x="15" y="0"/>
                    <a:pt x="0" y="59"/>
                    <a:pt x="0" y="132"/>
                  </a:cubicBezTo>
                  <a:cubicBezTo>
                    <a:pt x="0" y="199"/>
                    <a:pt x="25" y="266"/>
                    <a:pt x="51" y="266"/>
                  </a:cubicBezTo>
                  <a:cubicBezTo>
                    <a:pt x="54" y="266"/>
                    <a:pt x="56" y="265"/>
                    <a:pt x="59" y="264"/>
                  </a:cubicBezTo>
                  <a:cubicBezTo>
                    <a:pt x="73" y="264"/>
                    <a:pt x="88" y="205"/>
                    <a:pt x="88" y="132"/>
                  </a:cubicBezTo>
                  <a:cubicBezTo>
                    <a:pt x="88" y="59"/>
                    <a:pt x="73"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2"/>
            <p:cNvSpPr/>
            <p:nvPr/>
          </p:nvSpPr>
          <p:spPr>
            <a:xfrm>
              <a:off x="4446805" y="2803946"/>
              <a:ext cx="446000" cy="1024046"/>
            </a:xfrm>
            <a:custGeom>
              <a:avLst/>
              <a:gdLst/>
              <a:ahLst/>
              <a:cxnLst/>
              <a:rect l="l" t="t" r="r" b="b"/>
              <a:pathLst>
                <a:path w="7218" h="16573" extrusionOk="0">
                  <a:moveTo>
                    <a:pt x="2152" y="0"/>
                  </a:moveTo>
                  <a:lnTo>
                    <a:pt x="0" y="16382"/>
                  </a:lnTo>
                  <a:lnTo>
                    <a:pt x="5051" y="16572"/>
                  </a:lnTo>
                  <a:lnTo>
                    <a:pt x="7218" y="205"/>
                  </a:lnTo>
                  <a:lnTo>
                    <a:pt x="21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2"/>
            <p:cNvSpPr/>
            <p:nvPr/>
          </p:nvSpPr>
          <p:spPr>
            <a:xfrm>
              <a:off x="4084948" y="3742013"/>
              <a:ext cx="597077" cy="86012"/>
            </a:xfrm>
            <a:custGeom>
              <a:avLst/>
              <a:gdLst/>
              <a:ahLst/>
              <a:cxnLst/>
              <a:rect l="l" t="t" r="r" b="b"/>
              <a:pathLst>
                <a:path w="9663" h="1392" extrusionOk="0">
                  <a:moveTo>
                    <a:pt x="0" y="0"/>
                  </a:moveTo>
                  <a:lnTo>
                    <a:pt x="191" y="908"/>
                  </a:lnTo>
                  <a:lnTo>
                    <a:pt x="9428" y="1391"/>
                  </a:lnTo>
                  <a:lnTo>
                    <a:pt x="9663" y="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2"/>
            <p:cNvSpPr/>
            <p:nvPr/>
          </p:nvSpPr>
          <p:spPr>
            <a:xfrm>
              <a:off x="4132899" y="3787245"/>
              <a:ext cx="28980" cy="706507"/>
            </a:xfrm>
            <a:custGeom>
              <a:avLst/>
              <a:gdLst/>
              <a:ahLst/>
              <a:cxnLst/>
              <a:rect l="l" t="t" r="r" b="b"/>
              <a:pathLst>
                <a:path w="469" h="11434" extrusionOk="0">
                  <a:moveTo>
                    <a:pt x="0" y="0"/>
                  </a:moveTo>
                  <a:lnTo>
                    <a:pt x="88" y="11434"/>
                  </a:lnTo>
                  <a:lnTo>
                    <a:pt x="425" y="11419"/>
                  </a:lnTo>
                  <a:lnTo>
                    <a:pt x="469" y="15"/>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2"/>
            <p:cNvSpPr/>
            <p:nvPr/>
          </p:nvSpPr>
          <p:spPr>
            <a:xfrm>
              <a:off x="4147359" y="3788172"/>
              <a:ext cx="552773" cy="499387"/>
            </a:xfrm>
            <a:custGeom>
              <a:avLst/>
              <a:gdLst/>
              <a:ahLst/>
              <a:cxnLst/>
              <a:rect l="l" t="t" r="r" b="b"/>
              <a:pathLst>
                <a:path w="8946" h="8082" extrusionOk="0">
                  <a:moveTo>
                    <a:pt x="235" y="0"/>
                  </a:moveTo>
                  <a:lnTo>
                    <a:pt x="1" y="205"/>
                  </a:lnTo>
                  <a:lnTo>
                    <a:pt x="8945" y="8081"/>
                  </a:lnTo>
                  <a:lnTo>
                    <a:pt x="8945" y="7583"/>
                  </a:lnTo>
                  <a:lnTo>
                    <a:pt x="2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2"/>
            <p:cNvSpPr/>
            <p:nvPr/>
          </p:nvSpPr>
          <p:spPr>
            <a:xfrm>
              <a:off x="4142848" y="3808069"/>
              <a:ext cx="587129" cy="432406"/>
            </a:xfrm>
            <a:custGeom>
              <a:avLst/>
              <a:gdLst/>
              <a:ahLst/>
              <a:cxnLst/>
              <a:rect l="l" t="t" r="r" b="b"/>
              <a:pathLst>
                <a:path w="9502" h="6998" extrusionOk="0">
                  <a:moveTo>
                    <a:pt x="9209" y="0"/>
                  </a:moveTo>
                  <a:lnTo>
                    <a:pt x="0" y="6720"/>
                  </a:lnTo>
                  <a:lnTo>
                    <a:pt x="74" y="6998"/>
                  </a:lnTo>
                  <a:lnTo>
                    <a:pt x="9443" y="425"/>
                  </a:lnTo>
                  <a:cubicBezTo>
                    <a:pt x="9501" y="366"/>
                    <a:pt x="9501" y="278"/>
                    <a:pt x="9443" y="220"/>
                  </a:cubicBezTo>
                  <a:lnTo>
                    <a:pt x="920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2"/>
            <p:cNvSpPr/>
            <p:nvPr/>
          </p:nvSpPr>
          <p:spPr>
            <a:xfrm>
              <a:off x="3708632" y="2702545"/>
              <a:ext cx="199952" cy="239066"/>
            </a:xfrm>
            <a:custGeom>
              <a:avLst/>
              <a:gdLst/>
              <a:ahLst/>
              <a:cxnLst/>
              <a:rect l="l" t="t" r="r" b="b"/>
              <a:pathLst>
                <a:path w="3236" h="3869" extrusionOk="0">
                  <a:moveTo>
                    <a:pt x="1037" y="1"/>
                  </a:moveTo>
                  <a:cubicBezTo>
                    <a:pt x="1007" y="1"/>
                    <a:pt x="983" y="10"/>
                    <a:pt x="967" y="31"/>
                  </a:cubicBezTo>
                  <a:cubicBezTo>
                    <a:pt x="791" y="309"/>
                    <a:pt x="1874" y="1436"/>
                    <a:pt x="1874" y="1436"/>
                  </a:cubicBezTo>
                  <a:cubicBezTo>
                    <a:pt x="1874" y="1436"/>
                    <a:pt x="943" y="600"/>
                    <a:pt x="601" y="600"/>
                  </a:cubicBezTo>
                  <a:cubicBezTo>
                    <a:pt x="564" y="600"/>
                    <a:pt x="534" y="610"/>
                    <a:pt x="513" y="631"/>
                  </a:cubicBezTo>
                  <a:cubicBezTo>
                    <a:pt x="293" y="851"/>
                    <a:pt x="1259" y="1832"/>
                    <a:pt x="1259" y="1832"/>
                  </a:cubicBezTo>
                  <a:cubicBezTo>
                    <a:pt x="1259" y="1832"/>
                    <a:pt x="450" y="1091"/>
                    <a:pt x="249" y="1091"/>
                  </a:cubicBezTo>
                  <a:cubicBezTo>
                    <a:pt x="224" y="1091"/>
                    <a:pt x="209" y="1103"/>
                    <a:pt x="205" y="1129"/>
                  </a:cubicBezTo>
                  <a:cubicBezTo>
                    <a:pt x="161" y="1363"/>
                    <a:pt x="747" y="2154"/>
                    <a:pt x="747" y="2154"/>
                  </a:cubicBezTo>
                  <a:cubicBezTo>
                    <a:pt x="747" y="2154"/>
                    <a:pt x="255" y="1651"/>
                    <a:pt x="94" y="1651"/>
                  </a:cubicBezTo>
                  <a:cubicBezTo>
                    <a:pt x="66" y="1651"/>
                    <a:pt x="49" y="1666"/>
                    <a:pt x="44" y="1700"/>
                  </a:cubicBezTo>
                  <a:cubicBezTo>
                    <a:pt x="0" y="1934"/>
                    <a:pt x="923" y="3808"/>
                    <a:pt x="923" y="3808"/>
                  </a:cubicBezTo>
                  <a:cubicBezTo>
                    <a:pt x="953" y="3850"/>
                    <a:pt x="1000" y="3868"/>
                    <a:pt x="1059" y="3868"/>
                  </a:cubicBezTo>
                  <a:cubicBezTo>
                    <a:pt x="1605" y="3868"/>
                    <a:pt x="3236" y="2285"/>
                    <a:pt x="3236" y="2285"/>
                  </a:cubicBezTo>
                  <a:cubicBezTo>
                    <a:pt x="3236" y="2285"/>
                    <a:pt x="3206" y="368"/>
                    <a:pt x="3060" y="324"/>
                  </a:cubicBezTo>
                  <a:cubicBezTo>
                    <a:pt x="3055" y="323"/>
                    <a:pt x="3049" y="322"/>
                    <a:pt x="3043" y="322"/>
                  </a:cubicBezTo>
                  <a:cubicBezTo>
                    <a:pt x="2888" y="322"/>
                    <a:pt x="2550" y="698"/>
                    <a:pt x="2606" y="1305"/>
                  </a:cubicBezTo>
                  <a:cubicBezTo>
                    <a:pt x="2606" y="1305"/>
                    <a:pt x="1389" y="1"/>
                    <a:pt x="1037"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2"/>
            <p:cNvSpPr/>
            <p:nvPr/>
          </p:nvSpPr>
          <p:spPr>
            <a:xfrm>
              <a:off x="3765605" y="2788560"/>
              <a:ext cx="782509" cy="518542"/>
            </a:xfrm>
            <a:custGeom>
              <a:avLst/>
              <a:gdLst/>
              <a:ahLst/>
              <a:cxnLst/>
              <a:rect l="l" t="t" r="r" b="b"/>
              <a:pathLst>
                <a:path w="12664" h="8392" extrusionOk="0">
                  <a:moveTo>
                    <a:pt x="10117" y="0"/>
                  </a:moveTo>
                  <a:cubicBezTo>
                    <a:pt x="10117" y="0"/>
                    <a:pt x="6953" y="4771"/>
                    <a:pt x="5826" y="4771"/>
                  </a:cubicBezTo>
                  <a:cubicBezTo>
                    <a:pt x="5741" y="4771"/>
                    <a:pt x="5667" y="4744"/>
                    <a:pt x="5608" y="4685"/>
                  </a:cubicBezTo>
                  <a:cubicBezTo>
                    <a:pt x="3763" y="2840"/>
                    <a:pt x="2314" y="893"/>
                    <a:pt x="2314" y="893"/>
                  </a:cubicBezTo>
                  <a:lnTo>
                    <a:pt x="1" y="2416"/>
                  </a:lnTo>
                  <a:cubicBezTo>
                    <a:pt x="1" y="2416"/>
                    <a:pt x="2358" y="5578"/>
                    <a:pt x="2958" y="6354"/>
                  </a:cubicBezTo>
                  <a:cubicBezTo>
                    <a:pt x="3366" y="6882"/>
                    <a:pt x="4580" y="8391"/>
                    <a:pt x="6195" y="8391"/>
                  </a:cubicBezTo>
                  <a:cubicBezTo>
                    <a:pt x="6954" y="8391"/>
                    <a:pt x="7802" y="8057"/>
                    <a:pt x="8697" y="7130"/>
                  </a:cubicBezTo>
                  <a:cubicBezTo>
                    <a:pt x="11507" y="4246"/>
                    <a:pt x="12664" y="1830"/>
                    <a:pt x="12664" y="1830"/>
                  </a:cubicBezTo>
                  <a:lnTo>
                    <a:pt x="101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2"/>
            <p:cNvSpPr/>
            <p:nvPr/>
          </p:nvSpPr>
          <p:spPr>
            <a:xfrm>
              <a:off x="4239615" y="2755315"/>
              <a:ext cx="323903" cy="523547"/>
            </a:xfrm>
            <a:custGeom>
              <a:avLst/>
              <a:gdLst/>
              <a:ahLst/>
              <a:cxnLst/>
              <a:rect l="l" t="t" r="r" b="b"/>
              <a:pathLst>
                <a:path w="5242" h="8473" extrusionOk="0">
                  <a:moveTo>
                    <a:pt x="3624" y="0"/>
                  </a:moveTo>
                  <a:cubicBezTo>
                    <a:pt x="3438" y="0"/>
                    <a:pt x="3259" y="37"/>
                    <a:pt x="3104" y="99"/>
                  </a:cubicBezTo>
                  <a:cubicBezTo>
                    <a:pt x="2812" y="202"/>
                    <a:pt x="2563" y="392"/>
                    <a:pt x="2387" y="553"/>
                  </a:cubicBezTo>
                  <a:cubicBezTo>
                    <a:pt x="2197" y="743"/>
                    <a:pt x="2065" y="904"/>
                    <a:pt x="1948" y="1036"/>
                  </a:cubicBezTo>
                  <a:cubicBezTo>
                    <a:pt x="1816" y="1153"/>
                    <a:pt x="1743" y="1270"/>
                    <a:pt x="1699" y="1344"/>
                  </a:cubicBezTo>
                  <a:cubicBezTo>
                    <a:pt x="1640" y="1417"/>
                    <a:pt x="1626" y="1446"/>
                    <a:pt x="1626" y="1446"/>
                  </a:cubicBezTo>
                  <a:lnTo>
                    <a:pt x="1699" y="1373"/>
                  </a:lnTo>
                  <a:cubicBezTo>
                    <a:pt x="1743" y="1300"/>
                    <a:pt x="1831" y="1197"/>
                    <a:pt x="1948" y="1065"/>
                  </a:cubicBezTo>
                  <a:cubicBezTo>
                    <a:pt x="2080" y="919"/>
                    <a:pt x="2226" y="773"/>
                    <a:pt x="2402" y="612"/>
                  </a:cubicBezTo>
                  <a:cubicBezTo>
                    <a:pt x="2607" y="451"/>
                    <a:pt x="2826" y="275"/>
                    <a:pt x="3119" y="172"/>
                  </a:cubicBezTo>
                  <a:cubicBezTo>
                    <a:pt x="3267" y="126"/>
                    <a:pt x="3439" y="92"/>
                    <a:pt x="3616" y="92"/>
                  </a:cubicBezTo>
                  <a:cubicBezTo>
                    <a:pt x="3773" y="92"/>
                    <a:pt x="3934" y="118"/>
                    <a:pt x="4085" y="187"/>
                  </a:cubicBezTo>
                  <a:cubicBezTo>
                    <a:pt x="4437" y="319"/>
                    <a:pt x="4715" y="612"/>
                    <a:pt x="4890" y="978"/>
                  </a:cubicBezTo>
                  <a:cubicBezTo>
                    <a:pt x="5081" y="1344"/>
                    <a:pt x="5169" y="1783"/>
                    <a:pt x="5095" y="2222"/>
                  </a:cubicBezTo>
                  <a:cubicBezTo>
                    <a:pt x="5037" y="2661"/>
                    <a:pt x="4861" y="3100"/>
                    <a:pt x="4598" y="3496"/>
                  </a:cubicBezTo>
                  <a:cubicBezTo>
                    <a:pt x="4349" y="3905"/>
                    <a:pt x="4056" y="4271"/>
                    <a:pt x="3763" y="4623"/>
                  </a:cubicBezTo>
                  <a:cubicBezTo>
                    <a:pt x="3470" y="4960"/>
                    <a:pt x="3178" y="5296"/>
                    <a:pt x="2899" y="5604"/>
                  </a:cubicBezTo>
                  <a:cubicBezTo>
                    <a:pt x="2343" y="6233"/>
                    <a:pt x="1831" y="6760"/>
                    <a:pt x="1377" y="7199"/>
                  </a:cubicBezTo>
                  <a:cubicBezTo>
                    <a:pt x="938" y="7639"/>
                    <a:pt x="557" y="7961"/>
                    <a:pt x="294" y="8209"/>
                  </a:cubicBezTo>
                  <a:cubicBezTo>
                    <a:pt x="191" y="8312"/>
                    <a:pt x="74" y="8400"/>
                    <a:pt x="1" y="8473"/>
                  </a:cubicBezTo>
                  <a:cubicBezTo>
                    <a:pt x="74" y="8429"/>
                    <a:pt x="191" y="8327"/>
                    <a:pt x="323" y="8224"/>
                  </a:cubicBezTo>
                  <a:cubicBezTo>
                    <a:pt x="586" y="8005"/>
                    <a:pt x="982" y="7668"/>
                    <a:pt x="1435" y="7229"/>
                  </a:cubicBezTo>
                  <a:cubicBezTo>
                    <a:pt x="1889" y="6789"/>
                    <a:pt x="2416" y="6262"/>
                    <a:pt x="2973" y="5648"/>
                  </a:cubicBezTo>
                  <a:cubicBezTo>
                    <a:pt x="3251" y="5325"/>
                    <a:pt x="3544" y="5003"/>
                    <a:pt x="3836" y="4652"/>
                  </a:cubicBezTo>
                  <a:cubicBezTo>
                    <a:pt x="4129" y="4301"/>
                    <a:pt x="4422" y="3964"/>
                    <a:pt x="4671" y="3539"/>
                  </a:cubicBezTo>
                  <a:cubicBezTo>
                    <a:pt x="4934" y="3115"/>
                    <a:pt x="5110" y="2676"/>
                    <a:pt x="5183" y="2222"/>
                  </a:cubicBezTo>
                  <a:cubicBezTo>
                    <a:pt x="5242" y="1768"/>
                    <a:pt x="5169" y="1300"/>
                    <a:pt x="4964" y="919"/>
                  </a:cubicBezTo>
                  <a:cubicBezTo>
                    <a:pt x="4788" y="553"/>
                    <a:pt x="4495" y="246"/>
                    <a:pt x="4129" y="99"/>
                  </a:cubicBezTo>
                  <a:cubicBezTo>
                    <a:pt x="3963" y="30"/>
                    <a:pt x="3791" y="0"/>
                    <a:pt x="36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2"/>
            <p:cNvSpPr/>
            <p:nvPr/>
          </p:nvSpPr>
          <p:spPr>
            <a:xfrm>
              <a:off x="3798169" y="2892556"/>
              <a:ext cx="140263" cy="89657"/>
            </a:xfrm>
            <a:custGeom>
              <a:avLst/>
              <a:gdLst/>
              <a:ahLst/>
              <a:cxnLst/>
              <a:rect l="l" t="t" r="r" b="b"/>
              <a:pathLst>
                <a:path w="2270" h="1451" extrusionOk="0">
                  <a:moveTo>
                    <a:pt x="2268" y="0"/>
                  </a:moveTo>
                  <a:cubicBezTo>
                    <a:pt x="2234" y="0"/>
                    <a:pt x="1745" y="332"/>
                    <a:pt x="1157" y="733"/>
                  </a:cubicBezTo>
                  <a:cubicBezTo>
                    <a:pt x="528" y="1128"/>
                    <a:pt x="1" y="1421"/>
                    <a:pt x="15" y="1450"/>
                  </a:cubicBezTo>
                  <a:cubicBezTo>
                    <a:pt x="30" y="1450"/>
                    <a:pt x="162" y="1392"/>
                    <a:pt x="381" y="1275"/>
                  </a:cubicBezTo>
                  <a:cubicBezTo>
                    <a:pt x="601" y="1172"/>
                    <a:pt x="894" y="996"/>
                    <a:pt x="1201" y="806"/>
                  </a:cubicBezTo>
                  <a:cubicBezTo>
                    <a:pt x="1523" y="601"/>
                    <a:pt x="1787" y="396"/>
                    <a:pt x="1977" y="250"/>
                  </a:cubicBezTo>
                  <a:cubicBezTo>
                    <a:pt x="2153" y="103"/>
                    <a:pt x="2270" y="16"/>
                    <a:pt x="2270" y="1"/>
                  </a:cubicBezTo>
                  <a:cubicBezTo>
                    <a:pt x="2270" y="1"/>
                    <a:pt x="2269" y="0"/>
                    <a:pt x="22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2"/>
            <p:cNvSpPr/>
            <p:nvPr/>
          </p:nvSpPr>
          <p:spPr>
            <a:xfrm>
              <a:off x="3886842" y="2867715"/>
              <a:ext cx="25396" cy="22677"/>
            </a:xfrm>
            <a:custGeom>
              <a:avLst/>
              <a:gdLst/>
              <a:ahLst/>
              <a:cxnLst/>
              <a:rect l="l" t="t" r="r" b="b"/>
              <a:pathLst>
                <a:path w="411" h="367" extrusionOk="0">
                  <a:moveTo>
                    <a:pt x="222" y="49"/>
                  </a:moveTo>
                  <a:cubicBezTo>
                    <a:pt x="226" y="50"/>
                    <a:pt x="230" y="51"/>
                    <a:pt x="235" y="52"/>
                  </a:cubicBezTo>
                  <a:cubicBezTo>
                    <a:pt x="264" y="95"/>
                    <a:pt x="308" y="125"/>
                    <a:pt x="308" y="169"/>
                  </a:cubicBezTo>
                  <a:cubicBezTo>
                    <a:pt x="308" y="198"/>
                    <a:pt x="264" y="242"/>
                    <a:pt x="205" y="257"/>
                  </a:cubicBezTo>
                  <a:cubicBezTo>
                    <a:pt x="147" y="257"/>
                    <a:pt x="118" y="242"/>
                    <a:pt x="103" y="198"/>
                  </a:cubicBezTo>
                  <a:cubicBezTo>
                    <a:pt x="74" y="169"/>
                    <a:pt x="118" y="125"/>
                    <a:pt x="132" y="95"/>
                  </a:cubicBezTo>
                  <a:cubicBezTo>
                    <a:pt x="162" y="66"/>
                    <a:pt x="196" y="55"/>
                    <a:pt x="222" y="49"/>
                  </a:cubicBezTo>
                  <a:close/>
                  <a:moveTo>
                    <a:pt x="187" y="0"/>
                  </a:moveTo>
                  <a:cubicBezTo>
                    <a:pt x="165" y="0"/>
                    <a:pt x="147" y="8"/>
                    <a:pt x="132" y="22"/>
                  </a:cubicBezTo>
                  <a:cubicBezTo>
                    <a:pt x="103" y="37"/>
                    <a:pt x="103" y="52"/>
                    <a:pt x="103" y="52"/>
                  </a:cubicBezTo>
                  <a:cubicBezTo>
                    <a:pt x="59" y="95"/>
                    <a:pt x="0" y="139"/>
                    <a:pt x="30" y="242"/>
                  </a:cubicBezTo>
                  <a:cubicBezTo>
                    <a:pt x="30" y="314"/>
                    <a:pt x="99" y="367"/>
                    <a:pt x="181" y="367"/>
                  </a:cubicBezTo>
                  <a:cubicBezTo>
                    <a:pt x="198" y="367"/>
                    <a:pt x="216" y="364"/>
                    <a:pt x="235" y="359"/>
                  </a:cubicBezTo>
                  <a:cubicBezTo>
                    <a:pt x="322" y="344"/>
                    <a:pt x="410" y="271"/>
                    <a:pt x="396" y="183"/>
                  </a:cubicBezTo>
                  <a:cubicBezTo>
                    <a:pt x="381" y="95"/>
                    <a:pt x="322" y="37"/>
                    <a:pt x="264" y="22"/>
                  </a:cubicBezTo>
                  <a:cubicBezTo>
                    <a:pt x="235" y="8"/>
                    <a:pt x="209" y="0"/>
                    <a:pt x="1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2"/>
            <p:cNvSpPr/>
            <p:nvPr/>
          </p:nvSpPr>
          <p:spPr>
            <a:xfrm>
              <a:off x="4389770" y="3082567"/>
              <a:ext cx="45292" cy="372717"/>
            </a:xfrm>
            <a:custGeom>
              <a:avLst/>
              <a:gdLst/>
              <a:ahLst/>
              <a:cxnLst/>
              <a:rect l="l" t="t" r="r" b="b"/>
              <a:pathLst>
                <a:path w="733" h="6032" extrusionOk="0">
                  <a:moveTo>
                    <a:pt x="733" y="0"/>
                  </a:moveTo>
                  <a:lnTo>
                    <a:pt x="733" y="0"/>
                  </a:lnTo>
                  <a:cubicBezTo>
                    <a:pt x="733" y="0"/>
                    <a:pt x="704" y="88"/>
                    <a:pt x="674" y="234"/>
                  </a:cubicBezTo>
                  <a:cubicBezTo>
                    <a:pt x="630" y="381"/>
                    <a:pt x="601" y="600"/>
                    <a:pt x="557" y="879"/>
                  </a:cubicBezTo>
                  <a:cubicBezTo>
                    <a:pt x="484" y="1406"/>
                    <a:pt x="382" y="2152"/>
                    <a:pt x="264" y="3001"/>
                  </a:cubicBezTo>
                  <a:cubicBezTo>
                    <a:pt x="177" y="3836"/>
                    <a:pt x="103" y="4597"/>
                    <a:pt x="45" y="5139"/>
                  </a:cubicBezTo>
                  <a:cubicBezTo>
                    <a:pt x="16" y="5417"/>
                    <a:pt x="1" y="5651"/>
                    <a:pt x="1" y="5797"/>
                  </a:cubicBezTo>
                  <a:lnTo>
                    <a:pt x="1" y="6032"/>
                  </a:lnTo>
                  <a:cubicBezTo>
                    <a:pt x="16" y="6032"/>
                    <a:pt x="16" y="5944"/>
                    <a:pt x="30" y="5783"/>
                  </a:cubicBezTo>
                  <a:cubicBezTo>
                    <a:pt x="45" y="5622"/>
                    <a:pt x="74" y="5402"/>
                    <a:pt x="103" y="5139"/>
                  </a:cubicBezTo>
                  <a:cubicBezTo>
                    <a:pt x="177" y="4568"/>
                    <a:pt x="264" y="3821"/>
                    <a:pt x="367" y="3001"/>
                  </a:cubicBezTo>
                  <a:cubicBezTo>
                    <a:pt x="469" y="2182"/>
                    <a:pt x="557" y="1450"/>
                    <a:pt x="630" y="879"/>
                  </a:cubicBezTo>
                  <a:cubicBezTo>
                    <a:pt x="660" y="615"/>
                    <a:pt x="689" y="395"/>
                    <a:pt x="704" y="234"/>
                  </a:cubicBezTo>
                  <a:cubicBezTo>
                    <a:pt x="733" y="88"/>
                    <a:pt x="733" y="0"/>
                    <a:pt x="7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2"/>
            <p:cNvSpPr/>
            <p:nvPr/>
          </p:nvSpPr>
          <p:spPr>
            <a:xfrm>
              <a:off x="4492037" y="2729177"/>
              <a:ext cx="194515" cy="38928"/>
            </a:xfrm>
            <a:custGeom>
              <a:avLst/>
              <a:gdLst/>
              <a:ahLst/>
              <a:cxnLst/>
              <a:rect l="l" t="t" r="r" b="b"/>
              <a:pathLst>
                <a:path w="3148" h="630" extrusionOk="0">
                  <a:moveTo>
                    <a:pt x="1911" y="0"/>
                  </a:moveTo>
                  <a:cubicBezTo>
                    <a:pt x="1786" y="0"/>
                    <a:pt x="1656" y="7"/>
                    <a:pt x="1523" y="24"/>
                  </a:cubicBezTo>
                  <a:cubicBezTo>
                    <a:pt x="1069" y="83"/>
                    <a:pt x="659" y="215"/>
                    <a:pt x="410" y="347"/>
                  </a:cubicBezTo>
                  <a:cubicBezTo>
                    <a:pt x="264" y="434"/>
                    <a:pt x="176" y="478"/>
                    <a:pt x="103" y="537"/>
                  </a:cubicBezTo>
                  <a:lnTo>
                    <a:pt x="0" y="625"/>
                  </a:lnTo>
                  <a:cubicBezTo>
                    <a:pt x="4" y="628"/>
                    <a:pt x="9" y="630"/>
                    <a:pt x="15" y="630"/>
                  </a:cubicBezTo>
                  <a:cubicBezTo>
                    <a:pt x="65" y="630"/>
                    <a:pt x="207" y="538"/>
                    <a:pt x="439" y="434"/>
                  </a:cubicBezTo>
                  <a:cubicBezTo>
                    <a:pt x="718" y="303"/>
                    <a:pt x="1098" y="171"/>
                    <a:pt x="1537" y="112"/>
                  </a:cubicBezTo>
                  <a:cubicBezTo>
                    <a:pt x="1684" y="98"/>
                    <a:pt x="1827" y="91"/>
                    <a:pt x="1964" y="91"/>
                  </a:cubicBezTo>
                  <a:cubicBezTo>
                    <a:pt x="2237" y="91"/>
                    <a:pt x="2484" y="117"/>
                    <a:pt x="2679" y="156"/>
                  </a:cubicBezTo>
                  <a:cubicBezTo>
                    <a:pt x="2934" y="207"/>
                    <a:pt x="3099" y="247"/>
                    <a:pt x="3139" y="247"/>
                  </a:cubicBezTo>
                  <a:cubicBezTo>
                    <a:pt x="3145" y="247"/>
                    <a:pt x="3148" y="246"/>
                    <a:pt x="3148" y="244"/>
                  </a:cubicBezTo>
                  <a:cubicBezTo>
                    <a:pt x="3148" y="229"/>
                    <a:pt x="3118" y="215"/>
                    <a:pt x="3031" y="185"/>
                  </a:cubicBezTo>
                  <a:cubicBezTo>
                    <a:pt x="2957" y="156"/>
                    <a:pt x="2840" y="112"/>
                    <a:pt x="2694" y="83"/>
                  </a:cubicBezTo>
                  <a:cubicBezTo>
                    <a:pt x="2487" y="42"/>
                    <a:pt x="2214" y="0"/>
                    <a:pt x="19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32"/>
          <p:cNvGrpSpPr/>
          <p:nvPr/>
        </p:nvGrpSpPr>
        <p:grpSpPr>
          <a:xfrm>
            <a:off x="686373" y="1968754"/>
            <a:ext cx="1182308" cy="2374600"/>
            <a:chOff x="727536" y="1777825"/>
            <a:chExt cx="1360539" cy="2732567"/>
          </a:xfrm>
        </p:grpSpPr>
        <p:sp>
          <p:nvSpPr>
            <p:cNvPr id="489" name="Google Shape;489;p32"/>
            <p:cNvSpPr/>
            <p:nvPr/>
          </p:nvSpPr>
          <p:spPr>
            <a:xfrm>
              <a:off x="1890840" y="2861845"/>
              <a:ext cx="197234" cy="123271"/>
            </a:xfrm>
            <a:custGeom>
              <a:avLst/>
              <a:gdLst/>
              <a:ahLst/>
              <a:cxnLst/>
              <a:rect l="l" t="t" r="r" b="b"/>
              <a:pathLst>
                <a:path w="3192" h="1995" extrusionOk="0">
                  <a:moveTo>
                    <a:pt x="1538" y="0"/>
                  </a:moveTo>
                  <a:lnTo>
                    <a:pt x="44" y="527"/>
                  </a:lnTo>
                  <a:cubicBezTo>
                    <a:pt x="44" y="527"/>
                    <a:pt x="0" y="952"/>
                    <a:pt x="44" y="1186"/>
                  </a:cubicBezTo>
                  <a:cubicBezTo>
                    <a:pt x="118" y="1449"/>
                    <a:pt x="776" y="1537"/>
                    <a:pt x="776" y="1537"/>
                  </a:cubicBezTo>
                  <a:cubicBezTo>
                    <a:pt x="776" y="1537"/>
                    <a:pt x="615" y="1611"/>
                    <a:pt x="557" y="1889"/>
                  </a:cubicBezTo>
                  <a:cubicBezTo>
                    <a:pt x="546" y="1964"/>
                    <a:pt x="583" y="1994"/>
                    <a:pt x="651" y="1994"/>
                  </a:cubicBezTo>
                  <a:cubicBezTo>
                    <a:pt x="850" y="1994"/>
                    <a:pt x="1309" y="1733"/>
                    <a:pt x="1582" y="1537"/>
                  </a:cubicBezTo>
                  <a:cubicBezTo>
                    <a:pt x="1977" y="1303"/>
                    <a:pt x="1991" y="732"/>
                    <a:pt x="1991" y="732"/>
                  </a:cubicBezTo>
                  <a:cubicBezTo>
                    <a:pt x="1991" y="732"/>
                    <a:pt x="2701" y="1326"/>
                    <a:pt x="2957" y="1326"/>
                  </a:cubicBezTo>
                  <a:cubicBezTo>
                    <a:pt x="2974" y="1326"/>
                    <a:pt x="2989" y="1323"/>
                    <a:pt x="3002" y="1318"/>
                  </a:cubicBezTo>
                  <a:cubicBezTo>
                    <a:pt x="3192" y="1230"/>
                    <a:pt x="1977" y="88"/>
                    <a:pt x="1977" y="88"/>
                  </a:cubicBezTo>
                  <a:lnTo>
                    <a:pt x="1538" y="0"/>
                  </a:ln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2"/>
            <p:cNvSpPr/>
            <p:nvPr/>
          </p:nvSpPr>
          <p:spPr>
            <a:xfrm>
              <a:off x="1249497" y="2814327"/>
              <a:ext cx="266871" cy="203351"/>
            </a:xfrm>
            <a:custGeom>
              <a:avLst/>
              <a:gdLst/>
              <a:ahLst/>
              <a:cxnLst/>
              <a:rect l="l" t="t" r="r" b="b"/>
              <a:pathLst>
                <a:path w="4319" h="3291" extrusionOk="0">
                  <a:moveTo>
                    <a:pt x="3153" y="0"/>
                  </a:moveTo>
                  <a:cubicBezTo>
                    <a:pt x="2756" y="0"/>
                    <a:pt x="1318" y="389"/>
                    <a:pt x="1318" y="389"/>
                  </a:cubicBezTo>
                  <a:cubicBezTo>
                    <a:pt x="1318" y="389"/>
                    <a:pt x="0" y="2863"/>
                    <a:pt x="512" y="3009"/>
                  </a:cubicBezTo>
                  <a:cubicBezTo>
                    <a:pt x="512" y="3009"/>
                    <a:pt x="2089" y="3291"/>
                    <a:pt x="2625" y="3291"/>
                  </a:cubicBezTo>
                  <a:cubicBezTo>
                    <a:pt x="2700" y="3291"/>
                    <a:pt x="2755" y="3285"/>
                    <a:pt x="2782" y="3273"/>
                  </a:cubicBezTo>
                  <a:cubicBezTo>
                    <a:pt x="3001" y="3185"/>
                    <a:pt x="2138" y="2731"/>
                    <a:pt x="2137" y="2731"/>
                  </a:cubicBezTo>
                  <a:lnTo>
                    <a:pt x="2137" y="2731"/>
                  </a:lnTo>
                  <a:cubicBezTo>
                    <a:pt x="2138" y="2731"/>
                    <a:pt x="2840" y="2980"/>
                    <a:pt x="3159" y="2980"/>
                  </a:cubicBezTo>
                  <a:cubicBezTo>
                    <a:pt x="3202" y="2980"/>
                    <a:pt x="3238" y="2976"/>
                    <a:pt x="3265" y="2965"/>
                  </a:cubicBezTo>
                  <a:cubicBezTo>
                    <a:pt x="3484" y="2877"/>
                    <a:pt x="2299" y="2145"/>
                    <a:pt x="2298" y="2145"/>
                  </a:cubicBezTo>
                  <a:lnTo>
                    <a:pt x="2298" y="2145"/>
                  </a:lnTo>
                  <a:cubicBezTo>
                    <a:pt x="2299" y="2145"/>
                    <a:pt x="3142" y="2603"/>
                    <a:pt x="3508" y="2603"/>
                  </a:cubicBezTo>
                  <a:cubicBezTo>
                    <a:pt x="3581" y="2603"/>
                    <a:pt x="3636" y="2584"/>
                    <a:pt x="3660" y="2541"/>
                  </a:cubicBezTo>
                  <a:cubicBezTo>
                    <a:pt x="3806" y="2277"/>
                    <a:pt x="2504" y="1472"/>
                    <a:pt x="2503" y="1472"/>
                  </a:cubicBezTo>
                  <a:lnTo>
                    <a:pt x="2503" y="1472"/>
                  </a:lnTo>
                  <a:cubicBezTo>
                    <a:pt x="2504" y="1472"/>
                    <a:pt x="3513" y="1998"/>
                    <a:pt x="3945" y="1998"/>
                  </a:cubicBezTo>
                  <a:cubicBezTo>
                    <a:pt x="4023" y="1998"/>
                    <a:pt x="4082" y="1981"/>
                    <a:pt x="4114" y="1940"/>
                  </a:cubicBezTo>
                  <a:cubicBezTo>
                    <a:pt x="4319" y="1691"/>
                    <a:pt x="2445" y="740"/>
                    <a:pt x="2445" y="740"/>
                  </a:cubicBezTo>
                  <a:cubicBezTo>
                    <a:pt x="3074" y="608"/>
                    <a:pt x="3352" y="154"/>
                    <a:pt x="3250" y="23"/>
                  </a:cubicBezTo>
                  <a:cubicBezTo>
                    <a:pt x="3240" y="7"/>
                    <a:pt x="3205" y="0"/>
                    <a:pt x="3153"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2"/>
            <p:cNvSpPr/>
            <p:nvPr/>
          </p:nvSpPr>
          <p:spPr>
            <a:xfrm>
              <a:off x="727536" y="2241266"/>
              <a:ext cx="603379" cy="761685"/>
            </a:xfrm>
            <a:custGeom>
              <a:avLst/>
              <a:gdLst/>
              <a:ahLst/>
              <a:cxnLst/>
              <a:rect l="l" t="t" r="r" b="b"/>
              <a:pathLst>
                <a:path w="9765" h="12327" extrusionOk="0">
                  <a:moveTo>
                    <a:pt x="6002" y="0"/>
                  </a:moveTo>
                  <a:cubicBezTo>
                    <a:pt x="6002" y="0"/>
                    <a:pt x="4011" y="1757"/>
                    <a:pt x="2006" y="5256"/>
                  </a:cubicBezTo>
                  <a:cubicBezTo>
                    <a:pt x="0" y="8726"/>
                    <a:pt x="3426" y="10190"/>
                    <a:pt x="4348" y="10556"/>
                  </a:cubicBezTo>
                  <a:cubicBezTo>
                    <a:pt x="5256" y="10922"/>
                    <a:pt x="8945" y="12327"/>
                    <a:pt x="8945" y="12327"/>
                  </a:cubicBezTo>
                  <a:lnTo>
                    <a:pt x="9765" y="9677"/>
                  </a:lnTo>
                  <a:cubicBezTo>
                    <a:pt x="9765" y="9677"/>
                    <a:pt x="7510" y="8799"/>
                    <a:pt x="5226" y="7540"/>
                  </a:cubicBezTo>
                  <a:cubicBezTo>
                    <a:pt x="4187" y="6954"/>
                    <a:pt x="7861" y="2694"/>
                    <a:pt x="7861" y="2694"/>
                  </a:cubicBezTo>
                  <a:lnTo>
                    <a:pt x="600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2"/>
            <p:cNvSpPr/>
            <p:nvPr/>
          </p:nvSpPr>
          <p:spPr>
            <a:xfrm>
              <a:off x="1026920" y="1965364"/>
              <a:ext cx="323347" cy="346086"/>
            </a:xfrm>
            <a:custGeom>
              <a:avLst/>
              <a:gdLst/>
              <a:ahLst/>
              <a:cxnLst/>
              <a:rect l="l" t="t" r="r" b="b"/>
              <a:pathLst>
                <a:path w="5233" h="5601" extrusionOk="0">
                  <a:moveTo>
                    <a:pt x="3690" y="0"/>
                  </a:moveTo>
                  <a:lnTo>
                    <a:pt x="3675" y="74"/>
                  </a:lnTo>
                  <a:cubicBezTo>
                    <a:pt x="3713" y="98"/>
                    <a:pt x="3750" y="123"/>
                    <a:pt x="3786" y="149"/>
                  </a:cubicBezTo>
                  <a:lnTo>
                    <a:pt x="3786" y="149"/>
                  </a:lnTo>
                  <a:cubicBezTo>
                    <a:pt x="3767" y="93"/>
                    <a:pt x="3736" y="43"/>
                    <a:pt x="3690" y="0"/>
                  </a:cubicBezTo>
                  <a:close/>
                  <a:moveTo>
                    <a:pt x="3786" y="149"/>
                  </a:moveTo>
                  <a:cubicBezTo>
                    <a:pt x="3844" y="323"/>
                    <a:pt x="3776" y="540"/>
                    <a:pt x="3631" y="674"/>
                  </a:cubicBezTo>
                  <a:cubicBezTo>
                    <a:pt x="3456" y="864"/>
                    <a:pt x="3192" y="908"/>
                    <a:pt x="2943" y="937"/>
                  </a:cubicBezTo>
                  <a:cubicBezTo>
                    <a:pt x="2680" y="952"/>
                    <a:pt x="2446" y="937"/>
                    <a:pt x="2197" y="1011"/>
                  </a:cubicBezTo>
                  <a:cubicBezTo>
                    <a:pt x="1494" y="1186"/>
                    <a:pt x="1055" y="2050"/>
                    <a:pt x="1348" y="2709"/>
                  </a:cubicBezTo>
                  <a:cubicBezTo>
                    <a:pt x="1307" y="2704"/>
                    <a:pt x="1266" y="2701"/>
                    <a:pt x="1226" y="2701"/>
                  </a:cubicBezTo>
                  <a:cubicBezTo>
                    <a:pt x="689" y="2701"/>
                    <a:pt x="212" y="3144"/>
                    <a:pt x="103" y="3675"/>
                  </a:cubicBezTo>
                  <a:cubicBezTo>
                    <a:pt x="1" y="4246"/>
                    <a:pt x="264" y="4846"/>
                    <a:pt x="747" y="5197"/>
                  </a:cubicBezTo>
                  <a:cubicBezTo>
                    <a:pt x="1110" y="5479"/>
                    <a:pt x="1586" y="5600"/>
                    <a:pt x="2046" y="5600"/>
                  </a:cubicBezTo>
                  <a:cubicBezTo>
                    <a:pt x="2162" y="5600"/>
                    <a:pt x="2276" y="5593"/>
                    <a:pt x="2387" y="5578"/>
                  </a:cubicBezTo>
                  <a:cubicBezTo>
                    <a:pt x="3617" y="5432"/>
                    <a:pt x="4700" y="4465"/>
                    <a:pt x="4978" y="3265"/>
                  </a:cubicBezTo>
                  <a:cubicBezTo>
                    <a:pt x="5232" y="2123"/>
                    <a:pt x="4739" y="831"/>
                    <a:pt x="3786" y="14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2"/>
            <p:cNvSpPr/>
            <p:nvPr/>
          </p:nvSpPr>
          <p:spPr>
            <a:xfrm>
              <a:off x="1264450" y="1777825"/>
              <a:ext cx="459100" cy="470407"/>
            </a:xfrm>
            <a:custGeom>
              <a:avLst/>
              <a:gdLst/>
              <a:ahLst/>
              <a:cxnLst/>
              <a:rect l="l" t="t" r="r" b="b"/>
              <a:pathLst>
                <a:path w="7430" h="7613" extrusionOk="0">
                  <a:moveTo>
                    <a:pt x="3802" y="1"/>
                  </a:moveTo>
                  <a:cubicBezTo>
                    <a:pt x="3298" y="1"/>
                    <a:pt x="2797" y="123"/>
                    <a:pt x="2320" y="269"/>
                  </a:cubicBezTo>
                  <a:cubicBezTo>
                    <a:pt x="2148" y="322"/>
                    <a:pt x="1960" y="384"/>
                    <a:pt x="1774" y="384"/>
                  </a:cubicBezTo>
                  <a:cubicBezTo>
                    <a:pt x="1707" y="384"/>
                    <a:pt x="1640" y="376"/>
                    <a:pt x="1573" y="356"/>
                  </a:cubicBezTo>
                  <a:cubicBezTo>
                    <a:pt x="1442" y="342"/>
                    <a:pt x="1324" y="269"/>
                    <a:pt x="1222" y="225"/>
                  </a:cubicBezTo>
                  <a:cubicBezTo>
                    <a:pt x="1169" y="211"/>
                    <a:pt x="1115" y="204"/>
                    <a:pt x="1062" y="204"/>
                  </a:cubicBezTo>
                  <a:cubicBezTo>
                    <a:pt x="782" y="204"/>
                    <a:pt x="516" y="388"/>
                    <a:pt x="344" y="635"/>
                  </a:cubicBezTo>
                  <a:cubicBezTo>
                    <a:pt x="0" y="1135"/>
                    <a:pt x="48" y="1859"/>
                    <a:pt x="460" y="2302"/>
                  </a:cubicBezTo>
                  <a:lnTo>
                    <a:pt x="460" y="2302"/>
                  </a:lnTo>
                  <a:cubicBezTo>
                    <a:pt x="766" y="2933"/>
                    <a:pt x="724" y="3672"/>
                    <a:pt x="724" y="4382"/>
                  </a:cubicBezTo>
                  <a:cubicBezTo>
                    <a:pt x="724" y="5114"/>
                    <a:pt x="768" y="5905"/>
                    <a:pt x="1178" y="6490"/>
                  </a:cubicBezTo>
                  <a:cubicBezTo>
                    <a:pt x="1471" y="6915"/>
                    <a:pt x="1939" y="7178"/>
                    <a:pt x="2422" y="7354"/>
                  </a:cubicBezTo>
                  <a:cubicBezTo>
                    <a:pt x="2920" y="7515"/>
                    <a:pt x="3433" y="7544"/>
                    <a:pt x="3945" y="7588"/>
                  </a:cubicBezTo>
                  <a:cubicBezTo>
                    <a:pt x="4145" y="7603"/>
                    <a:pt x="4347" y="7613"/>
                    <a:pt x="4548" y="7613"/>
                  </a:cubicBezTo>
                  <a:cubicBezTo>
                    <a:pt x="4952" y="7613"/>
                    <a:pt x="5355" y="7574"/>
                    <a:pt x="5746" y="7457"/>
                  </a:cubicBezTo>
                  <a:cubicBezTo>
                    <a:pt x="6331" y="7310"/>
                    <a:pt x="6873" y="6944"/>
                    <a:pt x="7151" y="6417"/>
                  </a:cubicBezTo>
                  <a:cubicBezTo>
                    <a:pt x="7429" y="5861"/>
                    <a:pt x="7341" y="5158"/>
                    <a:pt x="6902" y="4748"/>
                  </a:cubicBezTo>
                  <a:cubicBezTo>
                    <a:pt x="6609" y="4470"/>
                    <a:pt x="6199" y="4382"/>
                    <a:pt x="5833" y="4221"/>
                  </a:cubicBezTo>
                  <a:cubicBezTo>
                    <a:pt x="5467" y="4060"/>
                    <a:pt x="5101" y="3753"/>
                    <a:pt x="5101" y="3343"/>
                  </a:cubicBezTo>
                  <a:cubicBezTo>
                    <a:pt x="5101" y="2918"/>
                    <a:pt x="5497" y="2611"/>
                    <a:pt x="5702" y="2230"/>
                  </a:cubicBezTo>
                  <a:cubicBezTo>
                    <a:pt x="5965" y="1732"/>
                    <a:pt x="5804" y="1088"/>
                    <a:pt x="5438" y="678"/>
                  </a:cubicBezTo>
                  <a:cubicBezTo>
                    <a:pt x="5072" y="269"/>
                    <a:pt x="4516" y="49"/>
                    <a:pt x="3960" y="5"/>
                  </a:cubicBezTo>
                  <a:cubicBezTo>
                    <a:pt x="3907" y="2"/>
                    <a:pt x="3854" y="1"/>
                    <a:pt x="38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2"/>
            <p:cNvSpPr/>
            <p:nvPr/>
          </p:nvSpPr>
          <p:spPr>
            <a:xfrm>
              <a:off x="1052255" y="2162914"/>
              <a:ext cx="598004" cy="839417"/>
            </a:xfrm>
            <a:custGeom>
              <a:avLst/>
              <a:gdLst/>
              <a:ahLst/>
              <a:cxnLst/>
              <a:rect l="l" t="t" r="r" b="b"/>
              <a:pathLst>
                <a:path w="9678" h="13585" extrusionOk="0">
                  <a:moveTo>
                    <a:pt x="5478" y="0"/>
                  </a:moveTo>
                  <a:cubicBezTo>
                    <a:pt x="4158" y="0"/>
                    <a:pt x="2567" y="129"/>
                    <a:pt x="1713" y="610"/>
                  </a:cubicBezTo>
                  <a:cubicBezTo>
                    <a:pt x="1713" y="610"/>
                    <a:pt x="264" y="1225"/>
                    <a:pt x="1" y="2088"/>
                  </a:cubicBezTo>
                  <a:lnTo>
                    <a:pt x="2826" y="8222"/>
                  </a:lnTo>
                  <a:lnTo>
                    <a:pt x="689" y="13009"/>
                  </a:lnTo>
                  <a:cubicBezTo>
                    <a:pt x="689" y="13009"/>
                    <a:pt x="3730" y="13584"/>
                    <a:pt x="6387" y="13584"/>
                  </a:cubicBezTo>
                  <a:cubicBezTo>
                    <a:pt x="7730" y="13584"/>
                    <a:pt x="8974" y="13437"/>
                    <a:pt x="9677" y="12995"/>
                  </a:cubicBezTo>
                  <a:lnTo>
                    <a:pt x="8038" y="7856"/>
                  </a:lnTo>
                  <a:cubicBezTo>
                    <a:pt x="9556" y="4662"/>
                    <a:pt x="8327" y="179"/>
                    <a:pt x="7794" y="179"/>
                  </a:cubicBezTo>
                  <a:cubicBezTo>
                    <a:pt x="7782" y="179"/>
                    <a:pt x="7771" y="181"/>
                    <a:pt x="7760" y="185"/>
                  </a:cubicBezTo>
                  <a:cubicBezTo>
                    <a:pt x="7754" y="186"/>
                    <a:pt x="7749" y="187"/>
                    <a:pt x="7744" y="187"/>
                  </a:cubicBezTo>
                  <a:cubicBezTo>
                    <a:pt x="7690" y="187"/>
                    <a:pt x="7637" y="127"/>
                    <a:pt x="7584" y="127"/>
                  </a:cubicBezTo>
                  <a:cubicBezTo>
                    <a:pt x="7343" y="76"/>
                    <a:pt x="6490" y="0"/>
                    <a:pt x="547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2"/>
            <p:cNvSpPr/>
            <p:nvPr/>
          </p:nvSpPr>
          <p:spPr>
            <a:xfrm>
              <a:off x="1237694" y="2162420"/>
              <a:ext cx="194577" cy="387362"/>
            </a:xfrm>
            <a:custGeom>
              <a:avLst/>
              <a:gdLst/>
              <a:ahLst/>
              <a:cxnLst/>
              <a:rect l="l" t="t" r="r" b="b"/>
              <a:pathLst>
                <a:path w="3149" h="6269" extrusionOk="0">
                  <a:moveTo>
                    <a:pt x="2206" y="0"/>
                  </a:moveTo>
                  <a:cubicBezTo>
                    <a:pt x="1444" y="0"/>
                    <a:pt x="431" y="36"/>
                    <a:pt x="1" y="208"/>
                  </a:cubicBezTo>
                  <a:lnTo>
                    <a:pt x="3148" y="6269"/>
                  </a:lnTo>
                  <a:lnTo>
                    <a:pt x="3148" y="17"/>
                  </a:lnTo>
                  <a:cubicBezTo>
                    <a:pt x="3148" y="17"/>
                    <a:pt x="2739" y="0"/>
                    <a:pt x="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2"/>
            <p:cNvSpPr/>
            <p:nvPr/>
          </p:nvSpPr>
          <p:spPr>
            <a:xfrm>
              <a:off x="873180" y="2878096"/>
              <a:ext cx="742716" cy="1570393"/>
            </a:xfrm>
            <a:custGeom>
              <a:avLst/>
              <a:gdLst/>
              <a:ahLst/>
              <a:cxnLst/>
              <a:rect l="l" t="t" r="r" b="b"/>
              <a:pathLst>
                <a:path w="12020" h="25415" extrusionOk="0">
                  <a:moveTo>
                    <a:pt x="12019" y="1"/>
                  </a:moveTo>
                  <a:lnTo>
                    <a:pt x="8154" y="718"/>
                  </a:lnTo>
                  <a:cubicBezTo>
                    <a:pt x="5973" y="10658"/>
                    <a:pt x="0" y="23380"/>
                    <a:pt x="0" y="23380"/>
                  </a:cubicBezTo>
                  <a:lnTo>
                    <a:pt x="3309" y="25415"/>
                  </a:lnTo>
                  <a:cubicBezTo>
                    <a:pt x="11009" y="10205"/>
                    <a:pt x="12019" y="1"/>
                    <a:pt x="12019"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2"/>
            <p:cNvSpPr/>
            <p:nvPr/>
          </p:nvSpPr>
          <p:spPr>
            <a:xfrm>
              <a:off x="1110155" y="2858199"/>
              <a:ext cx="789738" cy="1628290"/>
            </a:xfrm>
            <a:custGeom>
              <a:avLst/>
              <a:gdLst/>
              <a:ahLst/>
              <a:cxnLst/>
              <a:rect l="l" t="t" r="r" b="b"/>
              <a:pathLst>
                <a:path w="12781" h="26352" extrusionOk="0">
                  <a:moveTo>
                    <a:pt x="5168" y="1"/>
                  </a:moveTo>
                  <a:lnTo>
                    <a:pt x="1" y="1743"/>
                  </a:lnTo>
                  <a:cubicBezTo>
                    <a:pt x="1" y="1743"/>
                    <a:pt x="2855" y="15006"/>
                    <a:pt x="9794" y="26352"/>
                  </a:cubicBezTo>
                  <a:lnTo>
                    <a:pt x="12781" y="24741"/>
                  </a:lnTo>
                  <a:cubicBezTo>
                    <a:pt x="12781" y="24741"/>
                    <a:pt x="4905" y="8243"/>
                    <a:pt x="5168"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2"/>
            <p:cNvSpPr/>
            <p:nvPr/>
          </p:nvSpPr>
          <p:spPr>
            <a:xfrm>
              <a:off x="1235902" y="1833253"/>
              <a:ext cx="311236" cy="393170"/>
            </a:xfrm>
            <a:custGeom>
              <a:avLst/>
              <a:gdLst/>
              <a:ahLst/>
              <a:cxnLst/>
              <a:rect l="l" t="t" r="r" b="b"/>
              <a:pathLst>
                <a:path w="5037" h="6363" extrusionOk="0">
                  <a:moveTo>
                    <a:pt x="2619" y="0"/>
                  </a:moveTo>
                  <a:cubicBezTo>
                    <a:pt x="1389" y="0"/>
                    <a:pt x="1333" y="587"/>
                    <a:pt x="1333" y="587"/>
                  </a:cubicBezTo>
                  <a:lnTo>
                    <a:pt x="1333" y="1582"/>
                  </a:lnTo>
                  <a:cubicBezTo>
                    <a:pt x="1333" y="1582"/>
                    <a:pt x="999" y="1350"/>
                    <a:pt x="682" y="1350"/>
                  </a:cubicBezTo>
                  <a:cubicBezTo>
                    <a:pt x="447" y="1350"/>
                    <a:pt x="222" y="1477"/>
                    <a:pt x="147" y="1919"/>
                  </a:cubicBezTo>
                  <a:cubicBezTo>
                    <a:pt x="0" y="2724"/>
                    <a:pt x="791" y="2885"/>
                    <a:pt x="791" y="2885"/>
                  </a:cubicBezTo>
                  <a:lnTo>
                    <a:pt x="601" y="5242"/>
                  </a:lnTo>
                  <a:cubicBezTo>
                    <a:pt x="586" y="5564"/>
                    <a:pt x="674" y="5871"/>
                    <a:pt x="893" y="6091"/>
                  </a:cubicBezTo>
                  <a:cubicBezTo>
                    <a:pt x="1098" y="6290"/>
                    <a:pt x="1332" y="6362"/>
                    <a:pt x="1565" y="6362"/>
                  </a:cubicBezTo>
                  <a:cubicBezTo>
                    <a:pt x="1915" y="6362"/>
                    <a:pt x="2260" y="6197"/>
                    <a:pt x="2489" y="6047"/>
                  </a:cubicBezTo>
                  <a:cubicBezTo>
                    <a:pt x="2665" y="5930"/>
                    <a:pt x="2782" y="5740"/>
                    <a:pt x="2782" y="5520"/>
                  </a:cubicBezTo>
                  <a:lnTo>
                    <a:pt x="2782" y="4905"/>
                  </a:lnTo>
                  <a:lnTo>
                    <a:pt x="3646" y="4905"/>
                  </a:lnTo>
                  <a:cubicBezTo>
                    <a:pt x="5036" y="4832"/>
                    <a:pt x="4788" y="382"/>
                    <a:pt x="4788" y="382"/>
                  </a:cubicBezTo>
                  <a:cubicBezTo>
                    <a:pt x="4788" y="43"/>
                    <a:pt x="4135" y="30"/>
                    <a:pt x="4038" y="30"/>
                  </a:cubicBezTo>
                  <a:cubicBezTo>
                    <a:pt x="4030" y="30"/>
                    <a:pt x="4026" y="30"/>
                    <a:pt x="4026" y="30"/>
                  </a:cubicBezTo>
                  <a:lnTo>
                    <a:pt x="2709" y="1"/>
                  </a:lnTo>
                  <a:cubicBezTo>
                    <a:pt x="2678" y="0"/>
                    <a:pt x="2648" y="0"/>
                    <a:pt x="2619" y="0"/>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2"/>
            <p:cNvSpPr/>
            <p:nvPr/>
          </p:nvSpPr>
          <p:spPr>
            <a:xfrm>
              <a:off x="1467500" y="1960853"/>
              <a:ext cx="16313" cy="81439"/>
            </a:xfrm>
            <a:custGeom>
              <a:avLst/>
              <a:gdLst/>
              <a:ahLst/>
              <a:cxnLst/>
              <a:rect l="l" t="t" r="r" b="b"/>
              <a:pathLst>
                <a:path w="264" h="1318" extrusionOk="0">
                  <a:moveTo>
                    <a:pt x="205" y="0"/>
                  </a:moveTo>
                  <a:cubicBezTo>
                    <a:pt x="190" y="0"/>
                    <a:pt x="161" y="322"/>
                    <a:pt x="161" y="732"/>
                  </a:cubicBezTo>
                  <a:cubicBezTo>
                    <a:pt x="161" y="908"/>
                    <a:pt x="205" y="1113"/>
                    <a:pt x="147" y="1201"/>
                  </a:cubicBezTo>
                  <a:cubicBezTo>
                    <a:pt x="132" y="1245"/>
                    <a:pt x="88" y="1274"/>
                    <a:pt x="59" y="1274"/>
                  </a:cubicBezTo>
                  <a:cubicBezTo>
                    <a:pt x="15" y="1288"/>
                    <a:pt x="0" y="1288"/>
                    <a:pt x="0" y="1288"/>
                  </a:cubicBezTo>
                  <a:cubicBezTo>
                    <a:pt x="0" y="1288"/>
                    <a:pt x="15" y="1318"/>
                    <a:pt x="59" y="1318"/>
                  </a:cubicBezTo>
                  <a:cubicBezTo>
                    <a:pt x="88" y="1318"/>
                    <a:pt x="147" y="1274"/>
                    <a:pt x="205" y="1215"/>
                  </a:cubicBezTo>
                  <a:cubicBezTo>
                    <a:pt x="234" y="1171"/>
                    <a:pt x="264" y="1084"/>
                    <a:pt x="264" y="981"/>
                  </a:cubicBezTo>
                  <a:lnTo>
                    <a:pt x="264" y="718"/>
                  </a:lnTo>
                  <a:cubicBezTo>
                    <a:pt x="264" y="322"/>
                    <a:pt x="220" y="0"/>
                    <a:pt x="2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2"/>
            <p:cNvSpPr/>
            <p:nvPr/>
          </p:nvSpPr>
          <p:spPr>
            <a:xfrm>
              <a:off x="1418623" y="1962645"/>
              <a:ext cx="6426" cy="20885"/>
            </a:xfrm>
            <a:custGeom>
              <a:avLst/>
              <a:gdLst/>
              <a:ahLst/>
              <a:cxnLst/>
              <a:rect l="l" t="t" r="r" b="b"/>
              <a:pathLst>
                <a:path w="104" h="338" extrusionOk="0">
                  <a:moveTo>
                    <a:pt x="45" y="0"/>
                  </a:moveTo>
                  <a:cubicBezTo>
                    <a:pt x="30" y="0"/>
                    <a:pt x="1" y="103"/>
                    <a:pt x="1" y="176"/>
                  </a:cubicBezTo>
                  <a:cubicBezTo>
                    <a:pt x="1" y="264"/>
                    <a:pt x="45" y="337"/>
                    <a:pt x="59" y="337"/>
                  </a:cubicBezTo>
                  <a:cubicBezTo>
                    <a:pt x="74" y="337"/>
                    <a:pt x="103" y="264"/>
                    <a:pt x="103" y="176"/>
                  </a:cubicBezTo>
                  <a:cubicBezTo>
                    <a:pt x="103" y="74"/>
                    <a:pt x="59" y="0"/>
                    <a:pt x="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2"/>
            <p:cNvSpPr/>
            <p:nvPr/>
          </p:nvSpPr>
          <p:spPr>
            <a:xfrm>
              <a:off x="1507295" y="1961719"/>
              <a:ext cx="6364" cy="20885"/>
            </a:xfrm>
            <a:custGeom>
              <a:avLst/>
              <a:gdLst/>
              <a:ahLst/>
              <a:cxnLst/>
              <a:rect l="l" t="t" r="r" b="b"/>
              <a:pathLst>
                <a:path w="103" h="338" extrusionOk="0">
                  <a:moveTo>
                    <a:pt x="59" y="1"/>
                  </a:moveTo>
                  <a:cubicBezTo>
                    <a:pt x="15" y="1"/>
                    <a:pt x="0" y="74"/>
                    <a:pt x="15" y="162"/>
                  </a:cubicBezTo>
                  <a:cubicBezTo>
                    <a:pt x="15" y="264"/>
                    <a:pt x="59" y="338"/>
                    <a:pt x="74" y="338"/>
                  </a:cubicBezTo>
                  <a:cubicBezTo>
                    <a:pt x="88" y="338"/>
                    <a:pt x="103" y="264"/>
                    <a:pt x="103" y="162"/>
                  </a:cubicBezTo>
                  <a:cubicBezTo>
                    <a:pt x="103"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2"/>
            <p:cNvSpPr/>
            <p:nvPr/>
          </p:nvSpPr>
          <p:spPr>
            <a:xfrm>
              <a:off x="1361650" y="2105571"/>
              <a:ext cx="48011" cy="86012"/>
            </a:xfrm>
            <a:custGeom>
              <a:avLst/>
              <a:gdLst/>
              <a:ahLst/>
              <a:cxnLst/>
              <a:rect l="l" t="t" r="r" b="b"/>
              <a:pathLst>
                <a:path w="777" h="1392" extrusionOk="0">
                  <a:moveTo>
                    <a:pt x="15" y="1"/>
                  </a:moveTo>
                  <a:lnTo>
                    <a:pt x="15" y="1"/>
                  </a:lnTo>
                  <a:cubicBezTo>
                    <a:pt x="0" y="235"/>
                    <a:pt x="0" y="498"/>
                    <a:pt x="74" y="733"/>
                  </a:cubicBezTo>
                  <a:cubicBezTo>
                    <a:pt x="147" y="967"/>
                    <a:pt x="293" y="1186"/>
                    <a:pt x="513" y="1303"/>
                  </a:cubicBezTo>
                  <a:cubicBezTo>
                    <a:pt x="586" y="1333"/>
                    <a:pt x="703" y="1391"/>
                    <a:pt x="703" y="1391"/>
                  </a:cubicBezTo>
                  <a:cubicBezTo>
                    <a:pt x="703" y="1377"/>
                    <a:pt x="747" y="1230"/>
                    <a:pt x="747" y="1201"/>
                  </a:cubicBezTo>
                  <a:cubicBezTo>
                    <a:pt x="776" y="967"/>
                    <a:pt x="776" y="762"/>
                    <a:pt x="747" y="469"/>
                  </a:cubicBezTo>
                  <a:cubicBezTo>
                    <a:pt x="454" y="396"/>
                    <a:pt x="191" y="220"/>
                    <a:pt x="15" y="1"/>
                  </a:cubicBezTo>
                  <a:close/>
                </a:path>
              </a:pathLst>
            </a:custGeom>
            <a:solidFill>
              <a:srgbClr val="BA6136">
                <a:alpha val="253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2"/>
            <p:cNvSpPr/>
            <p:nvPr/>
          </p:nvSpPr>
          <p:spPr>
            <a:xfrm>
              <a:off x="1272113" y="1940956"/>
              <a:ext cx="40720" cy="55240"/>
            </a:xfrm>
            <a:custGeom>
              <a:avLst/>
              <a:gdLst/>
              <a:ahLst/>
              <a:cxnLst/>
              <a:rect l="l" t="t" r="r" b="b"/>
              <a:pathLst>
                <a:path w="659" h="894" extrusionOk="0">
                  <a:moveTo>
                    <a:pt x="73" y="0"/>
                  </a:moveTo>
                  <a:cubicBezTo>
                    <a:pt x="73" y="29"/>
                    <a:pt x="132" y="44"/>
                    <a:pt x="220" y="103"/>
                  </a:cubicBezTo>
                  <a:cubicBezTo>
                    <a:pt x="276" y="140"/>
                    <a:pt x="337" y="189"/>
                    <a:pt x="397" y="261"/>
                  </a:cubicBezTo>
                  <a:lnTo>
                    <a:pt x="397" y="261"/>
                  </a:lnTo>
                  <a:cubicBezTo>
                    <a:pt x="383" y="256"/>
                    <a:pt x="368" y="252"/>
                    <a:pt x="351" y="249"/>
                  </a:cubicBezTo>
                  <a:cubicBezTo>
                    <a:pt x="332" y="245"/>
                    <a:pt x="312" y="243"/>
                    <a:pt x="293" y="243"/>
                  </a:cubicBezTo>
                  <a:cubicBezTo>
                    <a:pt x="240" y="243"/>
                    <a:pt x="189" y="257"/>
                    <a:pt x="146" y="278"/>
                  </a:cubicBezTo>
                  <a:cubicBezTo>
                    <a:pt x="88" y="322"/>
                    <a:pt x="59" y="381"/>
                    <a:pt x="29" y="425"/>
                  </a:cubicBezTo>
                  <a:cubicBezTo>
                    <a:pt x="0" y="542"/>
                    <a:pt x="29" y="644"/>
                    <a:pt x="88" y="717"/>
                  </a:cubicBezTo>
                  <a:cubicBezTo>
                    <a:pt x="176" y="864"/>
                    <a:pt x="293" y="893"/>
                    <a:pt x="293" y="893"/>
                  </a:cubicBezTo>
                  <a:cubicBezTo>
                    <a:pt x="307" y="864"/>
                    <a:pt x="220" y="820"/>
                    <a:pt x="146" y="703"/>
                  </a:cubicBezTo>
                  <a:cubicBezTo>
                    <a:pt x="103" y="630"/>
                    <a:pt x="88" y="556"/>
                    <a:pt x="132" y="469"/>
                  </a:cubicBezTo>
                  <a:cubicBezTo>
                    <a:pt x="145" y="379"/>
                    <a:pt x="213" y="334"/>
                    <a:pt x="289" y="334"/>
                  </a:cubicBezTo>
                  <a:cubicBezTo>
                    <a:pt x="300" y="334"/>
                    <a:pt x="311" y="335"/>
                    <a:pt x="322" y="337"/>
                  </a:cubicBezTo>
                  <a:cubicBezTo>
                    <a:pt x="395" y="351"/>
                    <a:pt x="454" y="395"/>
                    <a:pt x="512" y="425"/>
                  </a:cubicBezTo>
                  <a:lnTo>
                    <a:pt x="659" y="513"/>
                  </a:lnTo>
                  <a:lnTo>
                    <a:pt x="586" y="366"/>
                  </a:lnTo>
                  <a:cubicBezTo>
                    <a:pt x="498" y="190"/>
                    <a:pt x="366" y="103"/>
                    <a:pt x="249" y="44"/>
                  </a:cubicBezTo>
                  <a:cubicBezTo>
                    <a:pt x="146" y="0"/>
                    <a:pt x="73" y="0"/>
                    <a:pt x="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2"/>
            <p:cNvSpPr/>
            <p:nvPr/>
          </p:nvSpPr>
          <p:spPr>
            <a:xfrm>
              <a:off x="1426779" y="2036796"/>
              <a:ext cx="48011" cy="38372"/>
            </a:xfrm>
            <a:custGeom>
              <a:avLst/>
              <a:gdLst/>
              <a:ahLst/>
              <a:cxnLst/>
              <a:rect l="l" t="t" r="r" b="b"/>
              <a:pathLst>
                <a:path w="777" h="621" extrusionOk="0">
                  <a:moveTo>
                    <a:pt x="44" y="1"/>
                  </a:moveTo>
                  <a:cubicBezTo>
                    <a:pt x="15" y="1"/>
                    <a:pt x="0" y="45"/>
                    <a:pt x="15" y="162"/>
                  </a:cubicBezTo>
                  <a:cubicBezTo>
                    <a:pt x="44" y="264"/>
                    <a:pt x="118" y="411"/>
                    <a:pt x="235" y="513"/>
                  </a:cubicBezTo>
                  <a:cubicBezTo>
                    <a:pt x="339" y="595"/>
                    <a:pt x="453" y="621"/>
                    <a:pt x="554" y="621"/>
                  </a:cubicBezTo>
                  <a:cubicBezTo>
                    <a:pt x="580" y="621"/>
                    <a:pt x="606" y="619"/>
                    <a:pt x="630" y="616"/>
                  </a:cubicBezTo>
                  <a:cubicBezTo>
                    <a:pt x="718" y="616"/>
                    <a:pt x="776" y="572"/>
                    <a:pt x="776" y="557"/>
                  </a:cubicBezTo>
                  <a:cubicBezTo>
                    <a:pt x="776" y="550"/>
                    <a:pt x="762" y="550"/>
                    <a:pt x="734" y="550"/>
                  </a:cubicBezTo>
                  <a:cubicBezTo>
                    <a:pt x="707" y="550"/>
                    <a:pt x="666" y="550"/>
                    <a:pt x="615" y="543"/>
                  </a:cubicBezTo>
                  <a:cubicBezTo>
                    <a:pt x="527" y="543"/>
                    <a:pt x="396" y="513"/>
                    <a:pt x="293" y="425"/>
                  </a:cubicBezTo>
                  <a:cubicBezTo>
                    <a:pt x="191" y="338"/>
                    <a:pt x="132" y="235"/>
                    <a:pt x="88" y="147"/>
                  </a:cubicBezTo>
                  <a:cubicBezTo>
                    <a:pt x="59" y="45"/>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2"/>
            <p:cNvSpPr/>
            <p:nvPr/>
          </p:nvSpPr>
          <p:spPr>
            <a:xfrm>
              <a:off x="1415904" y="2033212"/>
              <a:ext cx="24469" cy="15447"/>
            </a:xfrm>
            <a:custGeom>
              <a:avLst/>
              <a:gdLst/>
              <a:ahLst/>
              <a:cxnLst/>
              <a:rect l="l" t="t" r="r" b="b"/>
              <a:pathLst>
                <a:path w="396" h="250" extrusionOk="0">
                  <a:moveTo>
                    <a:pt x="323" y="0"/>
                  </a:moveTo>
                  <a:cubicBezTo>
                    <a:pt x="279" y="0"/>
                    <a:pt x="220" y="0"/>
                    <a:pt x="132" y="30"/>
                  </a:cubicBezTo>
                  <a:cubicBezTo>
                    <a:pt x="59" y="74"/>
                    <a:pt x="30" y="132"/>
                    <a:pt x="15" y="176"/>
                  </a:cubicBezTo>
                  <a:cubicBezTo>
                    <a:pt x="1" y="220"/>
                    <a:pt x="1" y="249"/>
                    <a:pt x="15" y="249"/>
                  </a:cubicBezTo>
                  <a:cubicBezTo>
                    <a:pt x="30" y="249"/>
                    <a:pt x="74" y="161"/>
                    <a:pt x="176" y="103"/>
                  </a:cubicBezTo>
                  <a:cubicBezTo>
                    <a:pt x="294" y="59"/>
                    <a:pt x="396" y="59"/>
                    <a:pt x="396" y="30"/>
                  </a:cubicBezTo>
                  <a:lnTo>
                    <a:pt x="3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2"/>
            <p:cNvSpPr/>
            <p:nvPr/>
          </p:nvSpPr>
          <p:spPr>
            <a:xfrm>
              <a:off x="1094768" y="2737890"/>
              <a:ext cx="550981" cy="1049627"/>
            </a:xfrm>
            <a:custGeom>
              <a:avLst/>
              <a:gdLst/>
              <a:ahLst/>
              <a:cxnLst/>
              <a:rect l="l" t="t" r="r" b="b"/>
              <a:pathLst>
                <a:path w="8917" h="16987" extrusionOk="0">
                  <a:moveTo>
                    <a:pt x="7804" y="1"/>
                  </a:moveTo>
                  <a:lnTo>
                    <a:pt x="1" y="3543"/>
                  </a:lnTo>
                  <a:cubicBezTo>
                    <a:pt x="1" y="3543"/>
                    <a:pt x="777" y="6442"/>
                    <a:pt x="1977" y="10043"/>
                  </a:cubicBezTo>
                  <a:cubicBezTo>
                    <a:pt x="2094" y="12107"/>
                    <a:pt x="1260" y="13996"/>
                    <a:pt x="250" y="15855"/>
                  </a:cubicBezTo>
                  <a:lnTo>
                    <a:pt x="1538" y="16353"/>
                  </a:lnTo>
                  <a:cubicBezTo>
                    <a:pt x="2634" y="16774"/>
                    <a:pt x="3787" y="16986"/>
                    <a:pt x="4939" y="16986"/>
                  </a:cubicBezTo>
                  <a:cubicBezTo>
                    <a:pt x="6111" y="16986"/>
                    <a:pt x="7282" y="16767"/>
                    <a:pt x="8389" y="16324"/>
                  </a:cubicBezTo>
                  <a:cubicBezTo>
                    <a:pt x="8726" y="16192"/>
                    <a:pt x="8916" y="16075"/>
                    <a:pt x="8902" y="16045"/>
                  </a:cubicBezTo>
                  <a:cubicBezTo>
                    <a:pt x="8828" y="15884"/>
                    <a:pt x="8887" y="8711"/>
                    <a:pt x="8740" y="3338"/>
                  </a:cubicBezTo>
                  <a:cubicBezTo>
                    <a:pt x="8711" y="2387"/>
                    <a:pt x="7862" y="747"/>
                    <a:pt x="780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2"/>
            <p:cNvSpPr/>
            <p:nvPr/>
          </p:nvSpPr>
          <p:spPr>
            <a:xfrm>
              <a:off x="1093903" y="2939641"/>
              <a:ext cx="563587" cy="63458"/>
            </a:xfrm>
            <a:custGeom>
              <a:avLst/>
              <a:gdLst/>
              <a:ahLst/>
              <a:cxnLst/>
              <a:rect l="l" t="t" r="r" b="b"/>
              <a:pathLst>
                <a:path w="9121" h="1027" extrusionOk="0">
                  <a:moveTo>
                    <a:pt x="6149" y="0"/>
                  </a:moveTo>
                  <a:lnTo>
                    <a:pt x="6134" y="29"/>
                  </a:lnTo>
                  <a:cubicBezTo>
                    <a:pt x="5768" y="395"/>
                    <a:pt x="5241" y="630"/>
                    <a:pt x="4670" y="761"/>
                  </a:cubicBezTo>
                  <a:cubicBezTo>
                    <a:pt x="4144" y="893"/>
                    <a:pt x="3637" y="927"/>
                    <a:pt x="3158" y="927"/>
                  </a:cubicBezTo>
                  <a:cubicBezTo>
                    <a:pt x="3051" y="927"/>
                    <a:pt x="2945" y="925"/>
                    <a:pt x="2840" y="922"/>
                  </a:cubicBezTo>
                  <a:cubicBezTo>
                    <a:pt x="2269" y="879"/>
                    <a:pt x="1786" y="791"/>
                    <a:pt x="1362" y="703"/>
                  </a:cubicBezTo>
                  <a:cubicBezTo>
                    <a:pt x="937" y="615"/>
                    <a:pt x="615" y="498"/>
                    <a:pt x="366" y="439"/>
                  </a:cubicBezTo>
                  <a:cubicBezTo>
                    <a:pt x="264" y="410"/>
                    <a:pt x="176" y="395"/>
                    <a:pt x="103" y="366"/>
                  </a:cubicBezTo>
                  <a:cubicBezTo>
                    <a:pt x="44" y="352"/>
                    <a:pt x="0" y="352"/>
                    <a:pt x="0" y="352"/>
                  </a:cubicBezTo>
                  <a:lnTo>
                    <a:pt x="0" y="352"/>
                  </a:lnTo>
                  <a:cubicBezTo>
                    <a:pt x="0" y="352"/>
                    <a:pt x="44" y="366"/>
                    <a:pt x="103" y="395"/>
                  </a:cubicBezTo>
                  <a:cubicBezTo>
                    <a:pt x="146" y="410"/>
                    <a:pt x="249" y="439"/>
                    <a:pt x="351" y="483"/>
                  </a:cubicBezTo>
                  <a:cubicBezTo>
                    <a:pt x="586" y="571"/>
                    <a:pt x="922" y="659"/>
                    <a:pt x="1347" y="776"/>
                  </a:cubicBezTo>
                  <a:cubicBezTo>
                    <a:pt x="1757" y="864"/>
                    <a:pt x="2284" y="981"/>
                    <a:pt x="2840" y="1010"/>
                  </a:cubicBezTo>
                  <a:cubicBezTo>
                    <a:pt x="2980" y="1021"/>
                    <a:pt x="3124" y="1027"/>
                    <a:pt x="3272" y="1027"/>
                  </a:cubicBezTo>
                  <a:cubicBezTo>
                    <a:pt x="3726" y="1027"/>
                    <a:pt x="4209" y="974"/>
                    <a:pt x="4685" y="864"/>
                  </a:cubicBezTo>
                  <a:cubicBezTo>
                    <a:pt x="5247" y="734"/>
                    <a:pt x="5794" y="491"/>
                    <a:pt x="6174" y="135"/>
                  </a:cubicBezTo>
                  <a:lnTo>
                    <a:pt x="6174" y="135"/>
                  </a:lnTo>
                  <a:cubicBezTo>
                    <a:pt x="6931" y="457"/>
                    <a:pt x="7617" y="650"/>
                    <a:pt x="8146" y="650"/>
                  </a:cubicBezTo>
                  <a:cubicBezTo>
                    <a:pt x="8199" y="650"/>
                    <a:pt x="8251" y="648"/>
                    <a:pt x="8301" y="644"/>
                  </a:cubicBezTo>
                  <a:cubicBezTo>
                    <a:pt x="8593" y="630"/>
                    <a:pt x="8798" y="542"/>
                    <a:pt x="8916" y="469"/>
                  </a:cubicBezTo>
                  <a:cubicBezTo>
                    <a:pt x="8974" y="439"/>
                    <a:pt x="9033" y="410"/>
                    <a:pt x="9062" y="395"/>
                  </a:cubicBezTo>
                  <a:cubicBezTo>
                    <a:pt x="9106" y="366"/>
                    <a:pt x="9120" y="352"/>
                    <a:pt x="9120" y="352"/>
                  </a:cubicBezTo>
                  <a:cubicBezTo>
                    <a:pt x="9120" y="349"/>
                    <a:pt x="9118" y="348"/>
                    <a:pt x="9113" y="348"/>
                  </a:cubicBezTo>
                  <a:cubicBezTo>
                    <a:pt x="9092" y="348"/>
                    <a:pt x="9019" y="374"/>
                    <a:pt x="8886" y="410"/>
                  </a:cubicBezTo>
                  <a:cubicBezTo>
                    <a:pt x="8754" y="483"/>
                    <a:pt x="8550" y="556"/>
                    <a:pt x="8271" y="571"/>
                  </a:cubicBezTo>
                  <a:cubicBezTo>
                    <a:pt x="8252" y="572"/>
                    <a:pt x="8233" y="572"/>
                    <a:pt x="8214" y="572"/>
                  </a:cubicBezTo>
                  <a:cubicBezTo>
                    <a:pt x="7691" y="572"/>
                    <a:pt x="6968" y="382"/>
                    <a:pt x="6178" y="29"/>
                  </a:cubicBezTo>
                  <a:lnTo>
                    <a:pt x="6149" y="0"/>
                  </a:ln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2"/>
            <p:cNvSpPr/>
            <p:nvPr/>
          </p:nvSpPr>
          <p:spPr>
            <a:xfrm>
              <a:off x="1433082" y="2538857"/>
              <a:ext cx="43500" cy="405342"/>
            </a:xfrm>
            <a:custGeom>
              <a:avLst/>
              <a:gdLst/>
              <a:ahLst/>
              <a:cxnLst/>
              <a:rect l="l" t="t" r="r" b="b"/>
              <a:pathLst>
                <a:path w="704" h="6560" extrusionOk="0">
                  <a:moveTo>
                    <a:pt x="1" y="1"/>
                  </a:moveTo>
                  <a:cubicBezTo>
                    <a:pt x="1" y="1"/>
                    <a:pt x="1" y="89"/>
                    <a:pt x="30" y="250"/>
                  </a:cubicBezTo>
                  <a:cubicBezTo>
                    <a:pt x="45" y="440"/>
                    <a:pt x="59" y="660"/>
                    <a:pt x="103" y="952"/>
                  </a:cubicBezTo>
                  <a:cubicBezTo>
                    <a:pt x="162" y="1553"/>
                    <a:pt x="264" y="2358"/>
                    <a:pt x="352" y="3265"/>
                  </a:cubicBezTo>
                  <a:cubicBezTo>
                    <a:pt x="455" y="4158"/>
                    <a:pt x="528" y="4993"/>
                    <a:pt x="572" y="5593"/>
                  </a:cubicBezTo>
                  <a:cubicBezTo>
                    <a:pt x="616" y="5886"/>
                    <a:pt x="630" y="6120"/>
                    <a:pt x="645" y="6310"/>
                  </a:cubicBezTo>
                  <a:cubicBezTo>
                    <a:pt x="674" y="6472"/>
                    <a:pt x="689" y="6559"/>
                    <a:pt x="689" y="6559"/>
                  </a:cubicBezTo>
                  <a:cubicBezTo>
                    <a:pt x="704" y="6559"/>
                    <a:pt x="704" y="6472"/>
                    <a:pt x="704" y="6310"/>
                  </a:cubicBezTo>
                  <a:cubicBezTo>
                    <a:pt x="704" y="6149"/>
                    <a:pt x="689" y="5886"/>
                    <a:pt x="660" y="5593"/>
                  </a:cubicBezTo>
                  <a:cubicBezTo>
                    <a:pt x="630" y="5008"/>
                    <a:pt x="557" y="4188"/>
                    <a:pt x="469" y="3265"/>
                  </a:cubicBezTo>
                  <a:cubicBezTo>
                    <a:pt x="367" y="2358"/>
                    <a:pt x="264" y="1538"/>
                    <a:pt x="177" y="952"/>
                  </a:cubicBezTo>
                  <a:cubicBezTo>
                    <a:pt x="133" y="660"/>
                    <a:pt x="103" y="411"/>
                    <a:pt x="59" y="250"/>
                  </a:cubicBezTo>
                  <a:cubicBezTo>
                    <a:pt x="30" y="89"/>
                    <a:pt x="1" y="1"/>
                    <a:pt x="1"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2"/>
            <p:cNvSpPr/>
            <p:nvPr/>
          </p:nvSpPr>
          <p:spPr>
            <a:xfrm>
              <a:off x="1187951" y="2754203"/>
              <a:ext cx="120367" cy="132354"/>
            </a:xfrm>
            <a:custGeom>
              <a:avLst/>
              <a:gdLst/>
              <a:ahLst/>
              <a:cxnLst/>
              <a:rect l="l" t="t" r="r" b="b"/>
              <a:pathLst>
                <a:path w="1948" h="2142" extrusionOk="0">
                  <a:moveTo>
                    <a:pt x="191" y="44"/>
                  </a:moveTo>
                  <a:cubicBezTo>
                    <a:pt x="179" y="44"/>
                    <a:pt x="148" y="102"/>
                    <a:pt x="144" y="248"/>
                  </a:cubicBezTo>
                  <a:lnTo>
                    <a:pt x="144" y="248"/>
                  </a:lnTo>
                  <a:cubicBezTo>
                    <a:pt x="179" y="116"/>
                    <a:pt x="191" y="44"/>
                    <a:pt x="191" y="44"/>
                  </a:cubicBezTo>
                  <a:close/>
                  <a:moveTo>
                    <a:pt x="144" y="248"/>
                  </a:moveTo>
                  <a:cubicBezTo>
                    <a:pt x="141" y="262"/>
                    <a:pt x="137" y="277"/>
                    <a:pt x="132" y="293"/>
                  </a:cubicBezTo>
                  <a:cubicBezTo>
                    <a:pt x="117" y="386"/>
                    <a:pt x="97" y="496"/>
                    <a:pt x="80" y="625"/>
                  </a:cubicBezTo>
                  <a:lnTo>
                    <a:pt x="80" y="625"/>
                  </a:lnTo>
                  <a:cubicBezTo>
                    <a:pt x="99" y="527"/>
                    <a:pt x="122" y="441"/>
                    <a:pt x="147" y="366"/>
                  </a:cubicBezTo>
                  <a:cubicBezTo>
                    <a:pt x="144" y="321"/>
                    <a:pt x="144" y="282"/>
                    <a:pt x="144" y="248"/>
                  </a:cubicBezTo>
                  <a:close/>
                  <a:moveTo>
                    <a:pt x="118" y="0"/>
                  </a:moveTo>
                  <a:cubicBezTo>
                    <a:pt x="118" y="0"/>
                    <a:pt x="206" y="29"/>
                    <a:pt x="367" y="44"/>
                  </a:cubicBezTo>
                  <a:cubicBezTo>
                    <a:pt x="557" y="44"/>
                    <a:pt x="791" y="73"/>
                    <a:pt x="1084" y="88"/>
                  </a:cubicBezTo>
                  <a:cubicBezTo>
                    <a:pt x="1230" y="117"/>
                    <a:pt x="1391" y="117"/>
                    <a:pt x="1582" y="132"/>
                  </a:cubicBezTo>
                  <a:cubicBezTo>
                    <a:pt x="1669" y="146"/>
                    <a:pt x="1757" y="146"/>
                    <a:pt x="1801" y="205"/>
                  </a:cubicBezTo>
                  <a:cubicBezTo>
                    <a:pt x="1831" y="264"/>
                    <a:pt x="1831" y="366"/>
                    <a:pt x="1831" y="469"/>
                  </a:cubicBezTo>
                  <a:cubicBezTo>
                    <a:pt x="1816" y="659"/>
                    <a:pt x="1816" y="878"/>
                    <a:pt x="1772" y="1083"/>
                  </a:cubicBezTo>
                  <a:cubicBezTo>
                    <a:pt x="1728" y="1288"/>
                    <a:pt x="1655" y="1508"/>
                    <a:pt x="1494" y="1654"/>
                  </a:cubicBezTo>
                  <a:cubicBezTo>
                    <a:pt x="1318" y="1815"/>
                    <a:pt x="1128" y="1903"/>
                    <a:pt x="923" y="1962"/>
                  </a:cubicBezTo>
                  <a:cubicBezTo>
                    <a:pt x="826" y="1989"/>
                    <a:pt x="726" y="2004"/>
                    <a:pt x="630" y="2004"/>
                  </a:cubicBezTo>
                  <a:cubicBezTo>
                    <a:pt x="524" y="2004"/>
                    <a:pt x="422" y="1986"/>
                    <a:pt x="337" y="1947"/>
                  </a:cubicBezTo>
                  <a:cubicBezTo>
                    <a:pt x="162" y="1859"/>
                    <a:pt x="74" y="1669"/>
                    <a:pt x="59" y="1508"/>
                  </a:cubicBezTo>
                  <a:cubicBezTo>
                    <a:pt x="30" y="1318"/>
                    <a:pt x="44" y="1157"/>
                    <a:pt x="44" y="1010"/>
                  </a:cubicBezTo>
                  <a:cubicBezTo>
                    <a:pt x="51" y="866"/>
                    <a:pt x="65" y="738"/>
                    <a:pt x="80" y="625"/>
                  </a:cubicBezTo>
                  <a:lnTo>
                    <a:pt x="80" y="625"/>
                  </a:lnTo>
                  <a:cubicBezTo>
                    <a:pt x="53" y="756"/>
                    <a:pt x="32" y="908"/>
                    <a:pt x="15" y="1083"/>
                  </a:cubicBezTo>
                  <a:cubicBezTo>
                    <a:pt x="1" y="1230"/>
                    <a:pt x="1" y="1391"/>
                    <a:pt x="15" y="1581"/>
                  </a:cubicBezTo>
                  <a:cubicBezTo>
                    <a:pt x="44" y="1757"/>
                    <a:pt x="132" y="1962"/>
                    <a:pt x="337" y="2079"/>
                  </a:cubicBezTo>
                  <a:cubicBezTo>
                    <a:pt x="432" y="2123"/>
                    <a:pt x="535" y="2141"/>
                    <a:pt x="641" y="2141"/>
                  </a:cubicBezTo>
                  <a:cubicBezTo>
                    <a:pt x="747" y="2141"/>
                    <a:pt x="857" y="2123"/>
                    <a:pt x="967" y="2094"/>
                  </a:cubicBezTo>
                  <a:cubicBezTo>
                    <a:pt x="1186" y="2035"/>
                    <a:pt x="1406" y="1932"/>
                    <a:pt x="1582" y="1757"/>
                  </a:cubicBezTo>
                  <a:cubicBezTo>
                    <a:pt x="1757" y="1581"/>
                    <a:pt x="1845" y="1362"/>
                    <a:pt x="1889" y="1142"/>
                  </a:cubicBezTo>
                  <a:cubicBezTo>
                    <a:pt x="1918" y="922"/>
                    <a:pt x="1918" y="703"/>
                    <a:pt x="1918" y="498"/>
                  </a:cubicBezTo>
                  <a:cubicBezTo>
                    <a:pt x="1918" y="395"/>
                    <a:pt x="1948" y="278"/>
                    <a:pt x="1874" y="190"/>
                  </a:cubicBezTo>
                  <a:cubicBezTo>
                    <a:pt x="1831" y="132"/>
                    <a:pt x="1772" y="88"/>
                    <a:pt x="1728" y="88"/>
                  </a:cubicBezTo>
                  <a:cubicBezTo>
                    <a:pt x="1669" y="73"/>
                    <a:pt x="1611" y="73"/>
                    <a:pt x="1582" y="73"/>
                  </a:cubicBezTo>
                  <a:cubicBezTo>
                    <a:pt x="1391" y="59"/>
                    <a:pt x="1230" y="44"/>
                    <a:pt x="1084" y="44"/>
                  </a:cubicBezTo>
                  <a:cubicBezTo>
                    <a:pt x="791" y="15"/>
                    <a:pt x="557" y="0"/>
                    <a:pt x="367"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2"/>
            <p:cNvSpPr/>
            <p:nvPr/>
          </p:nvSpPr>
          <p:spPr>
            <a:xfrm>
              <a:off x="1432217" y="2163470"/>
              <a:ext cx="61543" cy="310309"/>
            </a:xfrm>
            <a:custGeom>
              <a:avLst/>
              <a:gdLst/>
              <a:ahLst/>
              <a:cxnLst/>
              <a:rect l="l" t="t" r="r" b="b"/>
              <a:pathLst>
                <a:path w="996" h="5022" extrusionOk="0">
                  <a:moveTo>
                    <a:pt x="0" y="0"/>
                  </a:moveTo>
                  <a:lnTo>
                    <a:pt x="0" y="5022"/>
                  </a:lnTo>
                  <a:cubicBezTo>
                    <a:pt x="0" y="5022"/>
                    <a:pt x="996" y="2079"/>
                    <a:pt x="776" y="1552"/>
                  </a:cubicBezTo>
                  <a:cubicBezTo>
                    <a:pt x="586" y="1025"/>
                    <a:pt x="0" y="0"/>
                    <a:pt x="0"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2"/>
            <p:cNvSpPr/>
            <p:nvPr/>
          </p:nvSpPr>
          <p:spPr>
            <a:xfrm>
              <a:off x="1715350" y="4380944"/>
              <a:ext cx="281392" cy="105599"/>
            </a:xfrm>
            <a:custGeom>
              <a:avLst/>
              <a:gdLst/>
              <a:ahLst/>
              <a:cxnLst/>
              <a:rect l="l" t="t" r="r" b="b"/>
              <a:pathLst>
                <a:path w="4554" h="1709" extrusionOk="0">
                  <a:moveTo>
                    <a:pt x="4060" y="1"/>
                  </a:moveTo>
                  <a:cubicBezTo>
                    <a:pt x="3618" y="1"/>
                    <a:pt x="2987" y="98"/>
                    <a:pt x="2987" y="98"/>
                  </a:cubicBezTo>
                  <a:lnTo>
                    <a:pt x="0" y="1709"/>
                  </a:lnTo>
                  <a:cubicBezTo>
                    <a:pt x="0" y="1709"/>
                    <a:pt x="4553" y="303"/>
                    <a:pt x="4480" y="98"/>
                  </a:cubicBezTo>
                  <a:cubicBezTo>
                    <a:pt x="4456" y="25"/>
                    <a:pt x="4282" y="1"/>
                    <a:pt x="40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2"/>
            <p:cNvSpPr/>
            <p:nvPr/>
          </p:nvSpPr>
          <p:spPr>
            <a:xfrm>
              <a:off x="871327" y="4314641"/>
              <a:ext cx="243391" cy="195751"/>
            </a:xfrm>
            <a:custGeom>
              <a:avLst/>
              <a:gdLst/>
              <a:ahLst/>
              <a:cxnLst/>
              <a:rect l="l" t="t" r="r" b="b"/>
              <a:pathLst>
                <a:path w="3939" h="3168" extrusionOk="0">
                  <a:moveTo>
                    <a:pt x="1" y="0"/>
                  </a:moveTo>
                  <a:lnTo>
                    <a:pt x="1" y="132"/>
                  </a:lnTo>
                  <a:cubicBezTo>
                    <a:pt x="1" y="132"/>
                    <a:pt x="3451" y="3168"/>
                    <a:pt x="3820" y="3168"/>
                  </a:cubicBezTo>
                  <a:cubicBezTo>
                    <a:pt x="3837" y="3168"/>
                    <a:pt x="3848" y="3161"/>
                    <a:pt x="3851" y="3148"/>
                  </a:cubicBezTo>
                  <a:cubicBezTo>
                    <a:pt x="3939" y="2840"/>
                    <a:pt x="3324" y="2167"/>
                    <a:pt x="3324" y="2167"/>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2"/>
            <p:cNvSpPr/>
            <p:nvPr/>
          </p:nvSpPr>
          <p:spPr>
            <a:xfrm>
              <a:off x="1299239" y="1803407"/>
              <a:ext cx="255131" cy="136803"/>
            </a:xfrm>
            <a:custGeom>
              <a:avLst/>
              <a:gdLst/>
              <a:ahLst/>
              <a:cxnLst/>
              <a:rect l="l" t="t" r="r" b="b"/>
              <a:pathLst>
                <a:path w="4129" h="2214" extrusionOk="0">
                  <a:moveTo>
                    <a:pt x="2123" y="1"/>
                  </a:moveTo>
                  <a:cubicBezTo>
                    <a:pt x="1742" y="1"/>
                    <a:pt x="1376" y="30"/>
                    <a:pt x="1010" y="162"/>
                  </a:cubicBezTo>
                  <a:cubicBezTo>
                    <a:pt x="659" y="294"/>
                    <a:pt x="322" y="528"/>
                    <a:pt x="161" y="879"/>
                  </a:cubicBezTo>
                  <a:cubicBezTo>
                    <a:pt x="0" y="1231"/>
                    <a:pt x="30" y="1670"/>
                    <a:pt x="293" y="1933"/>
                  </a:cubicBezTo>
                  <a:lnTo>
                    <a:pt x="293" y="1992"/>
                  </a:lnTo>
                  <a:cubicBezTo>
                    <a:pt x="381" y="2094"/>
                    <a:pt x="469" y="2168"/>
                    <a:pt x="586" y="2197"/>
                  </a:cubicBezTo>
                  <a:cubicBezTo>
                    <a:pt x="613" y="2208"/>
                    <a:pt x="644" y="2214"/>
                    <a:pt x="677" y="2214"/>
                  </a:cubicBezTo>
                  <a:cubicBezTo>
                    <a:pt x="770" y="2214"/>
                    <a:pt x="872" y="2170"/>
                    <a:pt x="893" y="2094"/>
                  </a:cubicBezTo>
                  <a:cubicBezTo>
                    <a:pt x="952" y="1977"/>
                    <a:pt x="893" y="1846"/>
                    <a:pt x="864" y="1743"/>
                  </a:cubicBezTo>
                  <a:cubicBezTo>
                    <a:pt x="791" y="1538"/>
                    <a:pt x="805" y="1304"/>
                    <a:pt x="879" y="1099"/>
                  </a:cubicBezTo>
                  <a:cubicBezTo>
                    <a:pt x="1098" y="1377"/>
                    <a:pt x="1391" y="1582"/>
                    <a:pt x="1713" y="1626"/>
                  </a:cubicBezTo>
                  <a:cubicBezTo>
                    <a:pt x="1765" y="1635"/>
                    <a:pt x="1819" y="1640"/>
                    <a:pt x="1873" y="1640"/>
                  </a:cubicBezTo>
                  <a:cubicBezTo>
                    <a:pt x="2163" y="1640"/>
                    <a:pt x="2455" y="1507"/>
                    <a:pt x="2591" y="1260"/>
                  </a:cubicBezTo>
                  <a:cubicBezTo>
                    <a:pt x="2635" y="1582"/>
                    <a:pt x="2899" y="1802"/>
                    <a:pt x="3206" y="1889"/>
                  </a:cubicBezTo>
                  <a:cubicBezTo>
                    <a:pt x="3291" y="1920"/>
                    <a:pt x="3389" y="1938"/>
                    <a:pt x="3487" y="1938"/>
                  </a:cubicBezTo>
                  <a:cubicBezTo>
                    <a:pt x="3627" y="1938"/>
                    <a:pt x="3768" y="1902"/>
                    <a:pt x="3880" y="1816"/>
                  </a:cubicBezTo>
                  <a:cubicBezTo>
                    <a:pt x="4055" y="1684"/>
                    <a:pt x="4129" y="1450"/>
                    <a:pt x="4114" y="1231"/>
                  </a:cubicBezTo>
                  <a:cubicBezTo>
                    <a:pt x="4099" y="791"/>
                    <a:pt x="3763" y="425"/>
                    <a:pt x="3382" y="221"/>
                  </a:cubicBezTo>
                  <a:cubicBezTo>
                    <a:pt x="3001" y="30"/>
                    <a:pt x="2547" y="1"/>
                    <a:pt x="2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2"/>
            <p:cNvSpPr/>
            <p:nvPr/>
          </p:nvSpPr>
          <p:spPr>
            <a:xfrm>
              <a:off x="1256726" y="1996137"/>
              <a:ext cx="35344" cy="40225"/>
            </a:xfrm>
            <a:custGeom>
              <a:avLst/>
              <a:gdLst/>
              <a:ahLst/>
              <a:cxnLst/>
              <a:rect l="l" t="t" r="r" b="b"/>
              <a:pathLst>
                <a:path w="572" h="651" extrusionOk="0">
                  <a:moveTo>
                    <a:pt x="381" y="0"/>
                  </a:moveTo>
                  <a:cubicBezTo>
                    <a:pt x="337" y="0"/>
                    <a:pt x="322" y="15"/>
                    <a:pt x="322" y="15"/>
                  </a:cubicBezTo>
                  <a:cubicBezTo>
                    <a:pt x="322" y="15"/>
                    <a:pt x="410" y="15"/>
                    <a:pt x="469" y="147"/>
                  </a:cubicBezTo>
                  <a:cubicBezTo>
                    <a:pt x="483" y="190"/>
                    <a:pt x="483" y="264"/>
                    <a:pt x="469" y="337"/>
                  </a:cubicBezTo>
                  <a:cubicBezTo>
                    <a:pt x="439" y="439"/>
                    <a:pt x="410" y="527"/>
                    <a:pt x="337" y="556"/>
                  </a:cubicBezTo>
                  <a:cubicBezTo>
                    <a:pt x="315" y="569"/>
                    <a:pt x="294" y="575"/>
                    <a:pt x="273" y="575"/>
                  </a:cubicBezTo>
                  <a:cubicBezTo>
                    <a:pt x="222" y="575"/>
                    <a:pt x="173" y="544"/>
                    <a:pt x="132" y="513"/>
                  </a:cubicBezTo>
                  <a:cubicBezTo>
                    <a:pt x="88" y="439"/>
                    <a:pt x="88" y="366"/>
                    <a:pt x="88" y="308"/>
                  </a:cubicBezTo>
                  <a:cubicBezTo>
                    <a:pt x="103" y="176"/>
                    <a:pt x="117" y="88"/>
                    <a:pt x="103" y="88"/>
                  </a:cubicBezTo>
                  <a:cubicBezTo>
                    <a:pt x="103" y="87"/>
                    <a:pt x="102" y="86"/>
                    <a:pt x="101" y="86"/>
                  </a:cubicBezTo>
                  <a:cubicBezTo>
                    <a:pt x="93" y="86"/>
                    <a:pt x="43" y="159"/>
                    <a:pt x="29" y="293"/>
                  </a:cubicBezTo>
                  <a:cubicBezTo>
                    <a:pt x="0" y="366"/>
                    <a:pt x="29" y="454"/>
                    <a:pt x="73" y="542"/>
                  </a:cubicBezTo>
                  <a:cubicBezTo>
                    <a:pt x="103" y="586"/>
                    <a:pt x="147" y="615"/>
                    <a:pt x="205" y="630"/>
                  </a:cubicBezTo>
                  <a:cubicBezTo>
                    <a:pt x="231" y="643"/>
                    <a:pt x="261" y="650"/>
                    <a:pt x="290" y="650"/>
                  </a:cubicBezTo>
                  <a:cubicBezTo>
                    <a:pt x="327" y="650"/>
                    <a:pt x="363" y="639"/>
                    <a:pt x="395" y="615"/>
                  </a:cubicBezTo>
                  <a:cubicBezTo>
                    <a:pt x="498" y="542"/>
                    <a:pt x="542" y="439"/>
                    <a:pt x="556" y="337"/>
                  </a:cubicBezTo>
                  <a:cubicBezTo>
                    <a:pt x="571" y="249"/>
                    <a:pt x="556" y="161"/>
                    <a:pt x="513" y="88"/>
                  </a:cubicBezTo>
                  <a:cubicBezTo>
                    <a:pt x="483" y="29"/>
                    <a:pt x="410" y="0"/>
                    <a:pt x="3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2"/>
            <p:cNvSpPr/>
            <p:nvPr/>
          </p:nvSpPr>
          <p:spPr>
            <a:xfrm>
              <a:off x="1204264" y="2175210"/>
              <a:ext cx="195442" cy="310371"/>
            </a:xfrm>
            <a:custGeom>
              <a:avLst/>
              <a:gdLst/>
              <a:ahLst/>
              <a:cxnLst/>
              <a:rect l="l" t="t" r="r" b="b"/>
              <a:pathLst>
                <a:path w="3163" h="5023" extrusionOk="0">
                  <a:moveTo>
                    <a:pt x="542" y="1"/>
                  </a:moveTo>
                  <a:cubicBezTo>
                    <a:pt x="439" y="15"/>
                    <a:pt x="0" y="1816"/>
                    <a:pt x="454" y="2328"/>
                  </a:cubicBezTo>
                  <a:cubicBezTo>
                    <a:pt x="966" y="2914"/>
                    <a:pt x="3162" y="5022"/>
                    <a:pt x="3162" y="5022"/>
                  </a:cubicBezTo>
                  <a:lnTo>
                    <a:pt x="542" y="1"/>
                  </a:ln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2"/>
            <p:cNvSpPr/>
            <p:nvPr/>
          </p:nvSpPr>
          <p:spPr>
            <a:xfrm>
              <a:off x="1532630" y="2211421"/>
              <a:ext cx="453230" cy="761685"/>
            </a:xfrm>
            <a:custGeom>
              <a:avLst/>
              <a:gdLst/>
              <a:ahLst/>
              <a:cxnLst/>
              <a:rect l="l" t="t" r="r" b="b"/>
              <a:pathLst>
                <a:path w="7335" h="12327" extrusionOk="0">
                  <a:moveTo>
                    <a:pt x="439" y="0"/>
                  </a:moveTo>
                  <a:lnTo>
                    <a:pt x="0" y="5710"/>
                  </a:lnTo>
                  <a:cubicBezTo>
                    <a:pt x="0" y="5710"/>
                    <a:pt x="161" y="7745"/>
                    <a:pt x="425" y="8272"/>
                  </a:cubicBezTo>
                  <a:cubicBezTo>
                    <a:pt x="703" y="8813"/>
                    <a:pt x="5944" y="12327"/>
                    <a:pt x="5944" y="12327"/>
                  </a:cubicBezTo>
                  <a:lnTo>
                    <a:pt x="7335" y="10321"/>
                  </a:lnTo>
                  <a:cubicBezTo>
                    <a:pt x="7335" y="10321"/>
                    <a:pt x="2972" y="7013"/>
                    <a:pt x="2445" y="6647"/>
                  </a:cubicBezTo>
                  <a:cubicBezTo>
                    <a:pt x="1903" y="6281"/>
                    <a:pt x="439" y="0"/>
                    <a:pt x="4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2"/>
            <p:cNvSpPr/>
            <p:nvPr/>
          </p:nvSpPr>
          <p:spPr>
            <a:xfrm>
              <a:off x="1545297" y="2222296"/>
              <a:ext cx="36209" cy="481282"/>
            </a:xfrm>
            <a:custGeom>
              <a:avLst/>
              <a:gdLst/>
              <a:ahLst/>
              <a:cxnLst/>
              <a:rect l="l" t="t" r="r" b="b"/>
              <a:pathLst>
                <a:path w="586" h="7789" extrusionOk="0">
                  <a:moveTo>
                    <a:pt x="0" y="0"/>
                  </a:moveTo>
                  <a:lnTo>
                    <a:pt x="88" y="264"/>
                  </a:lnTo>
                  <a:cubicBezTo>
                    <a:pt x="161" y="454"/>
                    <a:pt x="264" y="732"/>
                    <a:pt x="337" y="1069"/>
                  </a:cubicBezTo>
                  <a:cubicBezTo>
                    <a:pt x="410" y="1420"/>
                    <a:pt x="454" y="1845"/>
                    <a:pt x="454" y="2313"/>
                  </a:cubicBezTo>
                  <a:cubicBezTo>
                    <a:pt x="483" y="2796"/>
                    <a:pt x="439" y="3309"/>
                    <a:pt x="381" y="3850"/>
                  </a:cubicBezTo>
                  <a:cubicBezTo>
                    <a:pt x="337" y="4407"/>
                    <a:pt x="278" y="4919"/>
                    <a:pt x="234" y="5387"/>
                  </a:cubicBezTo>
                  <a:cubicBezTo>
                    <a:pt x="205" y="5870"/>
                    <a:pt x="190" y="6295"/>
                    <a:pt x="205" y="6661"/>
                  </a:cubicBezTo>
                  <a:cubicBezTo>
                    <a:pt x="220" y="6998"/>
                    <a:pt x="264" y="7291"/>
                    <a:pt x="293" y="7495"/>
                  </a:cubicBezTo>
                  <a:cubicBezTo>
                    <a:pt x="322" y="7583"/>
                    <a:pt x="337" y="7657"/>
                    <a:pt x="352" y="7715"/>
                  </a:cubicBezTo>
                  <a:cubicBezTo>
                    <a:pt x="352" y="7774"/>
                    <a:pt x="366" y="7788"/>
                    <a:pt x="366" y="7788"/>
                  </a:cubicBezTo>
                  <a:cubicBezTo>
                    <a:pt x="366" y="7788"/>
                    <a:pt x="352" y="7686"/>
                    <a:pt x="337" y="7481"/>
                  </a:cubicBezTo>
                  <a:cubicBezTo>
                    <a:pt x="308" y="7276"/>
                    <a:pt x="278" y="6983"/>
                    <a:pt x="278" y="6632"/>
                  </a:cubicBezTo>
                  <a:cubicBezTo>
                    <a:pt x="278" y="6295"/>
                    <a:pt x="293" y="5870"/>
                    <a:pt x="337" y="5387"/>
                  </a:cubicBezTo>
                  <a:cubicBezTo>
                    <a:pt x="366" y="4919"/>
                    <a:pt x="439" y="4407"/>
                    <a:pt x="498" y="3850"/>
                  </a:cubicBezTo>
                  <a:cubicBezTo>
                    <a:pt x="556" y="3309"/>
                    <a:pt x="586" y="2796"/>
                    <a:pt x="571" y="2313"/>
                  </a:cubicBezTo>
                  <a:cubicBezTo>
                    <a:pt x="556" y="1859"/>
                    <a:pt x="513" y="1420"/>
                    <a:pt x="425" y="1069"/>
                  </a:cubicBezTo>
                  <a:cubicBezTo>
                    <a:pt x="337" y="732"/>
                    <a:pt x="234" y="454"/>
                    <a:pt x="147" y="264"/>
                  </a:cubicBezTo>
                  <a:cubicBezTo>
                    <a:pt x="117" y="176"/>
                    <a:pt x="59" y="117"/>
                    <a:pt x="44" y="73"/>
                  </a:cubicBezTo>
                  <a:cubicBezTo>
                    <a:pt x="29" y="15"/>
                    <a:pt x="0" y="0"/>
                    <a:pt x="0"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2"/>
            <p:cNvSpPr/>
            <p:nvPr/>
          </p:nvSpPr>
          <p:spPr>
            <a:xfrm>
              <a:off x="1617656" y="2606582"/>
              <a:ext cx="62470" cy="87062"/>
            </a:xfrm>
            <a:custGeom>
              <a:avLst/>
              <a:gdLst/>
              <a:ahLst/>
              <a:cxnLst/>
              <a:rect l="l" t="t" r="r" b="b"/>
              <a:pathLst>
                <a:path w="1011" h="1409" extrusionOk="0">
                  <a:moveTo>
                    <a:pt x="992" y="1"/>
                  </a:moveTo>
                  <a:cubicBezTo>
                    <a:pt x="954" y="1"/>
                    <a:pt x="690" y="271"/>
                    <a:pt x="425" y="662"/>
                  </a:cubicBezTo>
                  <a:cubicBezTo>
                    <a:pt x="176" y="1042"/>
                    <a:pt x="0" y="1394"/>
                    <a:pt x="30" y="1408"/>
                  </a:cubicBezTo>
                  <a:cubicBezTo>
                    <a:pt x="30" y="1409"/>
                    <a:pt x="31" y="1409"/>
                    <a:pt x="32" y="1409"/>
                  </a:cubicBezTo>
                  <a:cubicBezTo>
                    <a:pt x="68" y="1409"/>
                    <a:pt x="269" y="1092"/>
                    <a:pt x="513" y="706"/>
                  </a:cubicBezTo>
                  <a:cubicBezTo>
                    <a:pt x="791" y="325"/>
                    <a:pt x="1010" y="17"/>
                    <a:pt x="996" y="3"/>
                  </a:cubicBezTo>
                  <a:cubicBezTo>
                    <a:pt x="995" y="1"/>
                    <a:pt x="994" y="1"/>
                    <a:pt x="992"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2"/>
            <p:cNvSpPr/>
            <p:nvPr/>
          </p:nvSpPr>
          <p:spPr>
            <a:xfrm>
              <a:off x="1652940" y="2613008"/>
              <a:ext cx="19958" cy="72480"/>
            </a:xfrm>
            <a:custGeom>
              <a:avLst/>
              <a:gdLst/>
              <a:ahLst/>
              <a:cxnLst/>
              <a:rect l="l" t="t" r="r" b="b"/>
              <a:pathLst>
                <a:path w="323" h="1173" extrusionOk="0">
                  <a:moveTo>
                    <a:pt x="306" y="1"/>
                  </a:moveTo>
                  <a:cubicBezTo>
                    <a:pt x="287" y="1"/>
                    <a:pt x="188" y="245"/>
                    <a:pt x="88" y="572"/>
                  </a:cubicBezTo>
                  <a:cubicBezTo>
                    <a:pt x="15" y="894"/>
                    <a:pt x="0" y="1172"/>
                    <a:pt x="15" y="1172"/>
                  </a:cubicBezTo>
                  <a:cubicBezTo>
                    <a:pt x="44" y="1172"/>
                    <a:pt x="88" y="924"/>
                    <a:pt x="191" y="587"/>
                  </a:cubicBezTo>
                  <a:cubicBezTo>
                    <a:pt x="249" y="279"/>
                    <a:pt x="322" y="16"/>
                    <a:pt x="308" y="1"/>
                  </a:cubicBezTo>
                  <a:cubicBezTo>
                    <a:pt x="307" y="1"/>
                    <a:pt x="307" y="1"/>
                    <a:pt x="306"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520;p32"/>
          <p:cNvGrpSpPr/>
          <p:nvPr/>
        </p:nvGrpSpPr>
        <p:grpSpPr>
          <a:xfrm>
            <a:off x="207132" y="2528281"/>
            <a:ext cx="1252325" cy="1877968"/>
            <a:chOff x="176050" y="2421699"/>
            <a:chExt cx="1441111" cy="2161067"/>
          </a:xfrm>
        </p:grpSpPr>
        <p:sp>
          <p:nvSpPr>
            <p:cNvPr id="521" name="Google Shape;521;p32"/>
            <p:cNvSpPr/>
            <p:nvPr/>
          </p:nvSpPr>
          <p:spPr>
            <a:xfrm>
              <a:off x="1286893" y="4431304"/>
              <a:ext cx="330268" cy="102262"/>
            </a:xfrm>
            <a:custGeom>
              <a:avLst/>
              <a:gdLst/>
              <a:ahLst/>
              <a:cxnLst/>
              <a:rect l="l" t="t" r="r" b="b"/>
              <a:pathLst>
                <a:path w="5345" h="1655" extrusionOk="0">
                  <a:moveTo>
                    <a:pt x="294" y="1"/>
                  </a:moveTo>
                  <a:lnTo>
                    <a:pt x="1" y="1655"/>
                  </a:lnTo>
                  <a:lnTo>
                    <a:pt x="4642" y="1655"/>
                  </a:lnTo>
                  <a:cubicBezTo>
                    <a:pt x="5344" y="1655"/>
                    <a:pt x="4085" y="1025"/>
                    <a:pt x="4085" y="1025"/>
                  </a:cubicBezTo>
                  <a:lnTo>
                    <a:pt x="43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2"/>
            <p:cNvSpPr/>
            <p:nvPr/>
          </p:nvSpPr>
          <p:spPr>
            <a:xfrm>
              <a:off x="1126331" y="4480504"/>
              <a:ext cx="330268" cy="102262"/>
            </a:xfrm>
            <a:custGeom>
              <a:avLst/>
              <a:gdLst/>
              <a:ahLst/>
              <a:cxnLst/>
              <a:rect l="l" t="t" r="r" b="b"/>
              <a:pathLst>
                <a:path w="5345" h="1655" extrusionOk="0">
                  <a:moveTo>
                    <a:pt x="294" y="1"/>
                  </a:moveTo>
                  <a:lnTo>
                    <a:pt x="1" y="1655"/>
                  </a:lnTo>
                  <a:lnTo>
                    <a:pt x="4642" y="1655"/>
                  </a:lnTo>
                  <a:cubicBezTo>
                    <a:pt x="5344" y="1655"/>
                    <a:pt x="4085" y="1025"/>
                    <a:pt x="4085" y="1025"/>
                  </a:cubicBezTo>
                  <a:lnTo>
                    <a:pt x="43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1074327" y="3400982"/>
              <a:ext cx="123086" cy="314882"/>
            </a:xfrm>
            <a:custGeom>
              <a:avLst/>
              <a:gdLst/>
              <a:ahLst/>
              <a:cxnLst/>
              <a:rect l="l" t="t" r="r" b="b"/>
              <a:pathLst>
                <a:path w="1992" h="5096" extrusionOk="0">
                  <a:moveTo>
                    <a:pt x="16" y="0"/>
                  </a:moveTo>
                  <a:cubicBezTo>
                    <a:pt x="15" y="0"/>
                    <a:pt x="15" y="0"/>
                    <a:pt x="15" y="0"/>
                  </a:cubicBezTo>
                  <a:cubicBezTo>
                    <a:pt x="1" y="30"/>
                    <a:pt x="396" y="1157"/>
                    <a:pt x="952" y="2562"/>
                  </a:cubicBezTo>
                  <a:cubicBezTo>
                    <a:pt x="1490" y="3973"/>
                    <a:pt x="1942" y="5095"/>
                    <a:pt x="1976" y="5095"/>
                  </a:cubicBezTo>
                  <a:cubicBezTo>
                    <a:pt x="1977" y="5095"/>
                    <a:pt x="1977" y="5095"/>
                    <a:pt x="1977" y="5095"/>
                  </a:cubicBezTo>
                  <a:cubicBezTo>
                    <a:pt x="1992" y="5095"/>
                    <a:pt x="1567" y="3938"/>
                    <a:pt x="1040" y="2533"/>
                  </a:cubicBezTo>
                  <a:cubicBezTo>
                    <a:pt x="487" y="1136"/>
                    <a:pt x="36" y="0"/>
                    <a:pt x="16" y="0"/>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1090640" y="3450724"/>
              <a:ext cx="38928" cy="218984"/>
            </a:xfrm>
            <a:custGeom>
              <a:avLst/>
              <a:gdLst/>
              <a:ahLst/>
              <a:cxnLst/>
              <a:rect l="l" t="t" r="r" b="b"/>
              <a:pathLst>
                <a:path w="630" h="3544" extrusionOk="0">
                  <a:moveTo>
                    <a:pt x="29" y="0"/>
                  </a:moveTo>
                  <a:cubicBezTo>
                    <a:pt x="0" y="0"/>
                    <a:pt x="44" y="205"/>
                    <a:pt x="117" y="513"/>
                  </a:cubicBezTo>
                  <a:cubicBezTo>
                    <a:pt x="176" y="835"/>
                    <a:pt x="264" y="1274"/>
                    <a:pt x="351" y="1757"/>
                  </a:cubicBezTo>
                  <a:cubicBezTo>
                    <a:pt x="425" y="2255"/>
                    <a:pt x="498" y="2694"/>
                    <a:pt x="542" y="3031"/>
                  </a:cubicBezTo>
                  <a:cubicBezTo>
                    <a:pt x="571" y="3338"/>
                    <a:pt x="586" y="3543"/>
                    <a:pt x="615" y="3543"/>
                  </a:cubicBezTo>
                  <a:cubicBezTo>
                    <a:pt x="630" y="3543"/>
                    <a:pt x="630" y="3338"/>
                    <a:pt x="630" y="3002"/>
                  </a:cubicBezTo>
                  <a:cubicBezTo>
                    <a:pt x="586" y="2680"/>
                    <a:pt x="556" y="2240"/>
                    <a:pt x="469" y="1743"/>
                  </a:cubicBezTo>
                  <a:cubicBezTo>
                    <a:pt x="366" y="1245"/>
                    <a:pt x="278" y="806"/>
                    <a:pt x="190" y="498"/>
                  </a:cubicBezTo>
                  <a:cubicBezTo>
                    <a:pt x="103" y="191"/>
                    <a:pt x="44" y="0"/>
                    <a:pt x="29" y="0"/>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176050" y="2816613"/>
              <a:ext cx="380874" cy="1023119"/>
            </a:xfrm>
            <a:custGeom>
              <a:avLst/>
              <a:gdLst/>
              <a:ahLst/>
              <a:cxnLst/>
              <a:rect l="l" t="t" r="r" b="b"/>
              <a:pathLst>
                <a:path w="6164" h="16558" extrusionOk="0">
                  <a:moveTo>
                    <a:pt x="4392" y="0"/>
                  </a:moveTo>
                  <a:lnTo>
                    <a:pt x="1" y="161"/>
                  </a:lnTo>
                  <a:lnTo>
                    <a:pt x="2972" y="16557"/>
                  </a:lnTo>
                  <a:lnTo>
                    <a:pt x="6164" y="16074"/>
                  </a:lnTo>
                  <a:lnTo>
                    <a:pt x="439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1276079" y="3120507"/>
              <a:ext cx="201744" cy="252227"/>
            </a:xfrm>
            <a:custGeom>
              <a:avLst/>
              <a:gdLst/>
              <a:ahLst/>
              <a:cxnLst/>
              <a:rect l="l" t="t" r="r" b="b"/>
              <a:pathLst>
                <a:path w="3265" h="4082" extrusionOk="0">
                  <a:moveTo>
                    <a:pt x="1223" y="0"/>
                  </a:moveTo>
                  <a:cubicBezTo>
                    <a:pt x="1054" y="0"/>
                    <a:pt x="0" y="1538"/>
                    <a:pt x="0" y="1538"/>
                  </a:cubicBezTo>
                  <a:cubicBezTo>
                    <a:pt x="0" y="1538"/>
                    <a:pt x="585" y="4082"/>
                    <a:pt x="1060" y="4082"/>
                  </a:cubicBezTo>
                  <a:cubicBezTo>
                    <a:pt x="1078" y="4082"/>
                    <a:pt x="1095" y="4078"/>
                    <a:pt x="1113" y="4071"/>
                  </a:cubicBezTo>
                  <a:cubicBezTo>
                    <a:pt x="1113" y="4071"/>
                    <a:pt x="2913" y="3002"/>
                    <a:pt x="3001" y="2783"/>
                  </a:cubicBezTo>
                  <a:cubicBezTo>
                    <a:pt x="3040" y="2709"/>
                    <a:pt x="2961" y="2685"/>
                    <a:pt x="2837" y="2685"/>
                  </a:cubicBezTo>
                  <a:cubicBezTo>
                    <a:pt x="2590" y="2685"/>
                    <a:pt x="2167" y="2783"/>
                    <a:pt x="2167" y="2783"/>
                  </a:cubicBezTo>
                  <a:cubicBezTo>
                    <a:pt x="2167" y="2783"/>
                    <a:pt x="3089" y="2461"/>
                    <a:pt x="3192" y="2241"/>
                  </a:cubicBezTo>
                  <a:cubicBezTo>
                    <a:pt x="3221" y="2168"/>
                    <a:pt x="3088" y="2143"/>
                    <a:pt x="2897" y="2143"/>
                  </a:cubicBezTo>
                  <a:cubicBezTo>
                    <a:pt x="2515" y="2143"/>
                    <a:pt x="1903" y="2241"/>
                    <a:pt x="1903" y="2241"/>
                  </a:cubicBezTo>
                  <a:cubicBezTo>
                    <a:pt x="1903" y="2241"/>
                    <a:pt x="3265" y="1948"/>
                    <a:pt x="3206" y="1655"/>
                  </a:cubicBezTo>
                  <a:cubicBezTo>
                    <a:pt x="3178" y="1543"/>
                    <a:pt x="2938" y="1508"/>
                    <a:pt x="2653" y="1508"/>
                  </a:cubicBezTo>
                  <a:cubicBezTo>
                    <a:pt x="2196" y="1508"/>
                    <a:pt x="1625" y="1597"/>
                    <a:pt x="1625" y="1597"/>
                  </a:cubicBezTo>
                  <a:cubicBezTo>
                    <a:pt x="1625" y="1597"/>
                    <a:pt x="3162" y="1231"/>
                    <a:pt x="3148" y="909"/>
                  </a:cubicBezTo>
                  <a:cubicBezTo>
                    <a:pt x="3144" y="824"/>
                    <a:pt x="3011" y="792"/>
                    <a:pt x="2815" y="792"/>
                  </a:cubicBezTo>
                  <a:cubicBezTo>
                    <a:pt x="2234" y="792"/>
                    <a:pt x="1098" y="1070"/>
                    <a:pt x="1098" y="1070"/>
                  </a:cubicBezTo>
                  <a:cubicBezTo>
                    <a:pt x="1464" y="572"/>
                    <a:pt x="1376" y="60"/>
                    <a:pt x="1230" y="1"/>
                  </a:cubicBezTo>
                  <a:cubicBezTo>
                    <a:pt x="1228" y="0"/>
                    <a:pt x="1226" y="0"/>
                    <a:pt x="1223"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689854" y="2915172"/>
              <a:ext cx="655901" cy="585769"/>
            </a:xfrm>
            <a:custGeom>
              <a:avLst/>
              <a:gdLst/>
              <a:ahLst/>
              <a:cxnLst/>
              <a:rect l="l" t="t" r="r" b="b"/>
              <a:pathLst>
                <a:path w="10615" h="9480" extrusionOk="0">
                  <a:moveTo>
                    <a:pt x="338" y="1"/>
                  </a:moveTo>
                  <a:cubicBezTo>
                    <a:pt x="338" y="1"/>
                    <a:pt x="1" y="2636"/>
                    <a:pt x="747" y="6589"/>
                  </a:cubicBezTo>
                  <a:cubicBezTo>
                    <a:pt x="1188" y="8921"/>
                    <a:pt x="2607" y="9479"/>
                    <a:pt x="3886" y="9479"/>
                  </a:cubicBezTo>
                  <a:cubicBezTo>
                    <a:pt x="4774" y="9479"/>
                    <a:pt x="5596" y="9209"/>
                    <a:pt x="5974" y="9077"/>
                  </a:cubicBezTo>
                  <a:cubicBezTo>
                    <a:pt x="6911" y="8770"/>
                    <a:pt x="10614" y="7409"/>
                    <a:pt x="10614" y="7409"/>
                  </a:cubicBezTo>
                  <a:lnTo>
                    <a:pt x="9487" y="4861"/>
                  </a:lnTo>
                  <a:cubicBezTo>
                    <a:pt x="9487" y="4861"/>
                    <a:pt x="7218" y="5666"/>
                    <a:pt x="4656" y="6223"/>
                  </a:cubicBezTo>
                  <a:cubicBezTo>
                    <a:pt x="4632" y="6228"/>
                    <a:pt x="4608" y="6230"/>
                    <a:pt x="4585" y="6230"/>
                  </a:cubicBezTo>
                  <a:cubicBezTo>
                    <a:pt x="3484" y="6230"/>
                    <a:pt x="3470" y="616"/>
                    <a:pt x="3470" y="616"/>
                  </a:cubicBezTo>
                  <a:lnTo>
                    <a:pt x="3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2"/>
            <p:cNvSpPr/>
            <p:nvPr/>
          </p:nvSpPr>
          <p:spPr>
            <a:xfrm>
              <a:off x="432056" y="3405493"/>
              <a:ext cx="1159675" cy="1055682"/>
            </a:xfrm>
            <a:custGeom>
              <a:avLst/>
              <a:gdLst/>
              <a:ahLst/>
              <a:cxnLst/>
              <a:rect l="l" t="t" r="r" b="b"/>
              <a:pathLst>
                <a:path w="18768" h="17085" extrusionOk="0">
                  <a:moveTo>
                    <a:pt x="16009" y="0"/>
                  </a:moveTo>
                  <a:cubicBezTo>
                    <a:pt x="16006" y="0"/>
                    <a:pt x="16004" y="0"/>
                    <a:pt x="16002" y="1"/>
                  </a:cubicBezTo>
                  <a:cubicBezTo>
                    <a:pt x="13850" y="59"/>
                    <a:pt x="967" y="776"/>
                    <a:pt x="967" y="776"/>
                  </a:cubicBezTo>
                  <a:cubicBezTo>
                    <a:pt x="967" y="776"/>
                    <a:pt x="1" y="4656"/>
                    <a:pt x="3778" y="5403"/>
                  </a:cubicBezTo>
                  <a:cubicBezTo>
                    <a:pt x="4534" y="5557"/>
                    <a:pt x="5376" y="5615"/>
                    <a:pt x="6241" y="5615"/>
                  </a:cubicBezTo>
                  <a:cubicBezTo>
                    <a:pt x="8748" y="5615"/>
                    <a:pt x="11443" y="5132"/>
                    <a:pt x="12757" y="5132"/>
                  </a:cubicBezTo>
                  <a:cubicBezTo>
                    <a:pt x="13263" y="5132"/>
                    <a:pt x="13565" y="5204"/>
                    <a:pt x="13571" y="5403"/>
                  </a:cubicBezTo>
                  <a:cubicBezTo>
                    <a:pt x="13615" y="6296"/>
                    <a:pt x="13850" y="17085"/>
                    <a:pt x="13850" y="17085"/>
                  </a:cubicBezTo>
                  <a:lnTo>
                    <a:pt x="18256" y="17085"/>
                  </a:lnTo>
                  <a:cubicBezTo>
                    <a:pt x="18256" y="17085"/>
                    <a:pt x="18768" y="0"/>
                    <a:pt x="160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2"/>
            <p:cNvSpPr/>
            <p:nvPr/>
          </p:nvSpPr>
          <p:spPr>
            <a:xfrm>
              <a:off x="307235" y="2763843"/>
              <a:ext cx="570816" cy="774538"/>
            </a:xfrm>
            <a:custGeom>
              <a:avLst/>
              <a:gdLst/>
              <a:ahLst/>
              <a:cxnLst/>
              <a:rect l="l" t="t" r="r" b="b"/>
              <a:pathLst>
                <a:path w="9238" h="12535" extrusionOk="0">
                  <a:moveTo>
                    <a:pt x="5453" y="1"/>
                  </a:moveTo>
                  <a:cubicBezTo>
                    <a:pt x="3946" y="1"/>
                    <a:pt x="1974" y="118"/>
                    <a:pt x="1391" y="561"/>
                  </a:cubicBezTo>
                  <a:cubicBezTo>
                    <a:pt x="1391" y="561"/>
                    <a:pt x="147" y="986"/>
                    <a:pt x="74" y="3079"/>
                  </a:cubicBezTo>
                  <a:cubicBezTo>
                    <a:pt x="0" y="5217"/>
                    <a:pt x="308" y="6988"/>
                    <a:pt x="308" y="6988"/>
                  </a:cubicBezTo>
                  <a:lnTo>
                    <a:pt x="425" y="11512"/>
                  </a:lnTo>
                  <a:cubicBezTo>
                    <a:pt x="425" y="11512"/>
                    <a:pt x="1856" y="12535"/>
                    <a:pt x="4313" y="12535"/>
                  </a:cubicBezTo>
                  <a:cubicBezTo>
                    <a:pt x="5666" y="12535"/>
                    <a:pt x="7330" y="12225"/>
                    <a:pt x="9238" y="11263"/>
                  </a:cubicBezTo>
                  <a:lnTo>
                    <a:pt x="8111" y="6915"/>
                  </a:lnTo>
                  <a:lnTo>
                    <a:pt x="7847" y="1820"/>
                  </a:lnTo>
                  <a:cubicBezTo>
                    <a:pt x="7847" y="1820"/>
                    <a:pt x="7759" y="195"/>
                    <a:pt x="7247" y="78"/>
                  </a:cubicBezTo>
                  <a:cubicBezTo>
                    <a:pt x="7053" y="41"/>
                    <a:pt x="6332" y="1"/>
                    <a:pt x="5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273744" y="3427182"/>
              <a:ext cx="1159675" cy="1054817"/>
            </a:xfrm>
            <a:custGeom>
              <a:avLst/>
              <a:gdLst/>
              <a:ahLst/>
              <a:cxnLst/>
              <a:rect l="l" t="t" r="r" b="b"/>
              <a:pathLst>
                <a:path w="18768" h="17071" extrusionOk="0">
                  <a:moveTo>
                    <a:pt x="16009" y="1"/>
                  </a:moveTo>
                  <a:cubicBezTo>
                    <a:pt x="16006" y="1"/>
                    <a:pt x="16004" y="1"/>
                    <a:pt x="16002" y="1"/>
                  </a:cubicBezTo>
                  <a:cubicBezTo>
                    <a:pt x="13850" y="59"/>
                    <a:pt x="967" y="777"/>
                    <a:pt x="967" y="777"/>
                  </a:cubicBezTo>
                  <a:cubicBezTo>
                    <a:pt x="967" y="777"/>
                    <a:pt x="1" y="4642"/>
                    <a:pt x="3778" y="5403"/>
                  </a:cubicBezTo>
                  <a:cubicBezTo>
                    <a:pt x="4527" y="5553"/>
                    <a:pt x="5362" y="5609"/>
                    <a:pt x="6219" y="5609"/>
                  </a:cubicBezTo>
                  <a:cubicBezTo>
                    <a:pt x="8723" y="5609"/>
                    <a:pt x="11417" y="5130"/>
                    <a:pt x="12740" y="5130"/>
                  </a:cubicBezTo>
                  <a:cubicBezTo>
                    <a:pt x="13254" y="5130"/>
                    <a:pt x="13562" y="5203"/>
                    <a:pt x="13571" y="5403"/>
                  </a:cubicBezTo>
                  <a:cubicBezTo>
                    <a:pt x="13615" y="6296"/>
                    <a:pt x="13850" y="17071"/>
                    <a:pt x="13850" y="17071"/>
                  </a:cubicBezTo>
                  <a:lnTo>
                    <a:pt x="18256" y="17071"/>
                  </a:lnTo>
                  <a:cubicBezTo>
                    <a:pt x="18256" y="17071"/>
                    <a:pt x="18768" y="1"/>
                    <a:pt x="160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714324" y="2768663"/>
              <a:ext cx="190004" cy="207182"/>
            </a:xfrm>
            <a:custGeom>
              <a:avLst/>
              <a:gdLst/>
              <a:ahLst/>
              <a:cxnLst/>
              <a:rect l="l" t="t" r="r" b="b"/>
              <a:pathLst>
                <a:path w="3075" h="3353" extrusionOk="0">
                  <a:moveTo>
                    <a:pt x="304" y="0"/>
                  </a:moveTo>
                  <a:cubicBezTo>
                    <a:pt x="116" y="0"/>
                    <a:pt x="0" y="15"/>
                    <a:pt x="0" y="15"/>
                  </a:cubicBezTo>
                  <a:lnTo>
                    <a:pt x="600" y="3353"/>
                  </a:lnTo>
                  <a:lnTo>
                    <a:pt x="3074" y="3206"/>
                  </a:lnTo>
                  <a:lnTo>
                    <a:pt x="3060" y="2211"/>
                  </a:lnTo>
                  <a:cubicBezTo>
                    <a:pt x="2724" y="210"/>
                    <a:pt x="1010" y="0"/>
                    <a:pt x="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879866" y="3147634"/>
              <a:ext cx="200879" cy="252289"/>
            </a:xfrm>
            <a:custGeom>
              <a:avLst/>
              <a:gdLst/>
              <a:ahLst/>
              <a:cxnLst/>
              <a:rect l="l" t="t" r="r" b="b"/>
              <a:pathLst>
                <a:path w="3251" h="4083" extrusionOk="0">
                  <a:moveTo>
                    <a:pt x="1209" y="0"/>
                  </a:moveTo>
                  <a:cubicBezTo>
                    <a:pt x="1040" y="0"/>
                    <a:pt x="0" y="1538"/>
                    <a:pt x="0" y="1538"/>
                  </a:cubicBezTo>
                  <a:cubicBezTo>
                    <a:pt x="0" y="1538"/>
                    <a:pt x="571" y="4082"/>
                    <a:pt x="1058" y="4082"/>
                  </a:cubicBezTo>
                  <a:cubicBezTo>
                    <a:pt x="1077" y="4082"/>
                    <a:pt x="1095" y="4078"/>
                    <a:pt x="1113" y="4071"/>
                  </a:cubicBezTo>
                  <a:cubicBezTo>
                    <a:pt x="1113" y="4071"/>
                    <a:pt x="2899" y="3002"/>
                    <a:pt x="3001" y="2783"/>
                  </a:cubicBezTo>
                  <a:cubicBezTo>
                    <a:pt x="3035" y="2710"/>
                    <a:pt x="2952" y="2685"/>
                    <a:pt x="2827" y="2685"/>
                  </a:cubicBezTo>
                  <a:cubicBezTo>
                    <a:pt x="2575" y="2685"/>
                    <a:pt x="2152" y="2783"/>
                    <a:pt x="2152" y="2783"/>
                  </a:cubicBezTo>
                  <a:cubicBezTo>
                    <a:pt x="2152" y="2783"/>
                    <a:pt x="3089" y="2461"/>
                    <a:pt x="3177" y="2241"/>
                  </a:cubicBezTo>
                  <a:cubicBezTo>
                    <a:pt x="3206" y="2168"/>
                    <a:pt x="3074" y="2144"/>
                    <a:pt x="2886" y="2144"/>
                  </a:cubicBezTo>
                  <a:cubicBezTo>
                    <a:pt x="2508" y="2144"/>
                    <a:pt x="1903" y="2241"/>
                    <a:pt x="1903" y="2241"/>
                  </a:cubicBezTo>
                  <a:cubicBezTo>
                    <a:pt x="1903" y="2241"/>
                    <a:pt x="3250" y="1948"/>
                    <a:pt x="3192" y="1656"/>
                  </a:cubicBezTo>
                  <a:cubicBezTo>
                    <a:pt x="3163" y="1543"/>
                    <a:pt x="2925" y="1508"/>
                    <a:pt x="2643" y="1508"/>
                  </a:cubicBezTo>
                  <a:cubicBezTo>
                    <a:pt x="2191" y="1508"/>
                    <a:pt x="1625" y="1597"/>
                    <a:pt x="1625" y="1597"/>
                  </a:cubicBezTo>
                  <a:cubicBezTo>
                    <a:pt x="1625" y="1597"/>
                    <a:pt x="3162" y="1231"/>
                    <a:pt x="3148" y="909"/>
                  </a:cubicBezTo>
                  <a:cubicBezTo>
                    <a:pt x="3140" y="824"/>
                    <a:pt x="3006" y="792"/>
                    <a:pt x="2809" y="792"/>
                  </a:cubicBezTo>
                  <a:cubicBezTo>
                    <a:pt x="2226" y="792"/>
                    <a:pt x="1098" y="1070"/>
                    <a:pt x="1098" y="1070"/>
                  </a:cubicBezTo>
                  <a:cubicBezTo>
                    <a:pt x="1464" y="572"/>
                    <a:pt x="1362" y="60"/>
                    <a:pt x="1215" y="1"/>
                  </a:cubicBezTo>
                  <a:cubicBezTo>
                    <a:pt x="1213" y="1"/>
                    <a:pt x="1211" y="0"/>
                    <a:pt x="1209"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346103" y="3753753"/>
              <a:ext cx="597077" cy="86012"/>
            </a:xfrm>
            <a:custGeom>
              <a:avLst/>
              <a:gdLst/>
              <a:ahLst/>
              <a:cxnLst/>
              <a:rect l="l" t="t" r="r" b="b"/>
              <a:pathLst>
                <a:path w="9663" h="1392" extrusionOk="0">
                  <a:moveTo>
                    <a:pt x="9663" y="1"/>
                  </a:moveTo>
                  <a:lnTo>
                    <a:pt x="1" y="425"/>
                  </a:lnTo>
                  <a:lnTo>
                    <a:pt x="220" y="1391"/>
                  </a:lnTo>
                  <a:lnTo>
                    <a:pt x="9473" y="908"/>
                  </a:lnTo>
                  <a:lnTo>
                    <a:pt x="96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379594" y="3819809"/>
              <a:ext cx="57959" cy="705642"/>
            </a:xfrm>
            <a:custGeom>
              <a:avLst/>
              <a:gdLst/>
              <a:ahLst/>
              <a:cxnLst/>
              <a:rect l="l" t="t" r="r" b="b"/>
              <a:pathLst>
                <a:path w="938" h="11420" extrusionOk="0">
                  <a:moveTo>
                    <a:pt x="484" y="0"/>
                  </a:moveTo>
                  <a:lnTo>
                    <a:pt x="1" y="30"/>
                  </a:lnTo>
                  <a:lnTo>
                    <a:pt x="630" y="11419"/>
                  </a:lnTo>
                  <a:lnTo>
                    <a:pt x="937" y="11419"/>
                  </a:lnTo>
                  <a:lnTo>
                    <a:pt x="4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2"/>
            <p:cNvSpPr/>
            <p:nvPr/>
          </p:nvSpPr>
          <p:spPr>
            <a:xfrm>
              <a:off x="895252" y="3798985"/>
              <a:ext cx="28053" cy="706569"/>
            </a:xfrm>
            <a:custGeom>
              <a:avLst/>
              <a:gdLst/>
              <a:ahLst/>
              <a:cxnLst/>
              <a:rect l="l" t="t" r="r" b="b"/>
              <a:pathLst>
                <a:path w="454" h="11435" extrusionOk="0">
                  <a:moveTo>
                    <a:pt x="454" y="1"/>
                  </a:moveTo>
                  <a:lnTo>
                    <a:pt x="0" y="30"/>
                  </a:lnTo>
                  <a:lnTo>
                    <a:pt x="44" y="11420"/>
                  </a:lnTo>
                  <a:lnTo>
                    <a:pt x="366" y="11434"/>
                  </a:lnTo>
                  <a:lnTo>
                    <a:pt x="4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2"/>
            <p:cNvSpPr/>
            <p:nvPr/>
          </p:nvSpPr>
          <p:spPr>
            <a:xfrm>
              <a:off x="409440" y="3800777"/>
              <a:ext cx="500314" cy="450573"/>
            </a:xfrm>
            <a:custGeom>
              <a:avLst/>
              <a:gdLst/>
              <a:ahLst/>
              <a:cxnLst/>
              <a:rect l="l" t="t" r="r" b="b"/>
              <a:pathLst>
                <a:path w="8097" h="7292" extrusionOk="0">
                  <a:moveTo>
                    <a:pt x="7847" y="1"/>
                  </a:moveTo>
                  <a:lnTo>
                    <a:pt x="1" y="6808"/>
                  </a:lnTo>
                  <a:lnTo>
                    <a:pt x="1" y="7291"/>
                  </a:lnTo>
                  <a:lnTo>
                    <a:pt x="8096" y="191"/>
                  </a:lnTo>
                  <a:lnTo>
                    <a:pt x="78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2"/>
            <p:cNvSpPr/>
            <p:nvPr/>
          </p:nvSpPr>
          <p:spPr>
            <a:xfrm>
              <a:off x="402210" y="3819809"/>
              <a:ext cx="518356" cy="431541"/>
            </a:xfrm>
            <a:custGeom>
              <a:avLst/>
              <a:gdLst/>
              <a:ahLst/>
              <a:cxnLst/>
              <a:rect l="l" t="t" r="r" b="b"/>
              <a:pathLst>
                <a:path w="8389" h="6984" extrusionOk="0">
                  <a:moveTo>
                    <a:pt x="235" y="0"/>
                  </a:moveTo>
                  <a:lnTo>
                    <a:pt x="0" y="220"/>
                  </a:lnTo>
                  <a:lnTo>
                    <a:pt x="8316" y="6983"/>
                  </a:lnTo>
                  <a:lnTo>
                    <a:pt x="8389" y="6705"/>
                  </a:lnTo>
                  <a:lnTo>
                    <a:pt x="2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2"/>
            <p:cNvSpPr/>
            <p:nvPr/>
          </p:nvSpPr>
          <p:spPr>
            <a:xfrm>
              <a:off x="531542" y="2759888"/>
              <a:ext cx="182528" cy="297395"/>
            </a:xfrm>
            <a:custGeom>
              <a:avLst/>
              <a:gdLst/>
              <a:ahLst/>
              <a:cxnLst/>
              <a:rect l="l" t="t" r="r" b="b"/>
              <a:pathLst>
                <a:path w="2954" h="4813" extrusionOk="0">
                  <a:moveTo>
                    <a:pt x="1619" y="1"/>
                  </a:moveTo>
                  <a:cubicBezTo>
                    <a:pt x="1182" y="1"/>
                    <a:pt x="640" y="40"/>
                    <a:pt x="1" y="157"/>
                  </a:cubicBezTo>
                  <a:lnTo>
                    <a:pt x="2197" y="4812"/>
                  </a:lnTo>
                  <a:lnTo>
                    <a:pt x="2943" y="157"/>
                  </a:lnTo>
                  <a:cubicBezTo>
                    <a:pt x="2953" y="157"/>
                    <a:pt x="2495" y="1"/>
                    <a:pt x="16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2"/>
            <p:cNvSpPr/>
            <p:nvPr/>
          </p:nvSpPr>
          <p:spPr>
            <a:xfrm>
              <a:off x="518009" y="2433007"/>
              <a:ext cx="310309" cy="393417"/>
            </a:xfrm>
            <a:custGeom>
              <a:avLst/>
              <a:gdLst/>
              <a:ahLst/>
              <a:cxnLst/>
              <a:rect l="l" t="t" r="r" b="b"/>
              <a:pathLst>
                <a:path w="5022" h="6367" extrusionOk="0">
                  <a:moveTo>
                    <a:pt x="2647" y="1"/>
                  </a:moveTo>
                  <a:cubicBezTo>
                    <a:pt x="1375" y="1"/>
                    <a:pt x="1333" y="587"/>
                    <a:pt x="1333" y="587"/>
                  </a:cubicBezTo>
                  <a:lnTo>
                    <a:pt x="1333" y="1597"/>
                  </a:lnTo>
                  <a:cubicBezTo>
                    <a:pt x="1333" y="1597"/>
                    <a:pt x="997" y="1358"/>
                    <a:pt x="679" y="1358"/>
                  </a:cubicBezTo>
                  <a:cubicBezTo>
                    <a:pt x="445" y="1358"/>
                    <a:pt x="221" y="1487"/>
                    <a:pt x="147" y="1933"/>
                  </a:cubicBezTo>
                  <a:cubicBezTo>
                    <a:pt x="0" y="2739"/>
                    <a:pt x="776" y="2900"/>
                    <a:pt x="776" y="2900"/>
                  </a:cubicBezTo>
                  <a:lnTo>
                    <a:pt x="601" y="5257"/>
                  </a:lnTo>
                  <a:cubicBezTo>
                    <a:pt x="586" y="5564"/>
                    <a:pt x="674" y="5886"/>
                    <a:pt x="893" y="6106"/>
                  </a:cubicBezTo>
                  <a:cubicBezTo>
                    <a:pt x="1096" y="6297"/>
                    <a:pt x="1326" y="6366"/>
                    <a:pt x="1555" y="6366"/>
                  </a:cubicBezTo>
                  <a:cubicBezTo>
                    <a:pt x="1904" y="6366"/>
                    <a:pt x="2250" y="6203"/>
                    <a:pt x="2489" y="6062"/>
                  </a:cubicBezTo>
                  <a:cubicBezTo>
                    <a:pt x="2665" y="5930"/>
                    <a:pt x="2782" y="5754"/>
                    <a:pt x="2782" y="5535"/>
                  </a:cubicBezTo>
                  <a:lnTo>
                    <a:pt x="2782" y="4905"/>
                  </a:lnTo>
                  <a:lnTo>
                    <a:pt x="3631" y="4905"/>
                  </a:lnTo>
                  <a:cubicBezTo>
                    <a:pt x="5022" y="4832"/>
                    <a:pt x="4787" y="396"/>
                    <a:pt x="4787" y="396"/>
                  </a:cubicBezTo>
                  <a:cubicBezTo>
                    <a:pt x="4787" y="57"/>
                    <a:pt x="4135" y="45"/>
                    <a:pt x="4038" y="45"/>
                  </a:cubicBezTo>
                  <a:cubicBezTo>
                    <a:pt x="4030" y="45"/>
                    <a:pt x="4026" y="45"/>
                    <a:pt x="4026" y="45"/>
                  </a:cubicBezTo>
                  <a:lnTo>
                    <a:pt x="2694" y="1"/>
                  </a:lnTo>
                  <a:cubicBezTo>
                    <a:pt x="2678" y="1"/>
                    <a:pt x="2662" y="1"/>
                    <a:pt x="2647" y="1"/>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2"/>
            <p:cNvSpPr/>
            <p:nvPr/>
          </p:nvSpPr>
          <p:spPr>
            <a:xfrm>
              <a:off x="749608" y="2562400"/>
              <a:ext cx="15386" cy="81501"/>
            </a:xfrm>
            <a:custGeom>
              <a:avLst/>
              <a:gdLst/>
              <a:ahLst/>
              <a:cxnLst/>
              <a:rect l="l" t="t" r="r" b="b"/>
              <a:pathLst>
                <a:path w="249" h="1319" extrusionOk="0">
                  <a:moveTo>
                    <a:pt x="205" y="0"/>
                  </a:moveTo>
                  <a:cubicBezTo>
                    <a:pt x="161" y="0"/>
                    <a:pt x="146" y="308"/>
                    <a:pt x="161" y="732"/>
                  </a:cubicBezTo>
                  <a:cubicBezTo>
                    <a:pt x="161" y="908"/>
                    <a:pt x="205" y="1113"/>
                    <a:pt x="146" y="1201"/>
                  </a:cubicBezTo>
                  <a:cubicBezTo>
                    <a:pt x="132" y="1245"/>
                    <a:pt x="88" y="1274"/>
                    <a:pt x="59" y="1274"/>
                  </a:cubicBezTo>
                  <a:cubicBezTo>
                    <a:pt x="15" y="1303"/>
                    <a:pt x="0" y="1303"/>
                    <a:pt x="0" y="1303"/>
                  </a:cubicBezTo>
                  <a:cubicBezTo>
                    <a:pt x="0" y="1303"/>
                    <a:pt x="15" y="1318"/>
                    <a:pt x="59" y="1318"/>
                  </a:cubicBezTo>
                  <a:cubicBezTo>
                    <a:pt x="88" y="1318"/>
                    <a:pt x="146" y="1274"/>
                    <a:pt x="205" y="1230"/>
                  </a:cubicBezTo>
                  <a:cubicBezTo>
                    <a:pt x="234" y="1172"/>
                    <a:pt x="249" y="1084"/>
                    <a:pt x="249" y="981"/>
                  </a:cubicBezTo>
                  <a:lnTo>
                    <a:pt x="249" y="718"/>
                  </a:lnTo>
                  <a:cubicBezTo>
                    <a:pt x="249" y="323"/>
                    <a:pt x="220" y="0"/>
                    <a:pt x="2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2"/>
            <p:cNvSpPr/>
            <p:nvPr/>
          </p:nvSpPr>
          <p:spPr>
            <a:xfrm>
              <a:off x="700730" y="2564192"/>
              <a:ext cx="5499" cy="20885"/>
            </a:xfrm>
            <a:custGeom>
              <a:avLst/>
              <a:gdLst/>
              <a:ahLst/>
              <a:cxnLst/>
              <a:rect l="l" t="t" r="r" b="b"/>
              <a:pathLst>
                <a:path w="89" h="338" extrusionOk="0">
                  <a:moveTo>
                    <a:pt x="44" y="1"/>
                  </a:moveTo>
                  <a:cubicBezTo>
                    <a:pt x="15" y="1"/>
                    <a:pt x="1" y="74"/>
                    <a:pt x="1" y="176"/>
                  </a:cubicBezTo>
                  <a:cubicBezTo>
                    <a:pt x="1" y="264"/>
                    <a:pt x="44" y="337"/>
                    <a:pt x="59" y="337"/>
                  </a:cubicBezTo>
                  <a:cubicBezTo>
                    <a:pt x="74" y="337"/>
                    <a:pt x="88" y="264"/>
                    <a:pt x="88" y="176"/>
                  </a:cubicBezTo>
                  <a:cubicBezTo>
                    <a:pt x="88" y="74"/>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2"/>
            <p:cNvSpPr/>
            <p:nvPr/>
          </p:nvSpPr>
          <p:spPr>
            <a:xfrm>
              <a:off x="789402" y="2562400"/>
              <a:ext cx="5499" cy="19958"/>
            </a:xfrm>
            <a:custGeom>
              <a:avLst/>
              <a:gdLst/>
              <a:ahLst/>
              <a:cxnLst/>
              <a:rect l="l" t="t" r="r" b="b"/>
              <a:pathLst>
                <a:path w="89" h="323" extrusionOk="0">
                  <a:moveTo>
                    <a:pt x="29" y="0"/>
                  </a:moveTo>
                  <a:cubicBezTo>
                    <a:pt x="15" y="0"/>
                    <a:pt x="0" y="74"/>
                    <a:pt x="0" y="162"/>
                  </a:cubicBezTo>
                  <a:cubicBezTo>
                    <a:pt x="0" y="249"/>
                    <a:pt x="29" y="323"/>
                    <a:pt x="44" y="323"/>
                  </a:cubicBezTo>
                  <a:cubicBezTo>
                    <a:pt x="73" y="323"/>
                    <a:pt x="88" y="249"/>
                    <a:pt x="88" y="162"/>
                  </a:cubicBezTo>
                  <a:cubicBezTo>
                    <a:pt x="88" y="74"/>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2"/>
            <p:cNvSpPr/>
            <p:nvPr/>
          </p:nvSpPr>
          <p:spPr>
            <a:xfrm>
              <a:off x="554158" y="2541576"/>
              <a:ext cx="40781" cy="54375"/>
            </a:xfrm>
            <a:custGeom>
              <a:avLst/>
              <a:gdLst/>
              <a:ahLst/>
              <a:cxnLst/>
              <a:rect l="l" t="t" r="r" b="b"/>
              <a:pathLst>
                <a:path w="660" h="880" extrusionOk="0">
                  <a:moveTo>
                    <a:pt x="74" y="1"/>
                  </a:moveTo>
                  <a:cubicBezTo>
                    <a:pt x="74" y="15"/>
                    <a:pt x="118" y="45"/>
                    <a:pt x="221" y="89"/>
                  </a:cubicBezTo>
                  <a:cubicBezTo>
                    <a:pt x="281" y="129"/>
                    <a:pt x="348" y="182"/>
                    <a:pt x="407" y="269"/>
                  </a:cubicBezTo>
                  <a:lnTo>
                    <a:pt x="407" y="269"/>
                  </a:lnTo>
                  <a:cubicBezTo>
                    <a:pt x="387" y="260"/>
                    <a:pt x="364" y="253"/>
                    <a:pt x="338" y="250"/>
                  </a:cubicBezTo>
                  <a:cubicBezTo>
                    <a:pt x="316" y="241"/>
                    <a:pt x="295" y="238"/>
                    <a:pt x="274" y="238"/>
                  </a:cubicBezTo>
                  <a:cubicBezTo>
                    <a:pt x="224" y="238"/>
                    <a:pt x="178" y="258"/>
                    <a:pt x="147" y="279"/>
                  </a:cubicBezTo>
                  <a:cubicBezTo>
                    <a:pt x="89" y="323"/>
                    <a:pt x="45" y="367"/>
                    <a:pt x="30" y="425"/>
                  </a:cubicBezTo>
                  <a:cubicBezTo>
                    <a:pt x="1" y="542"/>
                    <a:pt x="30" y="645"/>
                    <a:pt x="89" y="718"/>
                  </a:cubicBezTo>
                  <a:cubicBezTo>
                    <a:pt x="177" y="865"/>
                    <a:pt x="294" y="879"/>
                    <a:pt x="294" y="879"/>
                  </a:cubicBezTo>
                  <a:cubicBezTo>
                    <a:pt x="294" y="865"/>
                    <a:pt x="191" y="806"/>
                    <a:pt x="147" y="703"/>
                  </a:cubicBezTo>
                  <a:cubicBezTo>
                    <a:pt x="103" y="630"/>
                    <a:pt x="89" y="557"/>
                    <a:pt x="118" y="455"/>
                  </a:cubicBezTo>
                  <a:cubicBezTo>
                    <a:pt x="144" y="378"/>
                    <a:pt x="214" y="335"/>
                    <a:pt x="290" y="335"/>
                  </a:cubicBezTo>
                  <a:cubicBezTo>
                    <a:pt x="301" y="335"/>
                    <a:pt x="312" y="336"/>
                    <a:pt x="323" y="337"/>
                  </a:cubicBezTo>
                  <a:cubicBezTo>
                    <a:pt x="383" y="349"/>
                    <a:pt x="432" y="371"/>
                    <a:pt x="480" y="402"/>
                  </a:cubicBezTo>
                  <a:lnTo>
                    <a:pt x="480" y="402"/>
                  </a:lnTo>
                  <a:cubicBezTo>
                    <a:pt x="482" y="405"/>
                    <a:pt x="483" y="408"/>
                    <a:pt x="484" y="411"/>
                  </a:cubicBezTo>
                  <a:lnTo>
                    <a:pt x="488" y="407"/>
                  </a:lnTo>
                  <a:lnTo>
                    <a:pt x="488" y="407"/>
                  </a:lnTo>
                  <a:cubicBezTo>
                    <a:pt x="497" y="413"/>
                    <a:pt x="505" y="419"/>
                    <a:pt x="513" y="425"/>
                  </a:cubicBezTo>
                  <a:lnTo>
                    <a:pt x="660" y="513"/>
                  </a:lnTo>
                  <a:lnTo>
                    <a:pt x="587" y="367"/>
                  </a:lnTo>
                  <a:cubicBezTo>
                    <a:pt x="484" y="191"/>
                    <a:pt x="367" y="89"/>
                    <a:pt x="250" y="45"/>
                  </a:cubicBezTo>
                  <a:cubicBezTo>
                    <a:pt x="147" y="1"/>
                    <a:pt x="74" y="1"/>
                    <a:pt x="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2"/>
            <p:cNvSpPr/>
            <p:nvPr/>
          </p:nvSpPr>
          <p:spPr>
            <a:xfrm>
              <a:off x="592160" y="2421699"/>
              <a:ext cx="245245" cy="111963"/>
            </a:xfrm>
            <a:custGeom>
              <a:avLst/>
              <a:gdLst/>
              <a:ahLst/>
              <a:cxnLst/>
              <a:rect l="l" t="t" r="r" b="b"/>
              <a:pathLst>
                <a:path w="3969" h="1812" extrusionOk="0">
                  <a:moveTo>
                    <a:pt x="2068" y="0"/>
                  </a:moveTo>
                  <a:cubicBezTo>
                    <a:pt x="1112" y="0"/>
                    <a:pt x="374" y="160"/>
                    <a:pt x="133" y="389"/>
                  </a:cubicBezTo>
                  <a:cubicBezTo>
                    <a:pt x="1" y="521"/>
                    <a:pt x="74" y="1794"/>
                    <a:pt x="74" y="1794"/>
                  </a:cubicBezTo>
                  <a:cubicBezTo>
                    <a:pt x="112" y="1806"/>
                    <a:pt x="159" y="1811"/>
                    <a:pt x="213" y="1811"/>
                  </a:cubicBezTo>
                  <a:cubicBezTo>
                    <a:pt x="491" y="1811"/>
                    <a:pt x="923" y="1677"/>
                    <a:pt x="923" y="1677"/>
                  </a:cubicBezTo>
                  <a:cubicBezTo>
                    <a:pt x="1187" y="1560"/>
                    <a:pt x="1392" y="1267"/>
                    <a:pt x="1377" y="975"/>
                  </a:cubicBezTo>
                  <a:lnTo>
                    <a:pt x="1377" y="975"/>
                  </a:lnTo>
                  <a:cubicBezTo>
                    <a:pt x="1405" y="1294"/>
                    <a:pt x="1696" y="1548"/>
                    <a:pt x="2001" y="1548"/>
                  </a:cubicBezTo>
                  <a:cubicBezTo>
                    <a:pt x="2017" y="1548"/>
                    <a:pt x="2034" y="1547"/>
                    <a:pt x="2050" y="1546"/>
                  </a:cubicBezTo>
                  <a:cubicBezTo>
                    <a:pt x="2387" y="1502"/>
                    <a:pt x="2651" y="1194"/>
                    <a:pt x="2621" y="872"/>
                  </a:cubicBezTo>
                  <a:lnTo>
                    <a:pt x="2621" y="872"/>
                  </a:lnTo>
                  <a:cubicBezTo>
                    <a:pt x="2709" y="1062"/>
                    <a:pt x="2826" y="1311"/>
                    <a:pt x="3046" y="1399"/>
                  </a:cubicBezTo>
                  <a:cubicBezTo>
                    <a:pt x="3093" y="1417"/>
                    <a:pt x="3143" y="1425"/>
                    <a:pt x="3193" y="1425"/>
                  </a:cubicBezTo>
                  <a:cubicBezTo>
                    <a:pt x="3391" y="1425"/>
                    <a:pt x="3599" y="1296"/>
                    <a:pt x="3705" y="1121"/>
                  </a:cubicBezTo>
                  <a:cubicBezTo>
                    <a:pt x="3822" y="916"/>
                    <a:pt x="3851" y="653"/>
                    <a:pt x="3807" y="389"/>
                  </a:cubicBezTo>
                  <a:cubicBezTo>
                    <a:pt x="3807" y="389"/>
                    <a:pt x="3968" y="111"/>
                    <a:pt x="2709" y="23"/>
                  </a:cubicBezTo>
                  <a:cubicBezTo>
                    <a:pt x="2487" y="8"/>
                    <a:pt x="2273" y="0"/>
                    <a:pt x="20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2"/>
            <p:cNvSpPr/>
            <p:nvPr/>
          </p:nvSpPr>
          <p:spPr>
            <a:xfrm>
              <a:off x="692573" y="2640938"/>
              <a:ext cx="101397" cy="27373"/>
            </a:xfrm>
            <a:custGeom>
              <a:avLst/>
              <a:gdLst/>
              <a:ahLst/>
              <a:cxnLst/>
              <a:rect l="l" t="t" r="r" b="b"/>
              <a:pathLst>
                <a:path w="1641" h="443" extrusionOk="0">
                  <a:moveTo>
                    <a:pt x="1078" y="1"/>
                  </a:moveTo>
                  <a:cubicBezTo>
                    <a:pt x="851" y="1"/>
                    <a:pt x="606" y="55"/>
                    <a:pt x="396" y="120"/>
                  </a:cubicBezTo>
                  <a:lnTo>
                    <a:pt x="479" y="116"/>
                  </a:lnTo>
                  <a:lnTo>
                    <a:pt x="479" y="116"/>
                  </a:lnTo>
                  <a:cubicBezTo>
                    <a:pt x="284" y="156"/>
                    <a:pt x="107" y="272"/>
                    <a:pt x="1" y="442"/>
                  </a:cubicBezTo>
                  <a:cubicBezTo>
                    <a:pt x="557" y="442"/>
                    <a:pt x="1084" y="413"/>
                    <a:pt x="1640" y="340"/>
                  </a:cubicBezTo>
                  <a:cubicBezTo>
                    <a:pt x="1640" y="223"/>
                    <a:pt x="1567" y="135"/>
                    <a:pt x="1465" y="76"/>
                  </a:cubicBezTo>
                  <a:cubicBezTo>
                    <a:pt x="1377" y="32"/>
                    <a:pt x="1274" y="3"/>
                    <a:pt x="1157" y="3"/>
                  </a:cubicBezTo>
                  <a:cubicBezTo>
                    <a:pt x="1131" y="2"/>
                    <a:pt x="1105" y="1"/>
                    <a:pt x="10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2"/>
            <p:cNvSpPr/>
            <p:nvPr/>
          </p:nvSpPr>
          <p:spPr>
            <a:xfrm>
              <a:off x="713397" y="2672390"/>
              <a:ext cx="32625" cy="7786"/>
            </a:xfrm>
            <a:custGeom>
              <a:avLst/>
              <a:gdLst/>
              <a:ahLst/>
              <a:cxnLst/>
              <a:rect l="l" t="t" r="r" b="b"/>
              <a:pathLst>
                <a:path w="528" h="126" extrusionOk="0">
                  <a:moveTo>
                    <a:pt x="47" y="1"/>
                  </a:moveTo>
                  <a:cubicBezTo>
                    <a:pt x="30" y="1"/>
                    <a:pt x="19" y="3"/>
                    <a:pt x="15" y="7"/>
                  </a:cubicBezTo>
                  <a:cubicBezTo>
                    <a:pt x="0" y="36"/>
                    <a:pt x="103" y="109"/>
                    <a:pt x="279" y="124"/>
                  </a:cubicBezTo>
                  <a:cubicBezTo>
                    <a:pt x="295" y="125"/>
                    <a:pt x="310" y="126"/>
                    <a:pt x="325" y="126"/>
                  </a:cubicBezTo>
                  <a:cubicBezTo>
                    <a:pt x="446" y="126"/>
                    <a:pt x="527" y="78"/>
                    <a:pt x="527" y="65"/>
                  </a:cubicBezTo>
                  <a:cubicBezTo>
                    <a:pt x="513" y="50"/>
                    <a:pt x="396" y="50"/>
                    <a:pt x="279" y="36"/>
                  </a:cubicBezTo>
                  <a:cubicBezTo>
                    <a:pt x="182" y="14"/>
                    <a:pt x="94" y="1"/>
                    <a:pt x="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2"/>
            <p:cNvSpPr/>
            <p:nvPr/>
          </p:nvSpPr>
          <p:spPr>
            <a:xfrm>
              <a:off x="669957" y="2539537"/>
              <a:ext cx="67042" cy="67660"/>
            </a:xfrm>
            <a:custGeom>
              <a:avLst/>
              <a:gdLst/>
              <a:ahLst/>
              <a:cxnLst/>
              <a:rect l="l" t="t" r="r" b="b"/>
              <a:pathLst>
                <a:path w="1085" h="1095" extrusionOk="0">
                  <a:moveTo>
                    <a:pt x="1084" y="575"/>
                  </a:moveTo>
                  <a:cubicBezTo>
                    <a:pt x="1084" y="576"/>
                    <a:pt x="1084" y="605"/>
                    <a:pt x="1069" y="693"/>
                  </a:cubicBezTo>
                  <a:cubicBezTo>
                    <a:pt x="1084" y="620"/>
                    <a:pt x="1084" y="576"/>
                    <a:pt x="1084" y="575"/>
                  </a:cubicBezTo>
                  <a:close/>
                  <a:moveTo>
                    <a:pt x="558" y="1"/>
                  </a:moveTo>
                  <a:cubicBezTo>
                    <a:pt x="497" y="1"/>
                    <a:pt x="432" y="11"/>
                    <a:pt x="367" y="34"/>
                  </a:cubicBezTo>
                  <a:cubicBezTo>
                    <a:pt x="176" y="92"/>
                    <a:pt x="1" y="312"/>
                    <a:pt x="1" y="546"/>
                  </a:cubicBezTo>
                  <a:cubicBezTo>
                    <a:pt x="1" y="795"/>
                    <a:pt x="176" y="985"/>
                    <a:pt x="367" y="1059"/>
                  </a:cubicBezTo>
                  <a:cubicBezTo>
                    <a:pt x="437" y="1084"/>
                    <a:pt x="507" y="1095"/>
                    <a:pt x="573" y="1095"/>
                  </a:cubicBezTo>
                  <a:cubicBezTo>
                    <a:pt x="700" y="1095"/>
                    <a:pt x="812" y="1053"/>
                    <a:pt x="879" y="985"/>
                  </a:cubicBezTo>
                  <a:cubicBezTo>
                    <a:pt x="996" y="898"/>
                    <a:pt x="1055" y="766"/>
                    <a:pt x="1069" y="693"/>
                  </a:cubicBezTo>
                  <a:lnTo>
                    <a:pt x="1069" y="693"/>
                  </a:lnTo>
                  <a:cubicBezTo>
                    <a:pt x="1026" y="766"/>
                    <a:pt x="982" y="883"/>
                    <a:pt x="865" y="971"/>
                  </a:cubicBezTo>
                  <a:cubicBezTo>
                    <a:pt x="774" y="1031"/>
                    <a:pt x="664" y="1077"/>
                    <a:pt x="542" y="1077"/>
                  </a:cubicBezTo>
                  <a:cubicBezTo>
                    <a:pt x="486" y="1077"/>
                    <a:pt x="427" y="1067"/>
                    <a:pt x="367" y="1044"/>
                  </a:cubicBezTo>
                  <a:cubicBezTo>
                    <a:pt x="191" y="985"/>
                    <a:pt x="45" y="780"/>
                    <a:pt x="45" y="561"/>
                  </a:cubicBezTo>
                  <a:cubicBezTo>
                    <a:pt x="30" y="356"/>
                    <a:pt x="191" y="151"/>
                    <a:pt x="367" y="92"/>
                  </a:cubicBezTo>
                  <a:cubicBezTo>
                    <a:pt x="427" y="69"/>
                    <a:pt x="489" y="59"/>
                    <a:pt x="548" y="59"/>
                  </a:cubicBezTo>
                  <a:cubicBezTo>
                    <a:pt x="677" y="59"/>
                    <a:pt x="794" y="106"/>
                    <a:pt x="865" y="166"/>
                  </a:cubicBezTo>
                  <a:cubicBezTo>
                    <a:pt x="996" y="239"/>
                    <a:pt x="1055" y="370"/>
                    <a:pt x="1069" y="444"/>
                  </a:cubicBezTo>
                  <a:cubicBezTo>
                    <a:pt x="1084" y="516"/>
                    <a:pt x="1084" y="575"/>
                    <a:pt x="1084" y="575"/>
                  </a:cubicBezTo>
                  <a:lnTo>
                    <a:pt x="1084" y="575"/>
                  </a:lnTo>
                  <a:cubicBezTo>
                    <a:pt x="1084" y="575"/>
                    <a:pt x="1084" y="516"/>
                    <a:pt x="1069" y="400"/>
                  </a:cubicBezTo>
                  <a:cubicBezTo>
                    <a:pt x="1069" y="327"/>
                    <a:pt x="1011" y="209"/>
                    <a:pt x="879" y="107"/>
                  </a:cubicBezTo>
                  <a:cubicBezTo>
                    <a:pt x="809" y="47"/>
                    <a:pt x="691" y="1"/>
                    <a:pt x="5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2"/>
            <p:cNvSpPr/>
            <p:nvPr/>
          </p:nvSpPr>
          <p:spPr>
            <a:xfrm>
              <a:off x="767651" y="2537745"/>
              <a:ext cx="67042" cy="67475"/>
            </a:xfrm>
            <a:custGeom>
              <a:avLst/>
              <a:gdLst/>
              <a:ahLst/>
              <a:cxnLst/>
              <a:rect l="l" t="t" r="r" b="b"/>
              <a:pathLst>
                <a:path w="1085" h="1092" extrusionOk="0">
                  <a:moveTo>
                    <a:pt x="1072" y="480"/>
                  </a:moveTo>
                  <a:lnTo>
                    <a:pt x="1072" y="480"/>
                  </a:lnTo>
                  <a:cubicBezTo>
                    <a:pt x="1084" y="544"/>
                    <a:pt x="1084" y="561"/>
                    <a:pt x="1084" y="561"/>
                  </a:cubicBezTo>
                  <a:cubicBezTo>
                    <a:pt x="1084" y="561"/>
                    <a:pt x="1084" y="528"/>
                    <a:pt x="1072" y="480"/>
                  </a:cubicBezTo>
                  <a:close/>
                  <a:moveTo>
                    <a:pt x="555" y="0"/>
                  </a:moveTo>
                  <a:cubicBezTo>
                    <a:pt x="495" y="0"/>
                    <a:pt x="432" y="10"/>
                    <a:pt x="367" y="34"/>
                  </a:cubicBezTo>
                  <a:cubicBezTo>
                    <a:pt x="162" y="92"/>
                    <a:pt x="1" y="312"/>
                    <a:pt x="1" y="546"/>
                  </a:cubicBezTo>
                  <a:cubicBezTo>
                    <a:pt x="1" y="780"/>
                    <a:pt x="162" y="985"/>
                    <a:pt x="367" y="1058"/>
                  </a:cubicBezTo>
                  <a:cubicBezTo>
                    <a:pt x="432" y="1081"/>
                    <a:pt x="495" y="1091"/>
                    <a:pt x="555" y="1091"/>
                  </a:cubicBezTo>
                  <a:cubicBezTo>
                    <a:pt x="685" y="1091"/>
                    <a:pt x="799" y="1045"/>
                    <a:pt x="879" y="985"/>
                  </a:cubicBezTo>
                  <a:cubicBezTo>
                    <a:pt x="982" y="897"/>
                    <a:pt x="1040" y="765"/>
                    <a:pt x="1055" y="692"/>
                  </a:cubicBezTo>
                  <a:lnTo>
                    <a:pt x="1055" y="692"/>
                  </a:lnTo>
                  <a:cubicBezTo>
                    <a:pt x="1026" y="765"/>
                    <a:pt x="967" y="868"/>
                    <a:pt x="865" y="956"/>
                  </a:cubicBezTo>
                  <a:cubicBezTo>
                    <a:pt x="778" y="1023"/>
                    <a:pt x="665" y="1072"/>
                    <a:pt x="549" y="1072"/>
                  </a:cubicBezTo>
                  <a:cubicBezTo>
                    <a:pt x="488" y="1072"/>
                    <a:pt x="427" y="1059"/>
                    <a:pt x="367" y="1029"/>
                  </a:cubicBezTo>
                  <a:cubicBezTo>
                    <a:pt x="177" y="985"/>
                    <a:pt x="30" y="780"/>
                    <a:pt x="30" y="561"/>
                  </a:cubicBezTo>
                  <a:cubicBezTo>
                    <a:pt x="15" y="341"/>
                    <a:pt x="177" y="136"/>
                    <a:pt x="367" y="92"/>
                  </a:cubicBezTo>
                  <a:cubicBezTo>
                    <a:pt x="427" y="67"/>
                    <a:pt x="490" y="56"/>
                    <a:pt x="552" y="56"/>
                  </a:cubicBezTo>
                  <a:cubicBezTo>
                    <a:pt x="672" y="56"/>
                    <a:pt x="787" y="98"/>
                    <a:pt x="865" y="165"/>
                  </a:cubicBezTo>
                  <a:cubicBezTo>
                    <a:pt x="982" y="238"/>
                    <a:pt x="1040" y="356"/>
                    <a:pt x="1055" y="429"/>
                  </a:cubicBezTo>
                  <a:cubicBezTo>
                    <a:pt x="1062" y="447"/>
                    <a:pt x="1068" y="464"/>
                    <a:pt x="1072" y="480"/>
                  </a:cubicBezTo>
                  <a:lnTo>
                    <a:pt x="1072" y="480"/>
                  </a:lnTo>
                  <a:cubicBezTo>
                    <a:pt x="1068" y="459"/>
                    <a:pt x="1062" y="432"/>
                    <a:pt x="1055" y="399"/>
                  </a:cubicBezTo>
                  <a:cubicBezTo>
                    <a:pt x="1055" y="326"/>
                    <a:pt x="1011" y="195"/>
                    <a:pt x="879" y="107"/>
                  </a:cubicBezTo>
                  <a:cubicBezTo>
                    <a:pt x="799" y="47"/>
                    <a:pt x="685" y="0"/>
                    <a:pt x="5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736940" y="2573276"/>
              <a:ext cx="31698" cy="2781"/>
            </a:xfrm>
            <a:custGeom>
              <a:avLst/>
              <a:gdLst/>
              <a:ahLst/>
              <a:cxnLst/>
              <a:rect l="l" t="t" r="r" b="b"/>
              <a:pathLst>
                <a:path w="513" h="45" extrusionOk="0">
                  <a:moveTo>
                    <a:pt x="249" y="0"/>
                  </a:moveTo>
                  <a:cubicBezTo>
                    <a:pt x="103" y="0"/>
                    <a:pt x="0" y="0"/>
                    <a:pt x="0" y="29"/>
                  </a:cubicBezTo>
                  <a:cubicBezTo>
                    <a:pt x="0" y="44"/>
                    <a:pt x="117" y="44"/>
                    <a:pt x="249" y="44"/>
                  </a:cubicBezTo>
                  <a:cubicBezTo>
                    <a:pt x="410" y="44"/>
                    <a:pt x="512" y="44"/>
                    <a:pt x="512" y="29"/>
                  </a:cubicBezTo>
                  <a:cubicBezTo>
                    <a:pt x="512" y="0"/>
                    <a:pt x="381" y="0"/>
                    <a:pt x="2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2"/>
            <p:cNvSpPr/>
            <p:nvPr/>
          </p:nvSpPr>
          <p:spPr>
            <a:xfrm>
              <a:off x="596671" y="2529836"/>
              <a:ext cx="76990" cy="31698"/>
            </a:xfrm>
            <a:custGeom>
              <a:avLst/>
              <a:gdLst/>
              <a:ahLst/>
              <a:cxnLst/>
              <a:rect l="l" t="t" r="r" b="b"/>
              <a:pathLst>
                <a:path w="1246" h="513" extrusionOk="0">
                  <a:moveTo>
                    <a:pt x="1" y="0"/>
                  </a:moveTo>
                  <a:cubicBezTo>
                    <a:pt x="1" y="15"/>
                    <a:pt x="74" y="30"/>
                    <a:pt x="177" y="88"/>
                  </a:cubicBezTo>
                  <a:cubicBezTo>
                    <a:pt x="294" y="147"/>
                    <a:pt x="455" y="191"/>
                    <a:pt x="616" y="264"/>
                  </a:cubicBezTo>
                  <a:cubicBezTo>
                    <a:pt x="792" y="337"/>
                    <a:pt x="953" y="410"/>
                    <a:pt x="1055" y="454"/>
                  </a:cubicBezTo>
                  <a:cubicBezTo>
                    <a:pt x="1172" y="484"/>
                    <a:pt x="1245" y="513"/>
                    <a:pt x="1245" y="513"/>
                  </a:cubicBezTo>
                  <a:cubicBezTo>
                    <a:pt x="1245" y="513"/>
                    <a:pt x="1187" y="469"/>
                    <a:pt x="1055" y="410"/>
                  </a:cubicBezTo>
                  <a:cubicBezTo>
                    <a:pt x="953" y="366"/>
                    <a:pt x="792" y="308"/>
                    <a:pt x="616" y="235"/>
                  </a:cubicBezTo>
                  <a:cubicBezTo>
                    <a:pt x="455" y="162"/>
                    <a:pt x="294" y="88"/>
                    <a:pt x="177" y="44"/>
                  </a:cubicBezTo>
                  <a:cubicBezTo>
                    <a:pt x="74" y="15"/>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2"/>
            <p:cNvSpPr/>
            <p:nvPr/>
          </p:nvSpPr>
          <p:spPr>
            <a:xfrm>
              <a:off x="663654" y="3056305"/>
              <a:ext cx="36209" cy="227140"/>
            </a:xfrm>
            <a:custGeom>
              <a:avLst/>
              <a:gdLst/>
              <a:ahLst/>
              <a:cxnLst/>
              <a:rect l="l" t="t" r="r" b="b"/>
              <a:pathLst>
                <a:path w="586" h="3676" extrusionOk="0">
                  <a:moveTo>
                    <a:pt x="15" y="1"/>
                  </a:moveTo>
                  <a:cubicBezTo>
                    <a:pt x="0" y="1"/>
                    <a:pt x="88" y="850"/>
                    <a:pt x="235" y="1845"/>
                  </a:cubicBezTo>
                  <a:cubicBezTo>
                    <a:pt x="381" y="2855"/>
                    <a:pt x="527" y="3675"/>
                    <a:pt x="542" y="3675"/>
                  </a:cubicBezTo>
                  <a:cubicBezTo>
                    <a:pt x="586" y="3675"/>
                    <a:pt x="469" y="2855"/>
                    <a:pt x="322" y="1831"/>
                  </a:cubicBezTo>
                  <a:cubicBezTo>
                    <a:pt x="176" y="820"/>
                    <a:pt x="30" y="1"/>
                    <a:pt x="15"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2"/>
            <p:cNvSpPr/>
            <p:nvPr/>
          </p:nvSpPr>
          <p:spPr>
            <a:xfrm>
              <a:off x="697084" y="3128664"/>
              <a:ext cx="31760" cy="31513"/>
            </a:xfrm>
            <a:custGeom>
              <a:avLst/>
              <a:gdLst/>
              <a:ahLst/>
              <a:cxnLst/>
              <a:rect l="l" t="t" r="r" b="b"/>
              <a:pathLst>
                <a:path w="514" h="510" extrusionOk="0">
                  <a:moveTo>
                    <a:pt x="202" y="82"/>
                  </a:moveTo>
                  <a:cubicBezTo>
                    <a:pt x="221" y="82"/>
                    <a:pt x="242" y="84"/>
                    <a:pt x="264" y="89"/>
                  </a:cubicBezTo>
                  <a:cubicBezTo>
                    <a:pt x="308" y="118"/>
                    <a:pt x="396" y="133"/>
                    <a:pt x="411" y="206"/>
                  </a:cubicBezTo>
                  <a:cubicBezTo>
                    <a:pt x="440" y="264"/>
                    <a:pt x="426" y="352"/>
                    <a:pt x="367" y="411"/>
                  </a:cubicBezTo>
                  <a:cubicBezTo>
                    <a:pt x="338" y="425"/>
                    <a:pt x="301" y="433"/>
                    <a:pt x="264" y="433"/>
                  </a:cubicBezTo>
                  <a:cubicBezTo>
                    <a:pt x="228" y="433"/>
                    <a:pt x="191" y="425"/>
                    <a:pt x="162" y="411"/>
                  </a:cubicBezTo>
                  <a:cubicBezTo>
                    <a:pt x="89" y="367"/>
                    <a:pt x="74" y="294"/>
                    <a:pt x="89" y="235"/>
                  </a:cubicBezTo>
                  <a:cubicBezTo>
                    <a:pt x="126" y="125"/>
                    <a:pt x="183" y="96"/>
                    <a:pt x="201" y="82"/>
                  </a:cubicBezTo>
                  <a:lnTo>
                    <a:pt x="201" y="82"/>
                  </a:lnTo>
                  <a:cubicBezTo>
                    <a:pt x="201" y="82"/>
                    <a:pt x="201" y="82"/>
                    <a:pt x="202" y="82"/>
                  </a:cubicBezTo>
                  <a:close/>
                  <a:moveTo>
                    <a:pt x="264" y="1"/>
                  </a:moveTo>
                  <a:cubicBezTo>
                    <a:pt x="103" y="1"/>
                    <a:pt x="45" y="103"/>
                    <a:pt x="60" y="103"/>
                  </a:cubicBezTo>
                  <a:cubicBezTo>
                    <a:pt x="60" y="108"/>
                    <a:pt x="62" y="110"/>
                    <a:pt x="66" y="110"/>
                  </a:cubicBezTo>
                  <a:cubicBezTo>
                    <a:pt x="79" y="110"/>
                    <a:pt x="110" y="92"/>
                    <a:pt x="159" y="85"/>
                  </a:cubicBezTo>
                  <a:lnTo>
                    <a:pt x="159" y="85"/>
                  </a:lnTo>
                  <a:cubicBezTo>
                    <a:pt x="155" y="86"/>
                    <a:pt x="151" y="87"/>
                    <a:pt x="147" y="89"/>
                  </a:cubicBezTo>
                  <a:cubicBezTo>
                    <a:pt x="118" y="103"/>
                    <a:pt x="60" y="147"/>
                    <a:pt x="45" y="220"/>
                  </a:cubicBezTo>
                  <a:cubicBezTo>
                    <a:pt x="1" y="279"/>
                    <a:pt x="30" y="396"/>
                    <a:pt x="118" y="455"/>
                  </a:cubicBezTo>
                  <a:cubicBezTo>
                    <a:pt x="155" y="491"/>
                    <a:pt x="206" y="510"/>
                    <a:pt x="261" y="510"/>
                  </a:cubicBezTo>
                  <a:cubicBezTo>
                    <a:pt x="316" y="510"/>
                    <a:pt x="374" y="491"/>
                    <a:pt x="426" y="455"/>
                  </a:cubicBezTo>
                  <a:cubicBezTo>
                    <a:pt x="513" y="367"/>
                    <a:pt x="513" y="235"/>
                    <a:pt x="484" y="147"/>
                  </a:cubicBezTo>
                  <a:cubicBezTo>
                    <a:pt x="440" y="30"/>
                    <a:pt x="338" y="1"/>
                    <a:pt x="264"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2"/>
            <p:cNvSpPr/>
            <p:nvPr/>
          </p:nvSpPr>
          <p:spPr>
            <a:xfrm>
              <a:off x="819248" y="2982154"/>
              <a:ext cx="45292" cy="258777"/>
            </a:xfrm>
            <a:custGeom>
              <a:avLst/>
              <a:gdLst/>
              <a:ahLst/>
              <a:cxnLst/>
              <a:rect l="l" t="t" r="r" b="b"/>
              <a:pathLst>
                <a:path w="733" h="4188" extrusionOk="0">
                  <a:moveTo>
                    <a:pt x="44" y="0"/>
                  </a:moveTo>
                  <a:cubicBezTo>
                    <a:pt x="0" y="0"/>
                    <a:pt x="147" y="937"/>
                    <a:pt x="337" y="2094"/>
                  </a:cubicBezTo>
                  <a:cubicBezTo>
                    <a:pt x="513" y="3250"/>
                    <a:pt x="703" y="4187"/>
                    <a:pt x="718" y="4187"/>
                  </a:cubicBezTo>
                  <a:cubicBezTo>
                    <a:pt x="732" y="4187"/>
                    <a:pt x="615" y="3236"/>
                    <a:pt x="425" y="2079"/>
                  </a:cubicBezTo>
                  <a:cubicBezTo>
                    <a:pt x="249" y="923"/>
                    <a:pt x="59" y="0"/>
                    <a:pt x="44"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273756" y="3427182"/>
              <a:ext cx="1159675" cy="1054817"/>
            </a:xfrm>
            <a:custGeom>
              <a:avLst/>
              <a:gdLst/>
              <a:ahLst/>
              <a:cxnLst/>
              <a:rect l="l" t="t" r="r" b="b"/>
              <a:pathLst>
                <a:path w="18768" h="17071" extrusionOk="0">
                  <a:moveTo>
                    <a:pt x="16009" y="1"/>
                  </a:moveTo>
                  <a:cubicBezTo>
                    <a:pt x="16006" y="1"/>
                    <a:pt x="16004" y="1"/>
                    <a:pt x="16002" y="1"/>
                  </a:cubicBezTo>
                  <a:cubicBezTo>
                    <a:pt x="13850" y="59"/>
                    <a:pt x="967" y="777"/>
                    <a:pt x="967" y="777"/>
                  </a:cubicBezTo>
                  <a:cubicBezTo>
                    <a:pt x="967" y="777"/>
                    <a:pt x="1" y="4642"/>
                    <a:pt x="3778" y="5403"/>
                  </a:cubicBezTo>
                  <a:cubicBezTo>
                    <a:pt x="4527" y="5553"/>
                    <a:pt x="5362" y="5609"/>
                    <a:pt x="6219" y="5609"/>
                  </a:cubicBezTo>
                  <a:cubicBezTo>
                    <a:pt x="8723" y="5609"/>
                    <a:pt x="11417" y="5130"/>
                    <a:pt x="12740" y="5130"/>
                  </a:cubicBezTo>
                  <a:cubicBezTo>
                    <a:pt x="13254" y="5130"/>
                    <a:pt x="13562" y="5203"/>
                    <a:pt x="13571" y="5403"/>
                  </a:cubicBezTo>
                  <a:cubicBezTo>
                    <a:pt x="13615" y="6296"/>
                    <a:pt x="13850" y="17071"/>
                    <a:pt x="13850" y="17071"/>
                  </a:cubicBezTo>
                  <a:lnTo>
                    <a:pt x="18256" y="17071"/>
                  </a:lnTo>
                  <a:cubicBezTo>
                    <a:pt x="18256" y="17071"/>
                    <a:pt x="18768" y="1"/>
                    <a:pt x="16009" y="1"/>
                  </a:cubicBezTo>
                  <a:close/>
                </a:path>
              </a:pathLst>
            </a:custGeom>
            <a:solidFill>
              <a:srgbClr val="FFFFFF">
                <a:alpha val="58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2"/>
            <p:cNvSpPr/>
            <p:nvPr/>
          </p:nvSpPr>
          <p:spPr>
            <a:xfrm>
              <a:off x="356978" y="3476059"/>
              <a:ext cx="810561" cy="1000504"/>
            </a:xfrm>
            <a:custGeom>
              <a:avLst/>
              <a:gdLst/>
              <a:ahLst/>
              <a:cxnLst/>
              <a:rect l="l" t="t" r="r" b="b"/>
              <a:pathLst>
                <a:path w="13118" h="16192" extrusionOk="0">
                  <a:moveTo>
                    <a:pt x="132" y="0"/>
                  </a:moveTo>
                  <a:lnTo>
                    <a:pt x="132" y="0"/>
                  </a:lnTo>
                  <a:cubicBezTo>
                    <a:pt x="132" y="0"/>
                    <a:pt x="88" y="74"/>
                    <a:pt x="59" y="249"/>
                  </a:cubicBezTo>
                  <a:cubicBezTo>
                    <a:pt x="15" y="440"/>
                    <a:pt x="1" y="703"/>
                    <a:pt x="74" y="1040"/>
                  </a:cubicBezTo>
                  <a:cubicBezTo>
                    <a:pt x="147" y="1391"/>
                    <a:pt x="308" y="1772"/>
                    <a:pt x="630" y="2152"/>
                  </a:cubicBezTo>
                  <a:cubicBezTo>
                    <a:pt x="791" y="2357"/>
                    <a:pt x="967" y="2533"/>
                    <a:pt x="1186" y="2709"/>
                  </a:cubicBezTo>
                  <a:cubicBezTo>
                    <a:pt x="1435" y="2870"/>
                    <a:pt x="1684" y="3002"/>
                    <a:pt x="1962" y="3119"/>
                  </a:cubicBezTo>
                  <a:cubicBezTo>
                    <a:pt x="2533" y="3367"/>
                    <a:pt x="3192" y="3514"/>
                    <a:pt x="3895" y="3587"/>
                  </a:cubicBezTo>
                  <a:cubicBezTo>
                    <a:pt x="4612" y="3660"/>
                    <a:pt x="5388" y="3719"/>
                    <a:pt x="6193" y="3748"/>
                  </a:cubicBezTo>
                  <a:cubicBezTo>
                    <a:pt x="6823" y="3777"/>
                    <a:pt x="7480" y="3792"/>
                    <a:pt x="8156" y="3792"/>
                  </a:cubicBezTo>
                  <a:cubicBezTo>
                    <a:pt x="9210" y="3792"/>
                    <a:pt x="10311" y="3755"/>
                    <a:pt x="11434" y="3675"/>
                  </a:cubicBezTo>
                  <a:cubicBezTo>
                    <a:pt x="11493" y="3671"/>
                    <a:pt x="11550" y="3670"/>
                    <a:pt x="11606" y="3670"/>
                  </a:cubicBezTo>
                  <a:cubicBezTo>
                    <a:pt x="11786" y="3670"/>
                    <a:pt x="11954" y="3689"/>
                    <a:pt x="12122" y="3733"/>
                  </a:cubicBezTo>
                  <a:cubicBezTo>
                    <a:pt x="12312" y="3807"/>
                    <a:pt x="12503" y="3938"/>
                    <a:pt x="12590" y="4129"/>
                  </a:cubicBezTo>
                  <a:cubicBezTo>
                    <a:pt x="12678" y="4334"/>
                    <a:pt x="12708" y="4553"/>
                    <a:pt x="12722" y="4773"/>
                  </a:cubicBezTo>
                  <a:cubicBezTo>
                    <a:pt x="12722" y="4992"/>
                    <a:pt x="12737" y="5212"/>
                    <a:pt x="12737" y="5432"/>
                  </a:cubicBezTo>
                  <a:cubicBezTo>
                    <a:pt x="12752" y="6310"/>
                    <a:pt x="12795" y="7144"/>
                    <a:pt x="12810" y="7964"/>
                  </a:cubicBezTo>
                  <a:cubicBezTo>
                    <a:pt x="12869" y="9575"/>
                    <a:pt x="12927" y="11009"/>
                    <a:pt x="12956" y="12239"/>
                  </a:cubicBezTo>
                  <a:cubicBezTo>
                    <a:pt x="13015" y="13469"/>
                    <a:pt x="13044" y="14435"/>
                    <a:pt x="13074" y="15138"/>
                  </a:cubicBezTo>
                  <a:cubicBezTo>
                    <a:pt x="13044" y="14435"/>
                    <a:pt x="13030" y="13454"/>
                    <a:pt x="13000" y="12239"/>
                  </a:cubicBezTo>
                  <a:cubicBezTo>
                    <a:pt x="12956" y="11009"/>
                    <a:pt x="12927" y="9575"/>
                    <a:pt x="12869" y="7964"/>
                  </a:cubicBezTo>
                  <a:cubicBezTo>
                    <a:pt x="12854" y="7144"/>
                    <a:pt x="12810" y="6310"/>
                    <a:pt x="12795" y="5432"/>
                  </a:cubicBezTo>
                  <a:cubicBezTo>
                    <a:pt x="12795" y="5212"/>
                    <a:pt x="12781" y="4992"/>
                    <a:pt x="12781" y="4773"/>
                  </a:cubicBezTo>
                  <a:cubicBezTo>
                    <a:pt x="12781" y="4553"/>
                    <a:pt x="12752" y="4319"/>
                    <a:pt x="12649" y="4099"/>
                  </a:cubicBezTo>
                  <a:cubicBezTo>
                    <a:pt x="12561" y="3880"/>
                    <a:pt x="12356" y="3733"/>
                    <a:pt x="12122" y="3660"/>
                  </a:cubicBezTo>
                  <a:cubicBezTo>
                    <a:pt x="11954" y="3616"/>
                    <a:pt x="11769" y="3596"/>
                    <a:pt x="11587" y="3596"/>
                  </a:cubicBezTo>
                  <a:cubicBezTo>
                    <a:pt x="11531" y="3596"/>
                    <a:pt x="11475" y="3598"/>
                    <a:pt x="11419" y="3602"/>
                  </a:cubicBezTo>
                  <a:cubicBezTo>
                    <a:pt x="10296" y="3682"/>
                    <a:pt x="9200" y="3719"/>
                    <a:pt x="8151" y="3719"/>
                  </a:cubicBezTo>
                  <a:cubicBezTo>
                    <a:pt x="7477" y="3719"/>
                    <a:pt x="6823" y="3704"/>
                    <a:pt x="6193" y="3675"/>
                  </a:cubicBezTo>
                  <a:cubicBezTo>
                    <a:pt x="5388" y="3631"/>
                    <a:pt x="4612" y="3587"/>
                    <a:pt x="3895" y="3514"/>
                  </a:cubicBezTo>
                  <a:cubicBezTo>
                    <a:pt x="3192" y="3441"/>
                    <a:pt x="2548" y="3309"/>
                    <a:pt x="1977" y="3075"/>
                  </a:cubicBezTo>
                  <a:cubicBezTo>
                    <a:pt x="1699" y="2943"/>
                    <a:pt x="1450" y="2811"/>
                    <a:pt x="1230" y="2650"/>
                  </a:cubicBezTo>
                  <a:cubicBezTo>
                    <a:pt x="1011" y="2489"/>
                    <a:pt x="820" y="2299"/>
                    <a:pt x="674" y="2123"/>
                  </a:cubicBezTo>
                  <a:cubicBezTo>
                    <a:pt x="367" y="1757"/>
                    <a:pt x="191" y="1362"/>
                    <a:pt x="118" y="1040"/>
                  </a:cubicBezTo>
                  <a:cubicBezTo>
                    <a:pt x="44" y="703"/>
                    <a:pt x="44" y="454"/>
                    <a:pt x="74" y="264"/>
                  </a:cubicBezTo>
                  <a:lnTo>
                    <a:pt x="132" y="0"/>
                  </a:lnTo>
                  <a:close/>
                  <a:moveTo>
                    <a:pt x="13074" y="15138"/>
                  </a:moveTo>
                  <a:cubicBezTo>
                    <a:pt x="13074" y="15460"/>
                    <a:pt x="13088" y="15738"/>
                    <a:pt x="13088" y="15914"/>
                  </a:cubicBezTo>
                  <a:lnTo>
                    <a:pt x="13088" y="16119"/>
                  </a:lnTo>
                  <a:cubicBezTo>
                    <a:pt x="13117" y="16177"/>
                    <a:pt x="13117" y="16192"/>
                    <a:pt x="13117" y="16192"/>
                  </a:cubicBezTo>
                  <a:lnTo>
                    <a:pt x="13117" y="16119"/>
                  </a:lnTo>
                  <a:cubicBezTo>
                    <a:pt x="13117" y="16060"/>
                    <a:pt x="13117" y="16016"/>
                    <a:pt x="13103" y="15914"/>
                  </a:cubicBezTo>
                  <a:cubicBezTo>
                    <a:pt x="13103" y="15738"/>
                    <a:pt x="13088" y="15474"/>
                    <a:pt x="13074" y="1513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293641" y="2933277"/>
              <a:ext cx="655901" cy="594791"/>
            </a:xfrm>
            <a:custGeom>
              <a:avLst/>
              <a:gdLst/>
              <a:ahLst/>
              <a:cxnLst/>
              <a:rect l="l" t="t" r="r" b="b"/>
              <a:pathLst>
                <a:path w="10615" h="9626" extrusionOk="0">
                  <a:moveTo>
                    <a:pt x="3456" y="1"/>
                  </a:moveTo>
                  <a:lnTo>
                    <a:pt x="352" y="147"/>
                  </a:lnTo>
                  <a:cubicBezTo>
                    <a:pt x="352" y="147"/>
                    <a:pt x="1" y="2782"/>
                    <a:pt x="747" y="6735"/>
                  </a:cubicBezTo>
                  <a:cubicBezTo>
                    <a:pt x="1196" y="9067"/>
                    <a:pt x="2614" y="9626"/>
                    <a:pt x="3893" y="9626"/>
                  </a:cubicBezTo>
                  <a:cubicBezTo>
                    <a:pt x="4782" y="9626"/>
                    <a:pt x="5604" y="9356"/>
                    <a:pt x="5988" y="9224"/>
                  </a:cubicBezTo>
                  <a:cubicBezTo>
                    <a:pt x="6925" y="8916"/>
                    <a:pt x="10614" y="7555"/>
                    <a:pt x="10614" y="7555"/>
                  </a:cubicBezTo>
                  <a:lnTo>
                    <a:pt x="9502" y="5007"/>
                  </a:lnTo>
                  <a:cubicBezTo>
                    <a:pt x="9502" y="5007"/>
                    <a:pt x="7233" y="5813"/>
                    <a:pt x="4671" y="6369"/>
                  </a:cubicBezTo>
                  <a:cubicBezTo>
                    <a:pt x="4649" y="6373"/>
                    <a:pt x="4628" y="6376"/>
                    <a:pt x="4607" y="6376"/>
                  </a:cubicBezTo>
                  <a:cubicBezTo>
                    <a:pt x="3498" y="6376"/>
                    <a:pt x="3456" y="1"/>
                    <a:pt x="3456" y="1"/>
                  </a:cubicBezTo>
                  <a:close/>
                </a:path>
              </a:pathLst>
            </a:custGeom>
            <a:solidFill>
              <a:srgbClr val="151F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351541" y="2832308"/>
              <a:ext cx="517491" cy="482765"/>
            </a:xfrm>
            <a:custGeom>
              <a:avLst/>
              <a:gdLst/>
              <a:ahLst/>
              <a:cxnLst/>
              <a:rect l="l" t="t" r="r" b="b"/>
              <a:pathLst>
                <a:path w="8375" h="7813" extrusionOk="0">
                  <a:moveTo>
                    <a:pt x="772" y="0"/>
                  </a:moveTo>
                  <a:cubicBezTo>
                    <a:pt x="647" y="0"/>
                    <a:pt x="532" y="23"/>
                    <a:pt x="440" y="54"/>
                  </a:cubicBezTo>
                  <a:cubicBezTo>
                    <a:pt x="250" y="112"/>
                    <a:pt x="132" y="229"/>
                    <a:pt x="74" y="303"/>
                  </a:cubicBezTo>
                  <a:cubicBezTo>
                    <a:pt x="15" y="361"/>
                    <a:pt x="1" y="420"/>
                    <a:pt x="1" y="420"/>
                  </a:cubicBezTo>
                  <a:cubicBezTo>
                    <a:pt x="1" y="422"/>
                    <a:pt x="1" y="422"/>
                    <a:pt x="2" y="422"/>
                  </a:cubicBezTo>
                  <a:cubicBezTo>
                    <a:pt x="5" y="422"/>
                    <a:pt x="25" y="381"/>
                    <a:pt x="89" y="317"/>
                  </a:cubicBezTo>
                  <a:cubicBezTo>
                    <a:pt x="162" y="244"/>
                    <a:pt x="279" y="156"/>
                    <a:pt x="455" y="98"/>
                  </a:cubicBezTo>
                  <a:cubicBezTo>
                    <a:pt x="550" y="68"/>
                    <a:pt x="656" y="50"/>
                    <a:pt x="767" y="50"/>
                  </a:cubicBezTo>
                  <a:cubicBezTo>
                    <a:pt x="879" y="50"/>
                    <a:pt x="996" y="68"/>
                    <a:pt x="1113" y="112"/>
                  </a:cubicBezTo>
                  <a:cubicBezTo>
                    <a:pt x="1377" y="200"/>
                    <a:pt x="1596" y="420"/>
                    <a:pt x="1757" y="712"/>
                  </a:cubicBezTo>
                  <a:cubicBezTo>
                    <a:pt x="1918" y="1005"/>
                    <a:pt x="1992" y="1371"/>
                    <a:pt x="2006" y="1766"/>
                  </a:cubicBezTo>
                  <a:cubicBezTo>
                    <a:pt x="2036" y="2147"/>
                    <a:pt x="2006" y="2586"/>
                    <a:pt x="2036" y="3025"/>
                  </a:cubicBezTo>
                  <a:cubicBezTo>
                    <a:pt x="2065" y="3918"/>
                    <a:pt x="2153" y="4885"/>
                    <a:pt x="2343" y="5909"/>
                  </a:cubicBezTo>
                  <a:cubicBezTo>
                    <a:pt x="2372" y="6173"/>
                    <a:pt x="2431" y="6422"/>
                    <a:pt x="2489" y="6671"/>
                  </a:cubicBezTo>
                  <a:cubicBezTo>
                    <a:pt x="2563" y="6920"/>
                    <a:pt x="2592" y="7154"/>
                    <a:pt x="2694" y="7403"/>
                  </a:cubicBezTo>
                  <a:cubicBezTo>
                    <a:pt x="2724" y="7520"/>
                    <a:pt x="2797" y="7637"/>
                    <a:pt x="2914" y="7710"/>
                  </a:cubicBezTo>
                  <a:cubicBezTo>
                    <a:pt x="3016" y="7798"/>
                    <a:pt x="3148" y="7813"/>
                    <a:pt x="3280" y="7813"/>
                  </a:cubicBezTo>
                  <a:cubicBezTo>
                    <a:pt x="3397" y="7813"/>
                    <a:pt x="3514" y="7783"/>
                    <a:pt x="3617" y="7769"/>
                  </a:cubicBezTo>
                  <a:cubicBezTo>
                    <a:pt x="3734" y="7739"/>
                    <a:pt x="3836" y="7710"/>
                    <a:pt x="3953" y="7681"/>
                  </a:cubicBezTo>
                  <a:cubicBezTo>
                    <a:pt x="4817" y="7476"/>
                    <a:pt x="5593" y="7286"/>
                    <a:pt x="6252" y="7125"/>
                  </a:cubicBezTo>
                  <a:cubicBezTo>
                    <a:pt x="6911" y="6949"/>
                    <a:pt x="7423" y="6832"/>
                    <a:pt x="7818" y="6744"/>
                  </a:cubicBezTo>
                  <a:cubicBezTo>
                    <a:pt x="7994" y="6700"/>
                    <a:pt x="8126" y="6671"/>
                    <a:pt x="8228" y="6627"/>
                  </a:cubicBezTo>
                  <a:cubicBezTo>
                    <a:pt x="8331" y="6612"/>
                    <a:pt x="8374" y="6597"/>
                    <a:pt x="8374" y="6597"/>
                  </a:cubicBezTo>
                  <a:cubicBezTo>
                    <a:pt x="8374" y="6589"/>
                    <a:pt x="8371" y="6585"/>
                    <a:pt x="8362" y="6585"/>
                  </a:cubicBezTo>
                  <a:cubicBezTo>
                    <a:pt x="8342" y="6585"/>
                    <a:pt x="8296" y="6606"/>
                    <a:pt x="8213" y="6627"/>
                  </a:cubicBezTo>
                  <a:cubicBezTo>
                    <a:pt x="8111" y="6641"/>
                    <a:pt x="7979" y="6685"/>
                    <a:pt x="7789" y="6715"/>
                  </a:cubicBezTo>
                  <a:cubicBezTo>
                    <a:pt x="7423" y="6817"/>
                    <a:pt x="6896" y="6934"/>
                    <a:pt x="6237" y="7081"/>
                  </a:cubicBezTo>
                  <a:cubicBezTo>
                    <a:pt x="5578" y="7256"/>
                    <a:pt x="4788" y="7432"/>
                    <a:pt x="3939" y="7637"/>
                  </a:cubicBezTo>
                  <a:cubicBezTo>
                    <a:pt x="3822" y="7652"/>
                    <a:pt x="3719" y="7695"/>
                    <a:pt x="3602" y="7710"/>
                  </a:cubicBezTo>
                  <a:cubicBezTo>
                    <a:pt x="3500" y="7725"/>
                    <a:pt x="3382" y="7769"/>
                    <a:pt x="3280" y="7769"/>
                  </a:cubicBezTo>
                  <a:cubicBezTo>
                    <a:pt x="3163" y="7769"/>
                    <a:pt x="3060" y="7739"/>
                    <a:pt x="2958" y="7666"/>
                  </a:cubicBezTo>
                  <a:cubicBezTo>
                    <a:pt x="2870" y="7593"/>
                    <a:pt x="2797" y="7505"/>
                    <a:pt x="2768" y="7403"/>
                  </a:cubicBezTo>
                  <a:cubicBezTo>
                    <a:pt x="2665" y="7183"/>
                    <a:pt x="2636" y="6920"/>
                    <a:pt x="2577" y="6685"/>
                  </a:cubicBezTo>
                  <a:cubicBezTo>
                    <a:pt x="2519" y="6422"/>
                    <a:pt x="2489" y="6188"/>
                    <a:pt x="2431" y="5939"/>
                  </a:cubicBezTo>
                  <a:cubicBezTo>
                    <a:pt x="2255" y="4899"/>
                    <a:pt x="2153" y="3933"/>
                    <a:pt x="2123" y="3040"/>
                  </a:cubicBezTo>
                  <a:cubicBezTo>
                    <a:pt x="2109" y="2601"/>
                    <a:pt x="2109" y="2176"/>
                    <a:pt x="2079" y="1781"/>
                  </a:cubicBezTo>
                  <a:cubicBezTo>
                    <a:pt x="2065" y="1371"/>
                    <a:pt x="1977" y="991"/>
                    <a:pt x="1816" y="698"/>
                  </a:cubicBezTo>
                  <a:cubicBezTo>
                    <a:pt x="1640" y="405"/>
                    <a:pt x="1391" y="171"/>
                    <a:pt x="1128" y="68"/>
                  </a:cubicBezTo>
                  <a:cubicBezTo>
                    <a:pt x="1009" y="19"/>
                    <a:pt x="887" y="0"/>
                    <a:pt x="772"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2"/>
            <p:cNvSpPr/>
            <p:nvPr/>
          </p:nvSpPr>
          <p:spPr>
            <a:xfrm>
              <a:off x="518009" y="3314040"/>
              <a:ext cx="28980" cy="48999"/>
            </a:xfrm>
            <a:custGeom>
              <a:avLst/>
              <a:gdLst/>
              <a:ahLst/>
              <a:cxnLst/>
              <a:rect l="l" t="t" r="r" b="b"/>
              <a:pathLst>
                <a:path w="469" h="793" extrusionOk="0">
                  <a:moveTo>
                    <a:pt x="451" y="1"/>
                  </a:moveTo>
                  <a:cubicBezTo>
                    <a:pt x="426" y="1"/>
                    <a:pt x="287" y="144"/>
                    <a:pt x="161" y="353"/>
                  </a:cubicBezTo>
                  <a:cubicBezTo>
                    <a:pt x="30" y="573"/>
                    <a:pt x="0" y="792"/>
                    <a:pt x="15" y="792"/>
                  </a:cubicBezTo>
                  <a:cubicBezTo>
                    <a:pt x="44" y="792"/>
                    <a:pt x="117" y="602"/>
                    <a:pt x="235" y="412"/>
                  </a:cubicBezTo>
                  <a:cubicBezTo>
                    <a:pt x="366" y="192"/>
                    <a:pt x="469" y="17"/>
                    <a:pt x="454" y="2"/>
                  </a:cubicBezTo>
                  <a:cubicBezTo>
                    <a:pt x="453" y="1"/>
                    <a:pt x="453" y="1"/>
                    <a:pt x="451"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2"/>
            <p:cNvSpPr/>
            <p:nvPr/>
          </p:nvSpPr>
          <p:spPr>
            <a:xfrm>
              <a:off x="537907" y="3321208"/>
              <a:ext cx="20885" cy="57218"/>
            </a:xfrm>
            <a:custGeom>
              <a:avLst/>
              <a:gdLst/>
              <a:ahLst/>
              <a:cxnLst/>
              <a:rect l="l" t="t" r="r" b="b"/>
              <a:pathLst>
                <a:path w="338" h="926" extrusionOk="0">
                  <a:moveTo>
                    <a:pt x="303" y="0"/>
                  </a:moveTo>
                  <a:cubicBezTo>
                    <a:pt x="274" y="0"/>
                    <a:pt x="142" y="183"/>
                    <a:pt x="74" y="442"/>
                  </a:cubicBezTo>
                  <a:cubicBezTo>
                    <a:pt x="0" y="706"/>
                    <a:pt x="59" y="925"/>
                    <a:pt x="74" y="925"/>
                  </a:cubicBezTo>
                  <a:cubicBezTo>
                    <a:pt x="118" y="925"/>
                    <a:pt x="118" y="706"/>
                    <a:pt x="161" y="457"/>
                  </a:cubicBezTo>
                  <a:cubicBezTo>
                    <a:pt x="220" y="193"/>
                    <a:pt x="337" y="18"/>
                    <a:pt x="308" y="3"/>
                  </a:cubicBezTo>
                  <a:cubicBezTo>
                    <a:pt x="307" y="1"/>
                    <a:pt x="305" y="0"/>
                    <a:pt x="303"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798424" y="3258057"/>
              <a:ext cx="86012" cy="163805"/>
            </a:xfrm>
            <a:custGeom>
              <a:avLst/>
              <a:gdLst/>
              <a:ahLst/>
              <a:cxnLst/>
              <a:rect l="l" t="t" r="r" b="b"/>
              <a:pathLst>
                <a:path w="1392" h="2651" extrusionOk="0">
                  <a:moveTo>
                    <a:pt x="1" y="0"/>
                  </a:moveTo>
                  <a:cubicBezTo>
                    <a:pt x="1" y="0"/>
                    <a:pt x="45" y="147"/>
                    <a:pt x="162" y="396"/>
                  </a:cubicBezTo>
                  <a:cubicBezTo>
                    <a:pt x="264" y="630"/>
                    <a:pt x="440" y="981"/>
                    <a:pt x="615" y="1347"/>
                  </a:cubicBezTo>
                  <a:cubicBezTo>
                    <a:pt x="820" y="1713"/>
                    <a:pt x="981" y="2050"/>
                    <a:pt x="1128" y="2284"/>
                  </a:cubicBezTo>
                  <a:cubicBezTo>
                    <a:pt x="1260" y="2518"/>
                    <a:pt x="1347" y="2650"/>
                    <a:pt x="1362" y="2650"/>
                  </a:cubicBezTo>
                  <a:cubicBezTo>
                    <a:pt x="1391" y="2635"/>
                    <a:pt x="1318" y="2489"/>
                    <a:pt x="1157" y="2240"/>
                  </a:cubicBezTo>
                  <a:cubicBezTo>
                    <a:pt x="1040" y="1977"/>
                    <a:pt x="879" y="1655"/>
                    <a:pt x="689" y="1318"/>
                  </a:cubicBezTo>
                  <a:cubicBezTo>
                    <a:pt x="513" y="966"/>
                    <a:pt x="367" y="659"/>
                    <a:pt x="220" y="381"/>
                  </a:cubicBezTo>
                  <a:cubicBezTo>
                    <a:pt x="88" y="147"/>
                    <a:pt x="15"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2"/>
            <p:cNvSpPr/>
            <p:nvPr/>
          </p:nvSpPr>
          <p:spPr>
            <a:xfrm>
              <a:off x="839145" y="3263680"/>
              <a:ext cx="25396" cy="25210"/>
            </a:xfrm>
            <a:custGeom>
              <a:avLst/>
              <a:gdLst/>
              <a:ahLst/>
              <a:cxnLst/>
              <a:rect l="l" t="t" r="r" b="b"/>
              <a:pathLst>
                <a:path w="411" h="408" extrusionOk="0">
                  <a:moveTo>
                    <a:pt x="210" y="0"/>
                  </a:moveTo>
                  <a:cubicBezTo>
                    <a:pt x="166" y="0"/>
                    <a:pt x="147" y="26"/>
                    <a:pt x="147" y="26"/>
                  </a:cubicBezTo>
                  <a:cubicBezTo>
                    <a:pt x="147" y="56"/>
                    <a:pt x="191" y="26"/>
                    <a:pt x="249" y="70"/>
                  </a:cubicBezTo>
                  <a:cubicBezTo>
                    <a:pt x="264" y="100"/>
                    <a:pt x="308" y="144"/>
                    <a:pt x="308" y="173"/>
                  </a:cubicBezTo>
                  <a:cubicBezTo>
                    <a:pt x="308" y="217"/>
                    <a:pt x="293" y="275"/>
                    <a:pt x="235" y="290"/>
                  </a:cubicBezTo>
                  <a:cubicBezTo>
                    <a:pt x="210" y="302"/>
                    <a:pt x="185" y="307"/>
                    <a:pt x="164" y="307"/>
                  </a:cubicBezTo>
                  <a:cubicBezTo>
                    <a:pt x="134" y="307"/>
                    <a:pt x="111" y="298"/>
                    <a:pt x="103" y="290"/>
                  </a:cubicBezTo>
                  <a:cubicBezTo>
                    <a:pt x="74" y="246"/>
                    <a:pt x="74" y="217"/>
                    <a:pt x="74" y="173"/>
                  </a:cubicBezTo>
                  <a:cubicBezTo>
                    <a:pt x="74" y="100"/>
                    <a:pt x="117" y="85"/>
                    <a:pt x="117" y="70"/>
                  </a:cubicBezTo>
                  <a:cubicBezTo>
                    <a:pt x="117" y="70"/>
                    <a:pt x="117" y="64"/>
                    <a:pt x="109" y="64"/>
                  </a:cubicBezTo>
                  <a:cubicBezTo>
                    <a:pt x="104" y="64"/>
                    <a:pt x="98" y="65"/>
                    <a:pt x="88" y="70"/>
                  </a:cubicBezTo>
                  <a:cubicBezTo>
                    <a:pt x="74" y="85"/>
                    <a:pt x="30" y="100"/>
                    <a:pt x="15" y="158"/>
                  </a:cubicBezTo>
                  <a:cubicBezTo>
                    <a:pt x="0" y="217"/>
                    <a:pt x="0" y="290"/>
                    <a:pt x="44" y="348"/>
                  </a:cubicBezTo>
                  <a:cubicBezTo>
                    <a:pt x="77" y="390"/>
                    <a:pt x="129" y="408"/>
                    <a:pt x="181" y="408"/>
                  </a:cubicBezTo>
                  <a:cubicBezTo>
                    <a:pt x="221" y="408"/>
                    <a:pt x="261" y="397"/>
                    <a:pt x="293" y="378"/>
                  </a:cubicBezTo>
                  <a:cubicBezTo>
                    <a:pt x="352" y="348"/>
                    <a:pt x="410" y="246"/>
                    <a:pt x="396" y="173"/>
                  </a:cubicBezTo>
                  <a:cubicBezTo>
                    <a:pt x="381" y="100"/>
                    <a:pt x="322" y="56"/>
                    <a:pt x="293" y="26"/>
                  </a:cubicBezTo>
                  <a:cubicBezTo>
                    <a:pt x="259" y="7"/>
                    <a:pt x="231" y="0"/>
                    <a:pt x="210"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2"/>
            <p:cNvSpPr/>
            <p:nvPr/>
          </p:nvSpPr>
          <p:spPr>
            <a:xfrm>
              <a:off x="329851" y="3292413"/>
              <a:ext cx="614254" cy="231156"/>
            </a:xfrm>
            <a:custGeom>
              <a:avLst/>
              <a:gdLst/>
              <a:ahLst/>
              <a:cxnLst/>
              <a:rect l="l" t="t" r="r" b="b"/>
              <a:pathLst>
                <a:path w="9941" h="3741" extrusionOk="0">
                  <a:moveTo>
                    <a:pt x="0" y="1"/>
                  </a:moveTo>
                  <a:cubicBezTo>
                    <a:pt x="0" y="1"/>
                    <a:pt x="0" y="59"/>
                    <a:pt x="15" y="132"/>
                  </a:cubicBezTo>
                  <a:cubicBezTo>
                    <a:pt x="44" y="220"/>
                    <a:pt x="74" y="337"/>
                    <a:pt x="117" y="484"/>
                  </a:cubicBezTo>
                  <a:cubicBezTo>
                    <a:pt x="205" y="776"/>
                    <a:pt x="308" y="1216"/>
                    <a:pt x="527" y="1728"/>
                  </a:cubicBezTo>
                  <a:cubicBezTo>
                    <a:pt x="747" y="2240"/>
                    <a:pt x="1113" y="2841"/>
                    <a:pt x="1728" y="3280"/>
                  </a:cubicBezTo>
                  <a:cubicBezTo>
                    <a:pt x="2035" y="3499"/>
                    <a:pt x="2401" y="3660"/>
                    <a:pt x="2796" y="3719"/>
                  </a:cubicBezTo>
                  <a:cubicBezTo>
                    <a:pt x="2899" y="3734"/>
                    <a:pt x="3002" y="3740"/>
                    <a:pt x="3106" y="3740"/>
                  </a:cubicBezTo>
                  <a:cubicBezTo>
                    <a:pt x="3418" y="3740"/>
                    <a:pt x="3733" y="3682"/>
                    <a:pt x="4041" y="3617"/>
                  </a:cubicBezTo>
                  <a:cubicBezTo>
                    <a:pt x="5666" y="3148"/>
                    <a:pt x="7159" y="2709"/>
                    <a:pt x="8213" y="2401"/>
                  </a:cubicBezTo>
                  <a:cubicBezTo>
                    <a:pt x="8755" y="2240"/>
                    <a:pt x="9165" y="2109"/>
                    <a:pt x="9487" y="2021"/>
                  </a:cubicBezTo>
                  <a:cubicBezTo>
                    <a:pt x="9633" y="1962"/>
                    <a:pt x="9736" y="1933"/>
                    <a:pt x="9823" y="1904"/>
                  </a:cubicBezTo>
                  <a:cubicBezTo>
                    <a:pt x="9897" y="1889"/>
                    <a:pt x="9941" y="1874"/>
                    <a:pt x="9941" y="1874"/>
                  </a:cubicBezTo>
                  <a:lnTo>
                    <a:pt x="9941" y="1874"/>
                  </a:lnTo>
                  <a:cubicBezTo>
                    <a:pt x="9941" y="1874"/>
                    <a:pt x="9882" y="1889"/>
                    <a:pt x="9794" y="1889"/>
                  </a:cubicBezTo>
                  <a:cubicBezTo>
                    <a:pt x="9706" y="1904"/>
                    <a:pt x="9589" y="1948"/>
                    <a:pt x="9443" y="1977"/>
                  </a:cubicBezTo>
                  <a:cubicBezTo>
                    <a:pt x="9135" y="2065"/>
                    <a:pt x="8711" y="2182"/>
                    <a:pt x="8184" y="2328"/>
                  </a:cubicBezTo>
                  <a:cubicBezTo>
                    <a:pt x="7100" y="2621"/>
                    <a:pt x="5637" y="3046"/>
                    <a:pt x="4012" y="3499"/>
                  </a:cubicBezTo>
                  <a:cubicBezTo>
                    <a:pt x="3714" y="3574"/>
                    <a:pt x="3416" y="3625"/>
                    <a:pt x="3124" y="3625"/>
                  </a:cubicBezTo>
                  <a:cubicBezTo>
                    <a:pt x="3014" y="3625"/>
                    <a:pt x="2905" y="3618"/>
                    <a:pt x="2796" y="3602"/>
                  </a:cubicBezTo>
                  <a:cubicBezTo>
                    <a:pt x="2401" y="3558"/>
                    <a:pt x="2050" y="3382"/>
                    <a:pt x="1757" y="3192"/>
                  </a:cubicBezTo>
                  <a:cubicBezTo>
                    <a:pt x="1171" y="2767"/>
                    <a:pt x="806" y="2182"/>
                    <a:pt x="586" y="1684"/>
                  </a:cubicBezTo>
                  <a:cubicBezTo>
                    <a:pt x="366" y="1186"/>
                    <a:pt x="235" y="747"/>
                    <a:pt x="147" y="454"/>
                  </a:cubicBezTo>
                  <a:cubicBezTo>
                    <a:pt x="88" y="308"/>
                    <a:pt x="59" y="206"/>
                    <a:pt x="44" y="118"/>
                  </a:cubicBezTo>
                  <a:cubicBezTo>
                    <a:pt x="15" y="45"/>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3" name="Google Shape;563;p32"/>
          <p:cNvSpPr txBox="1">
            <a:spLocks noGrp="1"/>
          </p:cNvSpPr>
          <p:nvPr>
            <p:ph type="ctrTitle"/>
          </p:nvPr>
        </p:nvSpPr>
        <p:spPr>
          <a:xfrm>
            <a:off x="4228208" y="1300977"/>
            <a:ext cx="4577537" cy="2014652"/>
          </a:xfrm>
          <a:prstGeom prst="rect">
            <a:avLst/>
          </a:prstGeom>
        </p:spPr>
        <p:txBody>
          <a:bodyPr spcFirstLastPara="1" wrap="square" lIns="91425" tIns="91425" rIns="91425" bIns="91425" anchor="b" anchorCtr="0"/>
          <a:lstStyle/>
          <a:p>
            <a:pPr lvl="0" algn="ctr"/>
            <a:r>
              <a:rPr lang="en-US" sz="3200" dirty="0"/>
              <a:t>Pharmaceutical Market Analysis</a:t>
            </a:r>
            <a:br>
              <a:rPr lang="ar-EG" sz="3200" dirty="0"/>
            </a:br>
            <a:r>
              <a:rPr lang="en-US" sz="3200" dirty="0"/>
              <a:t> in Egypt </a:t>
            </a:r>
            <a:endParaRPr sz="3200" dirty="0"/>
          </a:p>
        </p:txBody>
      </p:sp>
      <p:pic>
        <p:nvPicPr>
          <p:cNvPr id="2" name="Image 13">
            <a:extLst>
              <a:ext uri="{FF2B5EF4-FFF2-40B4-BE49-F238E27FC236}">
                <a16:creationId xmlns:a16="http://schemas.microsoft.com/office/drawing/2014/main" id="{EAA758D5-497A-38AA-30DA-28CF77E7BE83}"/>
              </a:ext>
            </a:extLst>
          </p:cNvPr>
          <p:cNvPicPr/>
          <p:nvPr/>
        </p:nvPicPr>
        <p:blipFill>
          <a:blip r:embed="rId3" cstate="print"/>
          <a:stretch>
            <a:fillRect/>
          </a:stretch>
        </p:blipFill>
        <p:spPr>
          <a:xfrm>
            <a:off x="8504662" y="59473"/>
            <a:ext cx="602166" cy="564995"/>
          </a:xfrm>
          <a:prstGeom prst="rect">
            <a:avLst/>
          </a:prstGeom>
        </p:spPr>
      </p:pic>
      <p:pic>
        <p:nvPicPr>
          <p:cNvPr id="3" name="Image 12">
            <a:extLst>
              <a:ext uri="{FF2B5EF4-FFF2-40B4-BE49-F238E27FC236}">
                <a16:creationId xmlns:a16="http://schemas.microsoft.com/office/drawing/2014/main" id="{7C6291EF-06AA-7FB8-178D-CDCC580049E8}"/>
              </a:ext>
            </a:extLst>
          </p:cNvPr>
          <p:cNvPicPr/>
          <p:nvPr/>
        </p:nvPicPr>
        <p:blipFill>
          <a:blip r:embed="rId4" cstate="print"/>
          <a:stretch>
            <a:fillRect/>
          </a:stretch>
        </p:blipFill>
        <p:spPr>
          <a:xfrm>
            <a:off x="3934065" y="-332730"/>
            <a:ext cx="2778760" cy="1282700"/>
          </a:xfrm>
          <a:prstGeom prst="rect">
            <a:avLst/>
          </a:prstGeom>
        </p:spPr>
      </p:pic>
      <p:pic>
        <p:nvPicPr>
          <p:cNvPr id="4" name="Image 14">
            <a:extLst>
              <a:ext uri="{FF2B5EF4-FFF2-40B4-BE49-F238E27FC236}">
                <a16:creationId xmlns:a16="http://schemas.microsoft.com/office/drawing/2014/main" id="{335ECA22-5C98-4A77-4D24-4FC5733DA7E3}"/>
              </a:ext>
            </a:extLst>
          </p:cNvPr>
          <p:cNvPicPr/>
          <p:nvPr/>
        </p:nvPicPr>
        <p:blipFill>
          <a:blip r:embed="rId5" cstate="print"/>
          <a:stretch>
            <a:fillRect/>
          </a:stretch>
        </p:blipFill>
        <p:spPr>
          <a:xfrm>
            <a:off x="67079" y="32144"/>
            <a:ext cx="1987550" cy="669074"/>
          </a:xfrm>
          <a:prstGeom prst="rect">
            <a:avLst/>
          </a:prstGeom>
        </p:spPr>
      </p:pic>
      <p:sp>
        <p:nvSpPr>
          <p:cNvPr id="9" name="TextBox 8">
            <a:extLst>
              <a:ext uri="{FF2B5EF4-FFF2-40B4-BE49-F238E27FC236}">
                <a16:creationId xmlns:a16="http://schemas.microsoft.com/office/drawing/2014/main" id="{95BF1905-BA21-D256-786B-126556963552}"/>
              </a:ext>
            </a:extLst>
          </p:cNvPr>
          <p:cNvSpPr txBox="1"/>
          <p:nvPr/>
        </p:nvSpPr>
        <p:spPr>
          <a:xfrm>
            <a:off x="4705815" y="3992138"/>
            <a:ext cx="3196683" cy="584775"/>
          </a:xfrm>
          <a:prstGeom prst="rect">
            <a:avLst/>
          </a:prstGeom>
          <a:noFill/>
        </p:spPr>
        <p:txBody>
          <a:bodyPr wrap="square">
            <a:spAutoFit/>
          </a:bodyPr>
          <a:lstStyle/>
          <a:p>
            <a:pPr algn="ctr"/>
            <a:r>
              <a:rPr lang="en-US" sz="1600" b="1" dirty="0"/>
              <a:t>SUPERVISED BY:</a:t>
            </a:r>
          </a:p>
          <a:p>
            <a:pPr algn="ctr"/>
            <a:r>
              <a:rPr lang="en-US" sz="1600" b="1" dirty="0"/>
              <a:t>Dr. Ahmed Ismail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28583-C236-CD7E-4D15-1BEBAEE30198}"/>
              </a:ext>
            </a:extLst>
          </p:cNvPr>
          <p:cNvSpPr>
            <a:spLocks noGrp="1"/>
          </p:cNvSpPr>
          <p:nvPr>
            <p:ph type="title"/>
          </p:nvPr>
        </p:nvSpPr>
        <p:spPr>
          <a:xfrm>
            <a:off x="1279188" y="683200"/>
            <a:ext cx="6585600" cy="744156"/>
          </a:xfrm>
        </p:spPr>
        <p:txBody>
          <a:bodyPr/>
          <a:lstStyle/>
          <a:p>
            <a:pPr algn="ctr"/>
            <a:r>
              <a:rPr lang="en-US" sz="4400" dirty="0"/>
              <a:t>Team Members</a:t>
            </a:r>
          </a:p>
        </p:txBody>
      </p:sp>
      <p:graphicFrame>
        <p:nvGraphicFramePr>
          <p:cNvPr id="4" name="Diagram 3">
            <a:extLst>
              <a:ext uri="{FF2B5EF4-FFF2-40B4-BE49-F238E27FC236}">
                <a16:creationId xmlns:a16="http://schemas.microsoft.com/office/drawing/2014/main" id="{31FED8B2-5835-9FE0-4789-B0955BFC1FB6}"/>
              </a:ext>
            </a:extLst>
          </p:cNvPr>
          <p:cNvGraphicFramePr/>
          <p:nvPr>
            <p:extLst>
              <p:ext uri="{D42A27DB-BD31-4B8C-83A1-F6EECF244321}">
                <p14:modId xmlns:p14="http://schemas.microsoft.com/office/powerpoint/2010/main" val="4231339137"/>
              </p:ext>
            </p:extLst>
          </p:nvPr>
        </p:nvGraphicFramePr>
        <p:xfrm>
          <a:off x="1524000" y="539750"/>
          <a:ext cx="6096000" cy="991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A2DB7E41-4030-6649-D344-C5B6DDCEA35D}"/>
              </a:ext>
            </a:extLst>
          </p:cNvPr>
          <p:cNvGraphicFramePr/>
          <p:nvPr>
            <p:extLst>
              <p:ext uri="{D42A27DB-BD31-4B8C-83A1-F6EECF244321}">
                <p14:modId xmlns:p14="http://schemas.microsoft.com/office/powerpoint/2010/main" val="3380567041"/>
              </p:ext>
            </p:extLst>
          </p:nvPr>
        </p:nvGraphicFramePr>
        <p:xfrm>
          <a:off x="1077951" y="1531434"/>
          <a:ext cx="7605131" cy="326359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74388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33"/>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Document Contents</a:t>
            </a:r>
            <a:endParaRPr/>
          </a:p>
        </p:txBody>
      </p:sp>
      <p:sp>
        <p:nvSpPr>
          <p:cNvPr id="569" name="Google Shape;569;p33"/>
          <p:cNvSpPr txBox="1">
            <a:spLocks noGrp="1"/>
          </p:cNvSpPr>
          <p:nvPr>
            <p:ph type="body" idx="1"/>
          </p:nvPr>
        </p:nvSpPr>
        <p:spPr>
          <a:xfrm>
            <a:off x="777354" y="1249748"/>
            <a:ext cx="7276500" cy="3568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dirty="0"/>
              <a:t>This enterprise project documentation covers all phases of building the Egypt Pharma  dashboard: </a:t>
            </a:r>
            <a:r>
              <a:rPr lang="en" b="1" dirty="0"/>
              <a:t> </a:t>
            </a:r>
            <a:endParaRPr dirty="0"/>
          </a:p>
          <a:p>
            <a:pPr marL="457200" lvl="0" indent="-304800" algn="l" rtl="0">
              <a:lnSpc>
                <a:spcPct val="100000"/>
              </a:lnSpc>
              <a:spcBef>
                <a:spcPts val="1200"/>
              </a:spcBef>
              <a:spcAft>
                <a:spcPts val="0"/>
              </a:spcAft>
              <a:buSzPts val="1200"/>
              <a:buAutoNum type="arabicPeriod"/>
            </a:pPr>
            <a:r>
              <a:rPr lang="en" dirty="0"/>
              <a:t>Section 1: Business Understanding — IQVIA dataset analysis, column semantics, ATC hierarchy, MAT/YTD logic </a:t>
            </a:r>
            <a:endParaRPr dirty="0"/>
          </a:p>
          <a:p>
            <a:pPr marL="457200" lvl="0" indent="-304800" algn="l" rtl="0">
              <a:lnSpc>
                <a:spcPct val="100000"/>
              </a:lnSpc>
              <a:spcBef>
                <a:spcPts val="0"/>
              </a:spcBef>
              <a:spcAft>
                <a:spcPts val="0"/>
              </a:spcAft>
              <a:buSzPts val="1200"/>
              <a:buAutoNum type="arabicPeriod"/>
            </a:pPr>
            <a:r>
              <a:rPr lang="en" dirty="0"/>
              <a:t>Section 2: Data Cleaning (Power Query) — type corrections, null handling, deduplication, text standardization </a:t>
            </a:r>
            <a:endParaRPr dirty="0"/>
          </a:p>
          <a:p>
            <a:pPr marL="457200" lvl="0" indent="-304800" algn="l" rtl="0">
              <a:lnSpc>
                <a:spcPct val="100000"/>
              </a:lnSpc>
              <a:spcBef>
                <a:spcPts val="0"/>
              </a:spcBef>
              <a:spcAft>
                <a:spcPts val="0"/>
              </a:spcAft>
              <a:buSzPts val="1200"/>
              <a:buAutoNum type="arabicPeriod"/>
            </a:pPr>
            <a:r>
              <a:rPr lang="en" dirty="0"/>
              <a:t>Section 3–5: Calculated Columns, DAX Measures, and Date Table — full KPI library with time intelligence </a:t>
            </a:r>
            <a:r>
              <a:rPr lang="en" dirty="0">
                <a:uFill>
                  <a:noFill/>
                </a:uFill>
                <a:hlinkClick r:id="rId3" action="ppaction://hlinksldjump"/>
              </a:rPr>
              <a:t> </a:t>
            </a:r>
            <a:r>
              <a:rPr lang="en" dirty="0"/>
              <a:t>slide, which you must keep so that proper credits for our design are given.</a:t>
            </a:r>
            <a:endParaRPr dirty="0"/>
          </a:p>
          <a:p>
            <a:pPr marL="457200" lvl="0" indent="-304800" algn="l" rtl="0">
              <a:lnSpc>
                <a:spcPct val="100000"/>
              </a:lnSpc>
              <a:spcBef>
                <a:spcPts val="0"/>
              </a:spcBef>
              <a:spcAft>
                <a:spcPts val="0"/>
              </a:spcAft>
              <a:buSzPts val="1200"/>
              <a:buAutoNum type="arabicPeriod"/>
            </a:pPr>
            <a:r>
              <a:rPr lang="en" dirty="0"/>
              <a:t>Section 6–8: Dashboard Pages, Visualization Strategy, and Advanced Analytics </a:t>
            </a:r>
            <a:r>
              <a:rPr lang="en" dirty="0">
                <a:uFill>
                  <a:noFill/>
                </a:uFill>
                <a:hlinkClick r:id="" action="ppaction://noaction"/>
              </a:rPr>
              <a:t> </a:t>
            </a:r>
            <a:r>
              <a:rPr lang="en" b="1" dirty="0">
                <a:uFill>
                  <a:noFill/>
                </a:uFill>
                <a:hlinkClick r:id="" action="ppaction://noaction"/>
              </a:rPr>
              <a:t>resources</a:t>
            </a:r>
            <a:r>
              <a:rPr lang="en" dirty="0">
                <a:uFill>
                  <a:noFill/>
                </a:uFill>
                <a:hlinkClick r:id="" action="ppaction://noaction"/>
              </a:rPr>
              <a:t> </a:t>
            </a:r>
            <a:r>
              <a:rPr lang="en" dirty="0"/>
              <a:t>slide, where you’ll find links to all the elements used in the template.</a:t>
            </a:r>
            <a:endParaRPr dirty="0"/>
          </a:p>
          <a:p>
            <a:pPr marL="457200" lvl="0" indent="-304800" algn="l" rtl="0">
              <a:lnSpc>
                <a:spcPct val="100000"/>
              </a:lnSpc>
              <a:spcBef>
                <a:spcPts val="0"/>
              </a:spcBef>
              <a:spcAft>
                <a:spcPts val="0"/>
              </a:spcAft>
              <a:buSzPts val="1200"/>
              <a:buAutoNum type="arabicPeriod"/>
            </a:pPr>
            <a:endParaRPr dirty="0"/>
          </a:p>
          <a:p>
            <a:pPr marL="457200" lvl="0" indent="-304800" algn="l" rtl="0">
              <a:lnSpc>
                <a:spcPct val="100000"/>
              </a:lnSpc>
              <a:spcBef>
                <a:spcPts val="0"/>
              </a:spcBef>
              <a:spcAft>
                <a:spcPts val="0"/>
              </a:spcAft>
              <a:buSzPts val="1200"/>
              <a:buAutoNum type="arabicPeriod"/>
            </a:pPr>
            <a:r>
              <a:rPr lang="en" dirty="0"/>
              <a:t>Section 9–10: Performance Optimization and UX Interactivity — DAX rules, RLS, bookmarks, drill-through </a:t>
            </a:r>
            <a:endParaRPr dirty="0"/>
          </a:p>
          <a:p>
            <a:pPr marL="0" lvl="0" indent="0" algn="l" rtl="0">
              <a:spcBef>
                <a:spcPts val="0"/>
              </a:spcBef>
              <a:spcAft>
                <a:spcPts val="1200"/>
              </a:spcAft>
              <a:buNone/>
            </a:pPr>
            <a:endParaRPr dirty="0"/>
          </a:p>
        </p:txBody>
      </p:sp>
      <p:sp>
        <p:nvSpPr>
          <p:cNvPr id="570" name="Google Shape;570;p33"/>
          <p:cNvSpPr/>
          <p:nvPr/>
        </p:nvSpPr>
        <p:spPr>
          <a:xfrm>
            <a:off x="488900" y="514394"/>
            <a:ext cx="128852" cy="211196"/>
          </a:xfrm>
          <a:custGeom>
            <a:avLst/>
            <a:gdLst/>
            <a:ahLst/>
            <a:cxnLst/>
            <a:rect l="l" t="t" r="r" b="b"/>
            <a:pathLst>
              <a:path w="1787" h="2929" extrusionOk="0">
                <a:moveTo>
                  <a:pt x="15" y="1"/>
                </a:moveTo>
                <a:cubicBezTo>
                  <a:pt x="0" y="15"/>
                  <a:pt x="103" y="162"/>
                  <a:pt x="278" y="440"/>
                </a:cubicBezTo>
                <a:cubicBezTo>
                  <a:pt x="425" y="703"/>
                  <a:pt x="644" y="1069"/>
                  <a:pt x="878" y="1479"/>
                </a:cubicBezTo>
                <a:cubicBezTo>
                  <a:pt x="1113" y="1889"/>
                  <a:pt x="1332" y="2270"/>
                  <a:pt x="1508" y="2533"/>
                </a:cubicBezTo>
                <a:cubicBezTo>
                  <a:pt x="1669" y="2782"/>
                  <a:pt x="1786" y="2929"/>
                  <a:pt x="1786" y="2929"/>
                </a:cubicBezTo>
                <a:cubicBezTo>
                  <a:pt x="1786" y="2929"/>
                  <a:pt x="1698" y="2768"/>
                  <a:pt x="1567" y="2504"/>
                </a:cubicBezTo>
                <a:cubicBezTo>
                  <a:pt x="1347" y="2138"/>
                  <a:pt x="1171" y="1801"/>
                  <a:pt x="966" y="1450"/>
                </a:cubicBezTo>
                <a:cubicBezTo>
                  <a:pt x="732" y="1025"/>
                  <a:pt x="512" y="660"/>
                  <a:pt x="322" y="411"/>
                </a:cubicBezTo>
                <a:cubicBezTo>
                  <a:pt x="147" y="147"/>
                  <a:pt x="15" y="1"/>
                  <a:pt x="15"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1" name="Google Shape;571;p33"/>
          <p:cNvGrpSpPr/>
          <p:nvPr/>
        </p:nvGrpSpPr>
        <p:grpSpPr>
          <a:xfrm>
            <a:off x="140549" y="3404151"/>
            <a:ext cx="586964" cy="1809527"/>
            <a:chOff x="140549" y="3404151"/>
            <a:chExt cx="586964" cy="1809527"/>
          </a:xfrm>
        </p:grpSpPr>
        <p:sp>
          <p:nvSpPr>
            <p:cNvPr id="572" name="Google Shape;572;p33"/>
            <p:cNvSpPr/>
            <p:nvPr/>
          </p:nvSpPr>
          <p:spPr>
            <a:xfrm>
              <a:off x="140549" y="3404151"/>
              <a:ext cx="586964" cy="1193579"/>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420594" y="3846595"/>
              <a:ext cx="5270" cy="942427"/>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3"/>
            <p:cNvSpPr/>
            <p:nvPr/>
          </p:nvSpPr>
          <p:spPr>
            <a:xfrm>
              <a:off x="417988" y="3966222"/>
              <a:ext cx="159591" cy="202059"/>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3"/>
            <p:cNvSpPr/>
            <p:nvPr/>
          </p:nvSpPr>
          <p:spPr>
            <a:xfrm>
              <a:off x="302690" y="4345121"/>
              <a:ext cx="119679" cy="140470"/>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3"/>
            <p:cNvSpPr/>
            <p:nvPr/>
          </p:nvSpPr>
          <p:spPr>
            <a:xfrm>
              <a:off x="265832" y="4849534"/>
              <a:ext cx="346778" cy="364144"/>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3"/>
            <p:cNvSpPr/>
            <p:nvPr/>
          </p:nvSpPr>
          <p:spPr>
            <a:xfrm>
              <a:off x="225090" y="4796649"/>
              <a:ext cx="434360" cy="106655"/>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3"/>
            <p:cNvSpPr/>
            <p:nvPr/>
          </p:nvSpPr>
          <p:spPr>
            <a:xfrm>
              <a:off x="265832" y="4903248"/>
              <a:ext cx="336415" cy="53831"/>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33"/>
          <p:cNvGrpSpPr/>
          <p:nvPr/>
        </p:nvGrpSpPr>
        <p:grpSpPr>
          <a:xfrm>
            <a:off x="8416475" y="3502857"/>
            <a:ext cx="727535" cy="1710819"/>
            <a:chOff x="8416475" y="3502857"/>
            <a:chExt cx="727535" cy="1710819"/>
          </a:xfrm>
        </p:grpSpPr>
        <p:sp>
          <p:nvSpPr>
            <p:cNvPr id="580" name="Google Shape;580;p33"/>
            <p:cNvSpPr/>
            <p:nvPr/>
          </p:nvSpPr>
          <p:spPr>
            <a:xfrm>
              <a:off x="8578364" y="486496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3"/>
            <p:cNvSpPr/>
            <p:nvPr/>
          </p:nvSpPr>
          <p:spPr>
            <a:xfrm>
              <a:off x="8416475" y="350285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3"/>
            <p:cNvSpPr/>
            <p:nvPr/>
          </p:nvSpPr>
          <p:spPr>
            <a:xfrm>
              <a:off x="8578364" y="486496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3" name="Google Shape;583;p33"/>
          <p:cNvGrpSpPr/>
          <p:nvPr/>
        </p:nvGrpSpPr>
        <p:grpSpPr>
          <a:xfrm>
            <a:off x="25281" y="2107826"/>
            <a:ext cx="817500" cy="812700"/>
            <a:chOff x="25281" y="2107826"/>
            <a:chExt cx="817500" cy="812700"/>
          </a:xfrm>
        </p:grpSpPr>
        <p:sp>
          <p:nvSpPr>
            <p:cNvPr id="584" name="Google Shape;584;p33"/>
            <p:cNvSpPr/>
            <p:nvPr/>
          </p:nvSpPr>
          <p:spPr>
            <a:xfrm rot="2515456">
              <a:off x="129607" y="2241405"/>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3"/>
            <p:cNvSpPr/>
            <p:nvPr/>
          </p:nvSpPr>
          <p:spPr>
            <a:xfrm rot="1928159">
              <a:off x="351379" y="2367515"/>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 name="Google Shape;586;p33"/>
          <p:cNvGrpSpPr/>
          <p:nvPr/>
        </p:nvGrpSpPr>
        <p:grpSpPr>
          <a:xfrm>
            <a:off x="7595471" y="89584"/>
            <a:ext cx="568800" cy="568800"/>
            <a:chOff x="7595471" y="89584"/>
            <a:chExt cx="568800" cy="568800"/>
          </a:xfrm>
        </p:grpSpPr>
        <p:sp>
          <p:nvSpPr>
            <p:cNvPr id="587" name="Google Shape;587;p33"/>
            <p:cNvSpPr/>
            <p:nvPr/>
          </p:nvSpPr>
          <p:spPr>
            <a:xfrm rot="-2700000">
              <a:off x="7667739" y="183914"/>
              <a:ext cx="424264" cy="3801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3"/>
            <p:cNvSpPr/>
            <p:nvPr/>
          </p:nvSpPr>
          <p:spPr>
            <a:xfrm rot="-1541719">
              <a:off x="7814216" y="226929"/>
              <a:ext cx="131314" cy="294096"/>
            </a:xfrm>
            <a:custGeom>
              <a:avLst/>
              <a:gdLst/>
              <a:ahLst/>
              <a:cxnLst/>
              <a:rect l="l" t="t" r="r" b="b"/>
              <a:pathLst>
                <a:path w="1406" h="3149" extrusionOk="0">
                  <a:moveTo>
                    <a:pt x="718" y="1"/>
                  </a:moveTo>
                  <a:lnTo>
                    <a:pt x="0" y="1582"/>
                  </a:lnTo>
                  <a:lnTo>
                    <a:pt x="0" y="1582"/>
                  </a:lnTo>
                  <a:lnTo>
                    <a:pt x="293" y="1436"/>
                  </a:lnTo>
                  <a:lnTo>
                    <a:pt x="205" y="3148"/>
                  </a:lnTo>
                  <a:lnTo>
                    <a:pt x="1010" y="3148"/>
                  </a:lnTo>
                  <a:lnTo>
                    <a:pt x="1010" y="1362"/>
                  </a:lnTo>
                  <a:lnTo>
                    <a:pt x="1406" y="1567"/>
                  </a:lnTo>
                  <a:lnTo>
                    <a:pt x="718" y="1"/>
                  </a:lnTo>
                  <a:close/>
                </a:path>
              </a:pathLst>
            </a:custGeom>
            <a:solidFill>
              <a:srgbClr val="00BE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34"/>
          <p:cNvSpPr txBox="1">
            <a:spLocks noGrp="1"/>
          </p:cNvSpPr>
          <p:nvPr>
            <p:ph type="title" idx="13"/>
          </p:nvPr>
        </p:nvSpPr>
        <p:spPr>
          <a:xfrm>
            <a:off x="1127769" y="1566700"/>
            <a:ext cx="933300" cy="86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01</a:t>
            </a:r>
            <a:endParaRPr/>
          </a:p>
        </p:txBody>
      </p:sp>
      <p:sp>
        <p:nvSpPr>
          <p:cNvPr id="594" name="Google Shape;594;p34"/>
          <p:cNvSpPr txBox="1">
            <a:spLocks noGrp="1"/>
          </p:cNvSpPr>
          <p:nvPr>
            <p:ph type="title"/>
          </p:nvPr>
        </p:nvSpPr>
        <p:spPr>
          <a:xfrm>
            <a:off x="4716350" y="3143950"/>
            <a:ext cx="933300" cy="864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04</a:t>
            </a:r>
            <a:endParaRPr dirty="0"/>
          </a:p>
        </p:txBody>
      </p:sp>
      <p:sp>
        <p:nvSpPr>
          <p:cNvPr id="595" name="Google Shape;595;p34"/>
          <p:cNvSpPr txBox="1">
            <a:spLocks noGrp="1"/>
          </p:cNvSpPr>
          <p:nvPr>
            <p:ph type="title" idx="8"/>
          </p:nvPr>
        </p:nvSpPr>
        <p:spPr>
          <a:xfrm>
            <a:off x="1118925" y="3143950"/>
            <a:ext cx="933300" cy="86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03</a:t>
            </a:r>
            <a:endParaRPr/>
          </a:p>
        </p:txBody>
      </p:sp>
      <p:sp>
        <p:nvSpPr>
          <p:cNvPr id="596" name="Google Shape;596;p34"/>
          <p:cNvSpPr txBox="1">
            <a:spLocks noGrp="1"/>
          </p:cNvSpPr>
          <p:nvPr>
            <p:ph type="title" idx="9"/>
          </p:nvPr>
        </p:nvSpPr>
        <p:spPr>
          <a:xfrm>
            <a:off x="4716350" y="1566700"/>
            <a:ext cx="933300" cy="864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02</a:t>
            </a:r>
            <a:endParaRPr dirty="0"/>
          </a:p>
        </p:txBody>
      </p:sp>
      <p:sp>
        <p:nvSpPr>
          <p:cNvPr id="597" name="Google Shape;597;p34"/>
          <p:cNvSpPr txBox="1">
            <a:spLocks noGrp="1"/>
          </p:cNvSpPr>
          <p:nvPr>
            <p:ph type="title" idx="2"/>
          </p:nvPr>
        </p:nvSpPr>
        <p:spPr>
          <a:xfrm>
            <a:off x="2043975" y="1954425"/>
            <a:ext cx="2276100" cy="54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IQVIA monthly sell-out data: 316,330 rows across 23 columns</a:t>
            </a:r>
            <a:endParaRPr/>
          </a:p>
        </p:txBody>
      </p:sp>
      <p:sp>
        <p:nvSpPr>
          <p:cNvPr id="598" name="Google Shape;598;p34"/>
          <p:cNvSpPr txBox="1">
            <a:spLocks noGrp="1"/>
          </p:cNvSpPr>
          <p:nvPr>
            <p:ph type="title" idx="3"/>
          </p:nvPr>
        </p:nvSpPr>
        <p:spPr>
          <a:xfrm>
            <a:off x="2052275" y="3605950"/>
            <a:ext cx="2276100" cy="54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Time intelligence, MAT/YTD flags, and market share measures</a:t>
            </a:r>
            <a:endParaRPr/>
          </a:p>
        </p:txBody>
      </p:sp>
      <p:sp>
        <p:nvSpPr>
          <p:cNvPr id="599" name="Google Shape;599;p34"/>
          <p:cNvSpPr txBox="1">
            <a:spLocks noGrp="1"/>
          </p:cNvSpPr>
          <p:nvPr>
            <p:ph type="title" idx="4"/>
          </p:nvPr>
        </p:nvSpPr>
        <p:spPr>
          <a:xfrm>
            <a:off x="2040530" y="3104050"/>
            <a:ext cx="2354400" cy="76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DAX Measures</a:t>
            </a:r>
            <a:endParaRPr dirty="0"/>
          </a:p>
        </p:txBody>
      </p:sp>
      <p:sp>
        <p:nvSpPr>
          <p:cNvPr id="600" name="Google Shape;600;p34"/>
          <p:cNvSpPr txBox="1">
            <a:spLocks noGrp="1"/>
          </p:cNvSpPr>
          <p:nvPr>
            <p:ph type="title" idx="5"/>
          </p:nvPr>
        </p:nvSpPr>
        <p:spPr>
          <a:xfrm>
            <a:off x="5737025" y="1886500"/>
            <a:ext cx="2276100" cy="54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Power Query transformations, null handling, and data standardization</a:t>
            </a:r>
            <a:endParaRPr dirty="0"/>
          </a:p>
        </p:txBody>
      </p:sp>
      <p:sp>
        <p:nvSpPr>
          <p:cNvPr id="601" name="Google Shape;601;p34"/>
          <p:cNvSpPr txBox="1">
            <a:spLocks noGrp="1"/>
          </p:cNvSpPr>
          <p:nvPr>
            <p:ph type="title" idx="6"/>
          </p:nvPr>
        </p:nvSpPr>
        <p:spPr>
          <a:xfrm>
            <a:off x="5758300" y="3605950"/>
            <a:ext cx="2276100" cy="54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Executive KPIs, ATC analysis, corporation rankings, and advanced analytics</a:t>
            </a:r>
            <a:endParaRPr/>
          </a:p>
        </p:txBody>
      </p:sp>
      <p:sp>
        <p:nvSpPr>
          <p:cNvPr id="602" name="Google Shape;602;p34"/>
          <p:cNvSpPr txBox="1">
            <a:spLocks noGrp="1"/>
          </p:cNvSpPr>
          <p:nvPr>
            <p:ph type="title" idx="7"/>
          </p:nvPr>
        </p:nvSpPr>
        <p:spPr>
          <a:xfrm>
            <a:off x="5737025" y="3011175"/>
            <a:ext cx="2430900" cy="417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Dashboard Design</a:t>
            </a:r>
            <a:endParaRPr dirty="0"/>
          </a:p>
        </p:txBody>
      </p:sp>
      <p:sp>
        <p:nvSpPr>
          <p:cNvPr id="603" name="Google Shape;603;p34"/>
          <p:cNvSpPr txBox="1">
            <a:spLocks noGrp="1"/>
          </p:cNvSpPr>
          <p:nvPr>
            <p:ph type="title" idx="14"/>
          </p:nvPr>
        </p:nvSpPr>
        <p:spPr>
          <a:xfrm>
            <a:off x="720000" y="4450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Agenda</a:t>
            </a:r>
            <a:endParaRPr/>
          </a:p>
        </p:txBody>
      </p:sp>
      <p:sp>
        <p:nvSpPr>
          <p:cNvPr id="604" name="Google Shape;604;p34"/>
          <p:cNvSpPr txBox="1">
            <a:spLocks noGrp="1"/>
          </p:cNvSpPr>
          <p:nvPr>
            <p:ph type="title" idx="15"/>
          </p:nvPr>
        </p:nvSpPr>
        <p:spPr>
          <a:xfrm>
            <a:off x="2052075" y="1273550"/>
            <a:ext cx="2354400" cy="76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Business Understanding</a:t>
            </a:r>
            <a:endParaRPr/>
          </a:p>
        </p:txBody>
      </p:sp>
      <p:sp>
        <p:nvSpPr>
          <p:cNvPr id="605" name="Google Shape;605;p34"/>
          <p:cNvSpPr txBox="1">
            <a:spLocks noGrp="1"/>
          </p:cNvSpPr>
          <p:nvPr>
            <p:ph type="title" idx="16"/>
          </p:nvPr>
        </p:nvSpPr>
        <p:spPr>
          <a:xfrm>
            <a:off x="5737025" y="1356725"/>
            <a:ext cx="2447100" cy="76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Data Cleaning</a:t>
            </a:r>
            <a:endParaRPr dirty="0"/>
          </a:p>
        </p:txBody>
      </p:sp>
      <p:grpSp>
        <p:nvGrpSpPr>
          <p:cNvPr id="606" name="Google Shape;606;p34"/>
          <p:cNvGrpSpPr/>
          <p:nvPr/>
        </p:nvGrpSpPr>
        <p:grpSpPr>
          <a:xfrm>
            <a:off x="8063876" y="3538496"/>
            <a:ext cx="933327" cy="1652537"/>
            <a:chOff x="8063876" y="3538496"/>
            <a:chExt cx="933327" cy="1652537"/>
          </a:xfrm>
        </p:grpSpPr>
        <p:sp>
          <p:nvSpPr>
            <p:cNvPr id="607" name="Google Shape;607;p34"/>
            <p:cNvSpPr/>
            <p:nvPr/>
          </p:nvSpPr>
          <p:spPr>
            <a:xfrm>
              <a:off x="8587840" y="4226804"/>
              <a:ext cx="102797" cy="964229"/>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4"/>
            <p:cNvSpPr/>
            <p:nvPr/>
          </p:nvSpPr>
          <p:spPr>
            <a:xfrm>
              <a:off x="8443401" y="4235383"/>
              <a:ext cx="131929" cy="950542"/>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4"/>
            <p:cNvSpPr/>
            <p:nvPr/>
          </p:nvSpPr>
          <p:spPr>
            <a:xfrm>
              <a:off x="8659787" y="4226804"/>
              <a:ext cx="272359" cy="959121"/>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4"/>
            <p:cNvSpPr/>
            <p:nvPr/>
          </p:nvSpPr>
          <p:spPr>
            <a:xfrm>
              <a:off x="8527904" y="4606463"/>
              <a:ext cx="236949" cy="1887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4"/>
            <p:cNvSpPr/>
            <p:nvPr/>
          </p:nvSpPr>
          <p:spPr>
            <a:xfrm>
              <a:off x="8063876" y="3538496"/>
              <a:ext cx="933327" cy="726048"/>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4"/>
            <p:cNvSpPr/>
            <p:nvPr/>
          </p:nvSpPr>
          <p:spPr>
            <a:xfrm>
              <a:off x="8095501" y="3538691"/>
              <a:ext cx="890079" cy="726477"/>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4"/>
            <p:cNvSpPr/>
            <p:nvPr/>
          </p:nvSpPr>
          <p:spPr>
            <a:xfrm>
              <a:off x="8725163" y="3792707"/>
              <a:ext cx="28585" cy="37162"/>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4"/>
            <p:cNvSpPr/>
            <p:nvPr/>
          </p:nvSpPr>
          <p:spPr>
            <a:xfrm>
              <a:off x="8726294" y="3729340"/>
              <a:ext cx="44028" cy="173021"/>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4"/>
            <p:cNvSpPr/>
            <p:nvPr/>
          </p:nvSpPr>
          <p:spPr>
            <a:xfrm>
              <a:off x="8692641" y="3787014"/>
              <a:ext cx="53700" cy="4285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6" name="Google Shape;616;p34"/>
          <p:cNvSpPr/>
          <p:nvPr/>
        </p:nvSpPr>
        <p:spPr>
          <a:xfrm flipH="1">
            <a:off x="397959" y="4121083"/>
            <a:ext cx="300182" cy="22619"/>
          </a:xfrm>
          <a:custGeom>
            <a:avLst/>
            <a:gdLst/>
            <a:ahLst/>
            <a:cxnLst/>
            <a:rect l="l" t="t" r="r" b="b"/>
            <a:pathLst>
              <a:path w="6808" h="513" extrusionOk="0">
                <a:moveTo>
                  <a:pt x="59" y="0"/>
                </a:moveTo>
                <a:lnTo>
                  <a:pt x="0" y="366"/>
                </a:lnTo>
                <a:lnTo>
                  <a:pt x="6808" y="513"/>
                </a:lnTo>
                <a:lnTo>
                  <a:pt x="6808" y="147"/>
                </a:lnTo>
                <a:lnTo>
                  <a:pt x="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34"/>
          <p:cNvGrpSpPr/>
          <p:nvPr/>
        </p:nvGrpSpPr>
        <p:grpSpPr>
          <a:xfrm>
            <a:off x="126858" y="3753525"/>
            <a:ext cx="736703" cy="1437558"/>
            <a:chOff x="126858" y="3753525"/>
            <a:chExt cx="736703" cy="1437558"/>
          </a:xfrm>
        </p:grpSpPr>
        <p:sp>
          <p:nvSpPr>
            <p:cNvPr id="618" name="Google Shape;618;p34"/>
            <p:cNvSpPr/>
            <p:nvPr/>
          </p:nvSpPr>
          <p:spPr>
            <a:xfrm flipH="1">
              <a:off x="465818" y="3837371"/>
              <a:ext cx="144787" cy="1353712"/>
            </a:xfrm>
            <a:custGeom>
              <a:avLst/>
              <a:gdLst/>
              <a:ahLst/>
              <a:cxnLst/>
              <a:rect l="l" t="t" r="r" b="b"/>
              <a:pathLst>
                <a:path w="2958" h="27655" extrusionOk="0">
                  <a:moveTo>
                    <a:pt x="1" y="1"/>
                  </a:moveTo>
                  <a:lnTo>
                    <a:pt x="2402" y="27655"/>
                  </a:lnTo>
                  <a:lnTo>
                    <a:pt x="2958" y="27655"/>
                  </a:lnTo>
                  <a:lnTo>
                    <a:pt x="938" y="26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4"/>
            <p:cNvSpPr/>
            <p:nvPr/>
          </p:nvSpPr>
          <p:spPr>
            <a:xfrm flipH="1">
              <a:off x="266597" y="3753525"/>
              <a:ext cx="596964" cy="78907"/>
            </a:xfrm>
            <a:custGeom>
              <a:avLst/>
              <a:gdLst/>
              <a:ahLst/>
              <a:cxnLst/>
              <a:rect l="l" t="t" r="r" b="b"/>
              <a:pathLst>
                <a:path w="12196" h="1612" extrusionOk="0">
                  <a:moveTo>
                    <a:pt x="7130" y="1"/>
                  </a:moveTo>
                  <a:cubicBezTo>
                    <a:pt x="2050" y="1"/>
                    <a:pt x="1" y="323"/>
                    <a:pt x="250" y="1611"/>
                  </a:cubicBezTo>
                  <a:lnTo>
                    <a:pt x="11961" y="1611"/>
                  </a:lnTo>
                  <a:cubicBezTo>
                    <a:pt x="11961" y="1611"/>
                    <a:pt x="12196" y="1"/>
                    <a:pt x="7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4"/>
            <p:cNvSpPr/>
            <p:nvPr/>
          </p:nvSpPr>
          <p:spPr>
            <a:xfrm flipH="1">
              <a:off x="278051" y="3825183"/>
              <a:ext cx="573322" cy="25160"/>
            </a:xfrm>
            <a:custGeom>
              <a:avLst/>
              <a:gdLst/>
              <a:ahLst/>
              <a:cxnLst/>
              <a:rect l="l" t="t" r="r" b="b"/>
              <a:pathLst>
                <a:path w="11713" h="514" extrusionOk="0">
                  <a:moveTo>
                    <a:pt x="11712" y="1"/>
                  </a:moveTo>
                  <a:lnTo>
                    <a:pt x="1" y="147"/>
                  </a:lnTo>
                  <a:lnTo>
                    <a:pt x="1" y="513"/>
                  </a:lnTo>
                  <a:lnTo>
                    <a:pt x="11712" y="513"/>
                  </a:lnTo>
                  <a:lnTo>
                    <a:pt x="1171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4"/>
            <p:cNvSpPr/>
            <p:nvPr/>
          </p:nvSpPr>
          <p:spPr>
            <a:xfrm flipH="1">
              <a:off x="628467" y="3850293"/>
              <a:ext cx="183504" cy="1333643"/>
            </a:xfrm>
            <a:custGeom>
              <a:avLst/>
              <a:gdLst/>
              <a:ahLst/>
              <a:cxnLst/>
              <a:rect l="l" t="t" r="r" b="b"/>
              <a:pathLst>
                <a:path w="3749" h="27245" extrusionOk="0">
                  <a:moveTo>
                    <a:pt x="2724" y="0"/>
                  </a:moveTo>
                  <a:lnTo>
                    <a:pt x="1" y="27244"/>
                  </a:lnTo>
                  <a:lnTo>
                    <a:pt x="396" y="27244"/>
                  </a:lnTo>
                  <a:lnTo>
                    <a:pt x="37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4"/>
            <p:cNvSpPr/>
            <p:nvPr/>
          </p:nvSpPr>
          <p:spPr>
            <a:xfrm flipH="1">
              <a:off x="126858" y="3837371"/>
              <a:ext cx="381986" cy="1346566"/>
            </a:xfrm>
            <a:custGeom>
              <a:avLst/>
              <a:gdLst/>
              <a:ahLst/>
              <a:cxnLst/>
              <a:rect l="l" t="t" r="r" b="b"/>
              <a:pathLst>
                <a:path w="7804" h="27509" extrusionOk="0">
                  <a:moveTo>
                    <a:pt x="981" y="1"/>
                  </a:moveTo>
                  <a:lnTo>
                    <a:pt x="0" y="264"/>
                  </a:lnTo>
                  <a:lnTo>
                    <a:pt x="7349" y="27508"/>
                  </a:lnTo>
                  <a:lnTo>
                    <a:pt x="7803" y="27508"/>
                  </a:lnTo>
                  <a:lnTo>
                    <a:pt x="9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4"/>
            <p:cNvSpPr/>
            <p:nvPr/>
          </p:nvSpPr>
          <p:spPr>
            <a:xfrm flipH="1">
              <a:off x="179913" y="5053401"/>
              <a:ext cx="601956" cy="45181"/>
            </a:xfrm>
            <a:custGeom>
              <a:avLst/>
              <a:gdLst/>
              <a:ahLst/>
              <a:cxnLst/>
              <a:rect l="l" t="t" r="r" b="b"/>
              <a:pathLst>
                <a:path w="12298" h="923" extrusionOk="0">
                  <a:moveTo>
                    <a:pt x="12196" y="0"/>
                  </a:moveTo>
                  <a:lnTo>
                    <a:pt x="1" y="454"/>
                  </a:lnTo>
                  <a:lnTo>
                    <a:pt x="1" y="922"/>
                  </a:lnTo>
                  <a:lnTo>
                    <a:pt x="12298" y="337"/>
                  </a:lnTo>
                  <a:lnTo>
                    <a:pt x="121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4" name="Google Shape;624;p34"/>
          <p:cNvSpPr/>
          <p:nvPr/>
        </p:nvSpPr>
        <p:spPr>
          <a:xfrm rot="2515456">
            <a:off x="7066219" y="123855"/>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4"/>
          <p:cNvSpPr/>
          <p:nvPr/>
        </p:nvSpPr>
        <p:spPr>
          <a:xfrm rot="-2700000">
            <a:off x="1223718" y="4686046"/>
            <a:ext cx="292318" cy="26177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4"/>
          <p:cNvSpPr/>
          <p:nvPr/>
        </p:nvSpPr>
        <p:spPr>
          <a:xfrm rot="-1701150">
            <a:off x="8714123" y="763287"/>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594;p34">
            <a:extLst>
              <a:ext uri="{FF2B5EF4-FFF2-40B4-BE49-F238E27FC236}">
                <a16:creationId xmlns:a16="http://schemas.microsoft.com/office/drawing/2014/main" id="{BE9C57AF-2231-4A4D-BAF1-01A3C5BB2311}"/>
              </a:ext>
            </a:extLst>
          </p:cNvPr>
          <p:cNvSpPr txBox="1">
            <a:spLocks/>
          </p:cNvSpPr>
          <p:nvPr/>
        </p:nvSpPr>
        <p:spPr>
          <a:xfrm>
            <a:off x="3391259" y="4326733"/>
            <a:ext cx="933300" cy="86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2400"/>
              <a:buFont typeface="Archivo Black"/>
              <a:buNone/>
              <a:defRPr sz="4100" b="0" i="0" u="none" strike="noStrike" cap="none">
                <a:solidFill>
                  <a:schemeClr val="lt2"/>
                </a:solidFill>
                <a:latin typeface="Archivo Black"/>
                <a:ea typeface="Archivo Black"/>
                <a:cs typeface="Archivo Black"/>
                <a:sym typeface="Archivo Black"/>
              </a:defRPr>
            </a:lvl1pPr>
            <a:lvl2pPr marR="0" lvl="1"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 dirty="0"/>
              <a:t>0</a:t>
            </a:r>
            <a:r>
              <a:rPr lang="ar-EG" dirty="0"/>
              <a:t>5</a:t>
            </a:r>
            <a:endParaRPr lang="en" dirty="0"/>
          </a:p>
        </p:txBody>
      </p:sp>
      <p:sp>
        <p:nvSpPr>
          <p:cNvPr id="3" name="Google Shape;602;p34">
            <a:extLst>
              <a:ext uri="{FF2B5EF4-FFF2-40B4-BE49-F238E27FC236}">
                <a16:creationId xmlns:a16="http://schemas.microsoft.com/office/drawing/2014/main" id="{4A2D5F91-05BB-9CA2-FF21-62F52CF0F3EC}"/>
              </a:ext>
            </a:extLst>
          </p:cNvPr>
          <p:cNvSpPr txBox="1">
            <a:spLocks/>
          </p:cNvSpPr>
          <p:nvPr/>
        </p:nvSpPr>
        <p:spPr>
          <a:xfrm>
            <a:off x="4306217" y="4421798"/>
            <a:ext cx="1843823" cy="5691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chivo Black"/>
              <a:buNone/>
              <a:defRPr sz="2000" b="0" i="0" u="none" strike="noStrike" cap="none">
                <a:solidFill>
                  <a:schemeClr val="dk1"/>
                </a:solidFill>
                <a:latin typeface="Archivo Black"/>
                <a:ea typeface="Archivo Black"/>
                <a:cs typeface="Archivo Black"/>
                <a:sym typeface="Archivo Black"/>
              </a:defRPr>
            </a:lvl1pPr>
            <a:lvl2pPr marR="0" lvl="1" algn="ct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r>
              <a:rPr lang="en-US" sz="2800" dirty="0"/>
              <a:t>Insights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555174" y="2349814"/>
            <a:ext cx="4707788" cy="677567"/>
          </a:xfrm>
          <a:prstGeom prst="rect">
            <a:avLst/>
          </a:prstGeom>
        </p:spPr>
        <p:txBody>
          <a:bodyPr spcFirstLastPara="1" wrap="square" lIns="91425" tIns="91425" rIns="91425" bIns="91425" anchor="t" anchorCtr="0"/>
          <a:lstStyle/>
          <a:p>
            <a:pPr marL="0" lvl="0" indent="0" algn="l" rtl="0">
              <a:spcBef>
                <a:spcPts val="0"/>
              </a:spcBef>
              <a:spcAft>
                <a:spcPts val="0"/>
              </a:spcAft>
              <a:buNone/>
            </a:pPr>
            <a:r>
              <a:rPr lang="en" sz="2400" dirty="0"/>
              <a:t>Business Understanding</a:t>
            </a:r>
            <a:endParaRPr sz="2400" dirty="0"/>
          </a:p>
        </p:txBody>
      </p:sp>
      <p:sp>
        <p:nvSpPr>
          <p:cNvPr id="632" name="Google Shape;632;p35"/>
          <p:cNvSpPr txBox="1">
            <a:spLocks noGrp="1"/>
          </p:cNvSpPr>
          <p:nvPr>
            <p:ph type="subTitle" idx="1"/>
          </p:nvPr>
        </p:nvSpPr>
        <p:spPr>
          <a:xfrm>
            <a:off x="1061057" y="3252225"/>
            <a:ext cx="3981318" cy="5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770"/>
              <a:buFont typeface="Arial"/>
              <a:buNone/>
            </a:pPr>
            <a:r>
              <a:rPr lang="en" dirty="0"/>
              <a:t>IQVIA Egypt Pharmaceutical Monthly Report — January 2026</a:t>
            </a:r>
            <a:endParaRPr dirty="0"/>
          </a:p>
        </p:txBody>
      </p:sp>
      <p:sp>
        <p:nvSpPr>
          <p:cNvPr id="633" name="Google Shape;633;p35"/>
          <p:cNvSpPr txBox="1">
            <a:spLocks noGrp="1"/>
          </p:cNvSpPr>
          <p:nvPr>
            <p:ph type="title" idx="2"/>
          </p:nvPr>
        </p:nvSpPr>
        <p:spPr>
          <a:xfrm>
            <a:off x="3818025" y="1110299"/>
            <a:ext cx="1224300" cy="841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01</a:t>
            </a:r>
            <a:endParaRPr dirty="0"/>
          </a:p>
        </p:txBody>
      </p:sp>
      <p:grpSp>
        <p:nvGrpSpPr>
          <p:cNvPr id="634" name="Google Shape;634;p35"/>
          <p:cNvGrpSpPr/>
          <p:nvPr/>
        </p:nvGrpSpPr>
        <p:grpSpPr>
          <a:xfrm>
            <a:off x="5461950" y="522238"/>
            <a:ext cx="2250830" cy="3661147"/>
            <a:chOff x="5401837" y="470183"/>
            <a:chExt cx="2068777" cy="3107670"/>
          </a:xfrm>
        </p:grpSpPr>
        <p:sp>
          <p:nvSpPr>
            <p:cNvPr id="635" name="Google Shape;635;p35"/>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5"/>
          <p:cNvGrpSpPr/>
          <p:nvPr/>
        </p:nvGrpSpPr>
        <p:grpSpPr>
          <a:xfrm>
            <a:off x="5378976" y="1196470"/>
            <a:ext cx="2416767" cy="3688689"/>
            <a:chOff x="8936226" y="1196470"/>
            <a:chExt cx="2416767" cy="3688689"/>
          </a:xfrm>
        </p:grpSpPr>
        <p:sp>
          <p:nvSpPr>
            <p:cNvPr id="641" name="Google Shape;641;p35"/>
            <p:cNvSpPr/>
            <p:nvPr/>
          </p:nvSpPr>
          <p:spPr>
            <a:xfrm flipH="1">
              <a:off x="9621961" y="1803301"/>
              <a:ext cx="785363" cy="776526"/>
            </a:xfrm>
            <a:custGeom>
              <a:avLst/>
              <a:gdLst/>
              <a:ahLst/>
              <a:cxnLst/>
              <a:rect l="l" t="t" r="r" b="b"/>
              <a:pathLst>
                <a:path w="10043" h="9930" extrusionOk="0">
                  <a:moveTo>
                    <a:pt x="8464" y="0"/>
                  </a:moveTo>
                  <a:cubicBezTo>
                    <a:pt x="8007" y="0"/>
                    <a:pt x="7162" y="139"/>
                    <a:pt x="6427" y="1025"/>
                  </a:cubicBezTo>
                  <a:cubicBezTo>
                    <a:pt x="5358" y="2298"/>
                    <a:pt x="2430" y="5651"/>
                    <a:pt x="2167" y="6031"/>
                  </a:cubicBezTo>
                  <a:cubicBezTo>
                    <a:pt x="1918" y="6412"/>
                    <a:pt x="0" y="9149"/>
                    <a:pt x="1318" y="9852"/>
                  </a:cubicBezTo>
                  <a:cubicBezTo>
                    <a:pt x="1417" y="9905"/>
                    <a:pt x="1531" y="9930"/>
                    <a:pt x="1655" y="9930"/>
                  </a:cubicBezTo>
                  <a:cubicBezTo>
                    <a:pt x="3168" y="9930"/>
                    <a:pt x="6295" y="6265"/>
                    <a:pt x="6295" y="6265"/>
                  </a:cubicBezTo>
                  <a:lnTo>
                    <a:pt x="9809" y="1918"/>
                  </a:lnTo>
                  <a:cubicBezTo>
                    <a:pt x="9955" y="1727"/>
                    <a:pt x="10043" y="1493"/>
                    <a:pt x="10043" y="1259"/>
                  </a:cubicBezTo>
                  <a:cubicBezTo>
                    <a:pt x="10043" y="1039"/>
                    <a:pt x="9955" y="790"/>
                    <a:pt x="9677" y="615"/>
                  </a:cubicBezTo>
                  <a:cubicBezTo>
                    <a:pt x="9208" y="307"/>
                    <a:pt x="8798" y="29"/>
                    <a:pt x="8798" y="29"/>
                  </a:cubicBezTo>
                  <a:cubicBezTo>
                    <a:pt x="8798" y="29"/>
                    <a:pt x="8671" y="0"/>
                    <a:pt x="8464"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flipH="1">
              <a:off x="9719244" y="1815813"/>
              <a:ext cx="99705" cy="194327"/>
            </a:xfrm>
            <a:custGeom>
              <a:avLst/>
              <a:gdLst/>
              <a:ahLst/>
              <a:cxnLst/>
              <a:rect l="l" t="t" r="r" b="b"/>
              <a:pathLst>
                <a:path w="1275" h="2485" extrusionOk="0">
                  <a:moveTo>
                    <a:pt x="1245" y="1"/>
                  </a:moveTo>
                  <a:cubicBezTo>
                    <a:pt x="1245" y="1"/>
                    <a:pt x="1216" y="74"/>
                    <a:pt x="1245" y="206"/>
                  </a:cubicBezTo>
                  <a:cubicBezTo>
                    <a:pt x="1245" y="323"/>
                    <a:pt x="1216" y="513"/>
                    <a:pt x="1216" y="733"/>
                  </a:cubicBezTo>
                  <a:cubicBezTo>
                    <a:pt x="1216" y="967"/>
                    <a:pt x="1201" y="1230"/>
                    <a:pt x="1201" y="1523"/>
                  </a:cubicBezTo>
                  <a:lnTo>
                    <a:pt x="1201" y="1977"/>
                  </a:lnTo>
                  <a:cubicBezTo>
                    <a:pt x="1187" y="2124"/>
                    <a:pt x="1143" y="2299"/>
                    <a:pt x="1026" y="2358"/>
                  </a:cubicBezTo>
                  <a:cubicBezTo>
                    <a:pt x="988" y="2378"/>
                    <a:pt x="949" y="2387"/>
                    <a:pt x="909" y="2387"/>
                  </a:cubicBezTo>
                  <a:cubicBezTo>
                    <a:pt x="808" y="2387"/>
                    <a:pt x="704" y="2329"/>
                    <a:pt x="630" y="2255"/>
                  </a:cubicBezTo>
                  <a:cubicBezTo>
                    <a:pt x="542" y="2138"/>
                    <a:pt x="484" y="1992"/>
                    <a:pt x="455" y="1845"/>
                  </a:cubicBezTo>
                  <a:cubicBezTo>
                    <a:pt x="381" y="1567"/>
                    <a:pt x="367" y="1304"/>
                    <a:pt x="308" y="1084"/>
                  </a:cubicBezTo>
                  <a:cubicBezTo>
                    <a:pt x="250" y="865"/>
                    <a:pt x="191" y="689"/>
                    <a:pt x="118" y="586"/>
                  </a:cubicBezTo>
                  <a:cubicBezTo>
                    <a:pt x="89" y="528"/>
                    <a:pt x="45" y="499"/>
                    <a:pt x="30" y="469"/>
                  </a:cubicBezTo>
                  <a:lnTo>
                    <a:pt x="1" y="440"/>
                  </a:lnTo>
                  <a:lnTo>
                    <a:pt x="1" y="440"/>
                  </a:lnTo>
                  <a:cubicBezTo>
                    <a:pt x="1" y="440"/>
                    <a:pt x="30" y="499"/>
                    <a:pt x="89" y="601"/>
                  </a:cubicBezTo>
                  <a:cubicBezTo>
                    <a:pt x="133" y="718"/>
                    <a:pt x="191" y="879"/>
                    <a:pt x="235" y="1099"/>
                  </a:cubicBezTo>
                  <a:cubicBezTo>
                    <a:pt x="264" y="1318"/>
                    <a:pt x="294" y="1567"/>
                    <a:pt x="367" y="1860"/>
                  </a:cubicBezTo>
                  <a:cubicBezTo>
                    <a:pt x="396" y="2006"/>
                    <a:pt x="455" y="2182"/>
                    <a:pt x="557" y="2299"/>
                  </a:cubicBezTo>
                  <a:cubicBezTo>
                    <a:pt x="643" y="2396"/>
                    <a:pt x="776" y="2485"/>
                    <a:pt x="910" y="2485"/>
                  </a:cubicBezTo>
                  <a:cubicBezTo>
                    <a:pt x="959" y="2485"/>
                    <a:pt x="1008" y="2473"/>
                    <a:pt x="1055" y="2446"/>
                  </a:cubicBezTo>
                  <a:cubicBezTo>
                    <a:pt x="1143" y="2402"/>
                    <a:pt x="1201" y="2328"/>
                    <a:pt x="1245" y="2226"/>
                  </a:cubicBezTo>
                  <a:cubicBezTo>
                    <a:pt x="1260" y="2138"/>
                    <a:pt x="1274" y="2050"/>
                    <a:pt x="1274" y="1977"/>
                  </a:cubicBezTo>
                  <a:lnTo>
                    <a:pt x="1274" y="1523"/>
                  </a:lnTo>
                  <a:lnTo>
                    <a:pt x="1274" y="733"/>
                  </a:lnTo>
                  <a:cubicBezTo>
                    <a:pt x="1260" y="513"/>
                    <a:pt x="1260" y="323"/>
                    <a:pt x="1260" y="206"/>
                  </a:cubicBezTo>
                  <a:cubicBezTo>
                    <a:pt x="1260" y="74"/>
                    <a:pt x="1245" y="1"/>
                    <a:pt x="1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flipH="1">
              <a:off x="9672324" y="1848891"/>
              <a:ext cx="55053" cy="118317"/>
            </a:xfrm>
            <a:custGeom>
              <a:avLst/>
              <a:gdLst/>
              <a:ahLst/>
              <a:cxnLst/>
              <a:rect l="l" t="t" r="r" b="b"/>
              <a:pathLst>
                <a:path w="704" h="1513" extrusionOk="0">
                  <a:moveTo>
                    <a:pt x="685" y="1"/>
                  </a:moveTo>
                  <a:cubicBezTo>
                    <a:pt x="652" y="1"/>
                    <a:pt x="550" y="354"/>
                    <a:pt x="367" y="749"/>
                  </a:cubicBezTo>
                  <a:cubicBezTo>
                    <a:pt x="177" y="1188"/>
                    <a:pt x="1" y="1496"/>
                    <a:pt x="16" y="1510"/>
                  </a:cubicBezTo>
                  <a:cubicBezTo>
                    <a:pt x="16" y="1512"/>
                    <a:pt x="17" y="1512"/>
                    <a:pt x="19" y="1512"/>
                  </a:cubicBezTo>
                  <a:cubicBezTo>
                    <a:pt x="52" y="1512"/>
                    <a:pt x="273" y="1226"/>
                    <a:pt x="455" y="807"/>
                  </a:cubicBezTo>
                  <a:cubicBezTo>
                    <a:pt x="660" y="383"/>
                    <a:pt x="704" y="2"/>
                    <a:pt x="689" y="2"/>
                  </a:cubicBezTo>
                  <a:cubicBezTo>
                    <a:pt x="688" y="1"/>
                    <a:pt x="687"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flipH="1">
              <a:off x="9618523" y="1885645"/>
              <a:ext cx="105414" cy="98297"/>
            </a:xfrm>
            <a:custGeom>
              <a:avLst/>
              <a:gdLst/>
              <a:ahLst/>
              <a:cxnLst/>
              <a:rect l="l" t="t" r="r" b="b"/>
              <a:pathLst>
                <a:path w="1348" h="1257" extrusionOk="0">
                  <a:moveTo>
                    <a:pt x="1317" y="0"/>
                  </a:moveTo>
                  <a:cubicBezTo>
                    <a:pt x="1293" y="0"/>
                    <a:pt x="1004" y="376"/>
                    <a:pt x="660" y="835"/>
                  </a:cubicBezTo>
                  <a:cubicBezTo>
                    <a:pt x="586" y="952"/>
                    <a:pt x="499" y="1084"/>
                    <a:pt x="411" y="1128"/>
                  </a:cubicBezTo>
                  <a:cubicBezTo>
                    <a:pt x="358" y="1163"/>
                    <a:pt x="294" y="1183"/>
                    <a:pt x="235" y="1183"/>
                  </a:cubicBezTo>
                  <a:cubicBezTo>
                    <a:pt x="197" y="1183"/>
                    <a:pt x="162" y="1175"/>
                    <a:pt x="133" y="1157"/>
                  </a:cubicBezTo>
                  <a:cubicBezTo>
                    <a:pt x="74" y="1113"/>
                    <a:pt x="59" y="1026"/>
                    <a:pt x="74" y="982"/>
                  </a:cubicBezTo>
                  <a:cubicBezTo>
                    <a:pt x="103" y="938"/>
                    <a:pt x="118" y="908"/>
                    <a:pt x="118" y="908"/>
                  </a:cubicBezTo>
                  <a:lnTo>
                    <a:pt x="118" y="908"/>
                  </a:lnTo>
                  <a:cubicBezTo>
                    <a:pt x="118" y="908"/>
                    <a:pt x="74" y="908"/>
                    <a:pt x="45" y="967"/>
                  </a:cubicBezTo>
                  <a:cubicBezTo>
                    <a:pt x="30" y="1026"/>
                    <a:pt x="1" y="1113"/>
                    <a:pt x="103" y="1201"/>
                  </a:cubicBezTo>
                  <a:cubicBezTo>
                    <a:pt x="147" y="1238"/>
                    <a:pt x="206" y="1256"/>
                    <a:pt x="270" y="1256"/>
                  </a:cubicBezTo>
                  <a:cubicBezTo>
                    <a:pt x="334" y="1256"/>
                    <a:pt x="403" y="1238"/>
                    <a:pt x="469" y="1201"/>
                  </a:cubicBezTo>
                  <a:cubicBezTo>
                    <a:pt x="586" y="1143"/>
                    <a:pt x="660" y="1011"/>
                    <a:pt x="762" y="894"/>
                  </a:cubicBezTo>
                  <a:cubicBezTo>
                    <a:pt x="1084" y="425"/>
                    <a:pt x="1348" y="15"/>
                    <a:pt x="1318" y="1"/>
                  </a:cubicBezTo>
                  <a:cubicBezTo>
                    <a:pt x="1318" y="1"/>
                    <a:pt x="1318" y="0"/>
                    <a:pt x="1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flipH="1">
              <a:off x="9793768" y="1895889"/>
              <a:ext cx="73273" cy="143419"/>
            </a:xfrm>
            <a:custGeom>
              <a:avLst/>
              <a:gdLst/>
              <a:ahLst/>
              <a:cxnLst/>
              <a:rect l="l" t="t" r="r" b="b"/>
              <a:pathLst>
                <a:path w="937" h="1834" extrusionOk="0">
                  <a:moveTo>
                    <a:pt x="922" y="1"/>
                  </a:moveTo>
                  <a:cubicBezTo>
                    <a:pt x="902" y="1"/>
                    <a:pt x="622" y="174"/>
                    <a:pt x="247" y="427"/>
                  </a:cubicBezTo>
                  <a:lnTo>
                    <a:pt x="247" y="427"/>
                  </a:lnTo>
                  <a:cubicBezTo>
                    <a:pt x="227" y="433"/>
                    <a:pt x="209" y="442"/>
                    <a:pt x="191" y="455"/>
                  </a:cubicBezTo>
                  <a:lnTo>
                    <a:pt x="250" y="529"/>
                  </a:lnTo>
                  <a:cubicBezTo>
                    <a:pt x="253" y="526"/>
                    <a:pt x="256" y="524"/>
                    <a:pt x="259" y="522"/>
                  </a:cubicBezTo>
                  <a:lnTo>
                    <a:pt x="259" y="522"/>
                  </a:lnTo>
                  <a:lnTo>
                    <a:pt x="264" y="529"/>
                  </a:lnTo>
                  <a:cubicBezTo>
                    <a:pt x="277" y="522"/>
                    <a:pt x="294" y="519"/>
                    <a:pt x="314" y="519"/>
                  </a:cubicBezTo>
                  <a:cubicBezTo>
                    <a:pt x="342" y="519"/>
                    <a:pt x="377" y="526"/>
                    <a:pt x="411" y="543"/>
                  </a:cubicBezTo>
                  <a:cubicBezTo>
                    <a:pt x="440" y="587"/>
                    <a:pt x="484" y="646"/>
                    <a:pt x="499" y="719"/>
                  </a:cubicBezTo>
                  <a:cubicBezTo>
                    <a:pt x="557" y="1056"/>
                    <a:pt x="411" y="1378"/>
                    <a:pt x="279" y="1553"/>
                  </a:cubicBezTo>
                  <a:cubicBezTo>
                    <a:pt x="133" y="1744"/>
                    <a:pt x="1" y="1817"/>
                    <a:pt x="30" y="1831"/>
                  </a:cubicBezTo>
                  <a:cubicBezTo>
                    <a:pt x="30" y="1833"/>
                    <a:pt x="31" y="1833"/>
                    <a:pt x="33" y="1833"/>
                  </a:cubicBezTo>
                  <a:cubicBezTo>
                    <a:pt x="54" y="1833"/>
                    <a:pt x="190" y="1756"/>
                    <a:pt x="338" y="1568"/>
                  </a:cubicBezTo>
                  <a:cubicBezTo>
                    <a:pt x="499" y="1392"/>
                    <a:pt x="645" y="1056"/>
                    <a:pt x="587" y="675"/>
                  </a:cubicBezTo>
                  <a:cubicBezTo>
                    <a:pt x="572" y="602"/>
                    <a:pt x="513" y="514"/>
                    <a:pt x="440" y="455"/>
                  </a:cubicBezTo>
                  <a:cubicBezTo>
                    <a:pt x="421" y="448"/>
                    <a:pt x="400" y="440"/>
                    <a:pt x="377" y="434"/>
                  </a:cubicBezTo>
                  <a:lnTo>
                    <a:pt x="377" y="434"/>
                  </a:lnTo>
                  <a:cubicBezTo>
                    <a:pt x="706" y="190"/>
                    <a:pt x="936" y="15"/>
                    <a:pt x="923" y="2"/>
                  </a:cubicBezTo>
                  <a:cubicBezTo>
                    <a:pt x="923" y="1"/>
                    <a:pt x="923"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flipH="1">
              <a:off x="10646536" y="2905683"/>
              <a:ext cx="213017" cy="1979477"/>
            </a:xfrm>
            <a:custGeom>
              <a:avLst/>
              <a:gdLst/>
              <a:ahLst/>
              <a:cxnLst/>
              <a:rect l="l" t="t" r="r" b="b"/>
              <a:pathLst>
                <a:path w="2724" h="25313" extrusionOk="0">
                  <a:moveTo>
                    <a:pt x="2723" y="1"/>
                  </a:moveTo>
                  <a:lnTo>
                    <a:pt x="1860" y="249"/>
                  </a:lnTo>
                  <a:lnTo>
                    <a:pt x="1" y="25312"/>
                  </a:lnTo>
                  <a:lnTo>
                    <a:pt x="528" y="25312"/>
                  </a:lnTo>
                  <a:lnTo>
                    <a:pt x="27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flipH="1">
              <a:off x="10276727" y="2783222"/>
              <a:ext cx="873572" cy="115658"/>
            </a:xfrm>
            <a:custGeom>
              <a:avLst/>
              <a:gdLst/>
              <a:ahLst/>
              <a:cxnLst/>
              <a:rect l="l" t="t" r="r" b="b"/>
              <a:pathLst>
                <a:path w="11171" h="1479" extrusionOk="0">
                  <a:moveTo>
                    <a:pt x="4655" y="0"/>
                  </a:moveTo>
                  <a:cubicBezTo>
                    <a:pt x="0" y="0"/>
                    <a:pt x="220" y="1479"/>
                    <a:pt x="220" y="1479"/>
                  </a:cubicBezTo>
                  <a:lnTo>
                    <a:pt x="10950" y="1479"/>
                  </a:lnTo>
                  <a:cubicBezTo>
                    <a:pt x="11170" y="308"/>
                    <a:pt x="9282" y="0"/>
                    <a:pt x="4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flipH="1">
              <a:off x="10293931" y="2887384"/>
              <a:ext cx="839242" cy="37849"/>
            </a:xfrm>
            <a:custGeom>
              <a:avLst/>
              <a:gdLst/>
              <a:ahLst/>
              <a:cxnLst/>
              <a:rect l="l" t="t" r="r" b="b"/>
              <a:pathLst>
                <a:path w="10732" h="484" extrusionOk="0">
                  <a:moveTo>
                    <a:pt x="1" y="0"/>
                  </a:moveTo>
                  <a:lnTo>
                    <a:pt x="1" y="483"/>
                  </a:lnTo>
                  <a:lnTo>
                    <a:pt x="10731" y="483"/>
                  </a:lnTo>
                  <a:lnTo>
                    <a:pt x="10731" y="14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flipH="1">
              <a:off x="10351175" y="2925155"/>
              <a:ext cx="269086" cy="1949682"/>
            </a:xfrm>
            <a:custGeom>
              <a:avLst/>
              <a:gdLst/>
              <a:ahLst/>
              <a:cxnLst/>
              <a:rect l="l" t="t" r="r" b="b"/>
              <a:pathLst>
                <a:path w="3441" h="24932" extrusionOk="0">
                  <a:moveTo>
                    <a:pt x="0" y="0"/>
                  </a:moveTo>
                  <a:lnTo>
                    <a:pt x="3074" y="24932"/>
                  </a:lnTo>
                  <a:lnTo>
                    <a:pt x="3440" y="24932"/>
                  </a:lnTo>
                  <a:lnTo>
                    <a:pt x="922" y="0"/>
                  </a:lnTo>
                  <a:close/>
                </a:path>
              </a:pathLst>
            </a:custGeom>
            <a:solidFill>
              <a:srgbClr val="7C4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flipH="1">
              <a:off x="10795349" y="2905683"/>
              <a:ext cx="557644" cy="1969154"/>
            </a:xfrm>
            <a:custGeom>
              <a:avLst/>
              <a:gdLst/>
              <a:ahLst/>
              <a:cxnLst/>
              <a:rect l="l" t="t" r="r" b="b"/>
              <a:pathLst>
                <a:path w="7131" h="25181" extrusionOk="0">
                  <a:moveTo>
                    <a:pt x="6237" y="1"/>
                  </a:moveTo>
                  <a:lnTo>
                    <a:pt x="1" y="25181"/>
                  </a:lnTo>
                  <a:lnTo>
                    <a:pt x="411" y="25181"/>
                  </a:lnTo>
                  <a:lnTo>
                    <a:pt x="7130" y="249"/>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flipH="1">
              <a:off x="10522901" y="3686429"/>
              <a:ext cx="488906" cy="36754"/>
            </a:xfrm>
            <a:custGeom>
              <a:avLst/>
              <a:gdLst/>
              <a:ahLst/>
              <a:cxnLst/>
              <a:rect l="l" t="t" r="r" b="b"/>
              <a:pathLst>
                <a:path w="6252" h="470" extrusionOk="0">
                  <a:moveTo>
                    <a:pt x="6193" y="1"/>
                  </a:moveTo>
                  <a:lnTo>
                    <a:pt x="0" y="147"/>
                  </a:lnTo>
                  <a:lnTo>
                    <a:pt x="0" y="469"/>
                  </a:lnTo>
                  <a:lnTo>
                    <a:pt x="6252" y="337"/>
                  </a:lnTo>
                  <a:lnTo>
                    <a:pt x="6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flipH="1">
              <a:off x="10395825" y="4683555"/>
              <a:ext cx="880454" cy="67643"/>
            </a:xfrm>
            <a:custGeom>
              <a:avLst/>
              <a:gdLst/>
              <a:ahLst/>
              <a:cxnLst/>
              <a:rect l="l" t="t" r="r" b="b"/>
              <a:pathLst>
                <a:path w="11259" h="865" extrusionOk="0">
                  <a:moveTo>
                    <a:pt x="89" y="1"/>
                  </a:moveTo>
                  <a:lnTo>
                    <a:pt x="1" y="308"/>
                  </a:lnTo>
                  <a:lnTo>
                    <a:pt x="11259" y="864"/>
                  </a:lnTo>
                  <a:lnTo>
                    <a:pt x="11259" y="425"/>
                  </a:lnTo>
                  <a:lnTo>
                    <a:pt x="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flipH="1">
              <a:off x="9784540" y="4225617"/>
              <a:ext cx="296534" cy="435183"/>
            </a:xfrm>
            <a:custGeom>
              <a:avLst/>
              <a:gdLst/>
              <a:ahLst/>
              <a:cxnLst/>
              <a:rect l="l" t="t" r="r" b="b"/>
              <a:pathLst>
                <a:path w="3792" h="5565" extrusionOk="0">
                  <a:moveTo>
                    <a:pt x="937" y="1"/>
                  </a:moveTo>
                  <a:lnTo>
                    <a:pt x="0" y="1641"/>
                  </a:lnTo>
                  <a:cubicBezTo>
                    <a:pt x="0" y="1641"/>
                    <a:pt x="2782" y="4891"/>
                    <a:pt x="3236" y="5432"/>
                  </a:cubicBezTo>
                  <a:cubicBezTo>
                    <a:pt x="3317" y="5525"/>
                    <a:pt x="3375" y="5564"/>
                    <a:pt x="3416" y="5564"/>
                  </a:cubicBezTo>
                  <a:cubicBezTo>
                    <a:pt x="3624" y="5564"/>
                    <a:pt x="3367" y="4539"/>
                    <a:pt x="3367" y="4539"/>
                  </a:cubicBezTo>
                  <a:lnTo>
                    <a:pt x="3792" y="3324"/>
                  </a:lnTo>
                  <a:lnTo>
                    <a:pt x="9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flipH="1">
              <a:off x="9404408" y="2659588"/>
              <a:ext cx="1304063" cy="1874063"/>
            </a:xfrm>
            <a:custGeom>
              <a:avLst/>
              <a:gdLst/>
              <a:ahLst/>
              <a:cxnLst/>
              <a:rect l="l" t="t" r="r" b="b"/>
              <a:pathLst>
                <a:path w="16676" h="23965" extrusionOk="0">
                  <a:moveTo>
                    <a:pt x="7145" y="0"/>
                  </a:moveTo>
                  <a:lnTo>
                    <a:pt x="1" y="835"/>
                  </a:lnTo>
                  <a:lnTo>
                    <a:pt x="11024" y="10160"/>
                  </a:lnTo>
                  <a:lnTo>
                    <a:pt x="6647" y="22223"/>
                  </a:lnTo>
                  <a:lnTo>
                    <a:pt x="11991" y="23965"/>
                  </a:lnTo>
                  <a:cubicBezTo>
                    <a:pt x="11991" y="23965"/>
                    <a:pt x="16675" y="10160"/>
                    <a:pt x="16675" y="8593"/>
                  </a:cubicBezTo>
                  <a:cubicBezTo>
                    <a:pt x="16661" y="6705"/>
                    <a:pt x="7145" y="0"/>
                    <a:pt x="7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flipH="1">
              <a:off x="9814099" y="4685901"/>
              <a:ext cx="495944" cy="145608"/>
            </a:xfrm>
            <a:custGeom>
              <a:avLst/>
              <a:gdLst/>
              <a:ahLst/>
              <a:cxnLst/>
              <a:rect l="l" t="t" r="r" b="b"/>
              <a:pathLst>
                <a:path w="6342" h="1862" extrusionOk="0">
                  <a:moveTo>
                    <a:pt x="0" y="0"/>
                  </a:moveTo>
                  <a:lnTo>
                    <a:pt x="601" y="1801"/>
                  </a:lnTo>
                  <a:cubicBezTo>
                    <a:pt x="601" y="1801"/>
                    <a:pt x="4146" y="1861"/>
                    <a:pt x="5340" y="1861"/>
                  </a:cubicBezTo>
                  <a:cubicBezTo>
                    <a:pt x="5460" y="1861"/>
                    <a:pt x="5555" y="1861"/>
                    <a:pt x="5622" y="1859"/>
                  </a:cubicBezTo>
                  <a:cubicBezTo>
                    <a:pt x="5630" y="1859"/>
                    <a:pt x="5637" y="1859"/>
                    <a:pt x="5644" y="1859"/>
                  </a:cubicBezTo>
                  <a:cubicBezTo>
                    <a:pt x="6341" y="1859"/>
                    <a:pt x="5036" y="1171"/>
                    <a:pt x="5036" y="1171"/>
                  </a:cubicBezTo>
                  <a:lnTo>
                    <a:pt x="4392" y="59"/>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flipH="1">
              <a:off x="10133700" y="1657927"/>
              <a:ext cx="803661" cy="996424"/>
            </a:xfrm>
            <a:custGeom>
              <a:avLst/>
              <a:gdLst/>
              <a:ahLst/>
              <a:cxnLst/>
              <a:rect l="l" t="t" r="r" b="b"/>
              <a:pathLst>
                <a:path w="10277" h="12742" extrusionOk="0">
                  <a:moveTo>
                    <a:pt x="4954" y="0"/>
                  </a:moveTo>
                  <a:cubicBezTo>
                    <a:pt x="3960" y="0"/>
                    <a:pt x="3002" y="114"/>
                    <a:pt x="2386" y="351"/>
                  </a:cubicBezTo>
                  <a:cubicBezTo>
                    <a:pt x="2386" y="351"/>
                    <a:pt x="220" y="1273"/>
                    <a:pt x="0" y="3220"/>
                  </a:cubicBezTo>
                  <a:lnTo>
                    <a:pt x="0" y="8168"/>
                  </a:lnTo>
                  <a:lnTo>
                    <a:pt x="29" y="10233"/>
                  </a:lnTo>
                  <a:cubicBezTo>
                    <a:pt x="29" y="10233"/>
                    <a:pt x="5271" y="12742"/>
                    <a:pt x="8414" y="12742"/>
                  </a:cubicBezTo>
                  <a:cubicBezTo>
                    <a:pt x="9209" y="12742"/>
                    <a:pt x="9869" y="12581"/>
                    <a:pt x="10277" y="12180"/>
                  </a:cubicBezTo>
                  <a:lnTo>
                    <a:pt x="9867" y="5621"/>
                  </a:lnTo>
                  <a:cubicBezTo>
                    <a:pt x="9838" y="4216"/>
                    <a:pt x="10013" y="1961"/>
                    <a:pt x="8974" y="1024"/>
                  </a:cubicBezTo>
                  <a:cubicBezTo>
                    <a:pt x="8769" y="849"/>
                    <a:pt x="8549" y="658"/>
                    <a:pt x="8315" y="541"/>
                  </a:cubicBezTo>
                  <a:cubicBezTo>
                    <a:pt x="7566" y="187"/>
                    <a:pt x="6230" y="0"/>
                    <a:pt x="49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flipH="1">
              <a:off x="10224100" y="1207809"/>
              <a:ext cx="422515" cy="538642"/>
            </a:xfrm>
            <a:custGeom>
              <a:avLst/>
              <a:gdLst/>
              <a:ahLst/>
              <a:cxnLst/>
              <a:rect l="l" t="t" r="r" b="b"/>
              <a:pathLst>
                <a:path w="5403" h="6888" extrusionOk="0">
                  <a:moveTo>
                    <a:pt x="2796" y="0"/>
                  </a:moveTo>
                  <a:cubicBezTo>
                    <a:pt x="1518" y="0"/>
                    <a:pt x="1450" y="617"/>
                    <a:pt x="1450" y="617"/>
                  </a:cubicBezTo>
                  <a:lnTo>
                    <a:pt x="1450" y="1700"/>
                  </a:lnTo>
                  <a:cubicBezTo>
                    <a:pt x="1450" y="1700"/>
                    <a:pt x="1090" y="1443"/>
                    <a:pt x="746" y="1443"/>
                  </a:cubicBezTo>
                  <a:cubicBezTo>
                    <a:pt x="493" y="1443"/>
                    <a:pt x="248" y="1582"/>
                    <a:pt x="161" y="2066"/>
                  </a:cubicBezTo>
                  <a:cubicBezTo>
                    <a:pt x="0" y="2959"/>
                    <a:pt x="864" y="3120"/>
                    <a:pt x="864" y="3120"/>
                  </a:cubicBezTo>
                  <a:lnTo>
                    <a:pt x="659" y="5682"/>
                  </a:lnTo>
                  <a:cubicBezTo>
                    <a:pt x="630" y="6034"/>
                    <a:pt x="732" y="6370"/>
                    <a:pt x="967" y="6605"/>
                  </a:cubicBezTo>
                  <a:cubicBezTo>
                    <a:pt x="1185" y="6812"/>
                    <a:pt x="1431" y="6888"/>
                    <a:pt x="1674" y="6888"/>
                  </a:cubicBezTo>
                  <a:cubicBezTo>
                    <a:pt x="2051" y="6888"/>
                    <a:pt x="2422" y="6706"/>
                    <a:pt x="2679" y="6546"/>
                  </a:cubicBezTo>
                  <a:cubicBezTo>
                    <a:pt x="2870" y="6414"/>
                    <a:pt x="2987" y="6224"/>
                    <a:pt x="2987" y="5975"/>
                  </a:cubicBezTo>
                  <a:lnTo>
                    <a:pt x="2987" y="5302"/>
                  </a:lnTo>
                  <a:lnTo>
                    <a:pt x="3895" y="5302"/>
                  </a:lnTo>
                  <a:cubicBezTo>
                    <a:pt x="5402" y="5228"/>
                    <a:pt x="5139" y="441"/>
                    <a:pt x="5139" y="441"/>
                  </a:cubicBezTo>
                  <a:cubicBezTo>
                    <a:pt x="5139" y="31"/>
                    <a:pt x="4334" y="31"/>
                    <a:pt x="4334" y="31"/>
                  </a:cubicBezTo>
                  <a:lnTo>
                    <a:pt x="2928" y="2"/>
                  </a:lnTo>
                  <a:cubicBezTo>
                    <a:pt x="2883" y="1"/>
                    <a:pt x="2839" y="0"/>
                    <a:pt x="279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flipH="1">
              <a:off x="10311138" y="1383133"/>
              <a:ext cx="22913" cy="112217"/>
            </a:xfrm>
            <a:custGeom>
              <a:avLst/>
              <a:gdLst/>
              <a:ahLst/>
              <a:cxnLst/>
              <a:rect l="l" t="t" r="r" b="b"/>
              <a:pathLst>
                <a:path w="293" h="1435" extrusionOk="0">
                  <a:moveTo>
                    <a:pt x="234" y="0"/>
                  </a:moveTo>
                  <a:cubicBezTo>
                    <a:pt x="220" y="29"/>
                    <a:pt x="190" y="366"/>
                    <a:pt x="190" y="776"/>
                  </a:cubicBezTo>
                  <a:cubicBezTo>
                    <a:pt x="190" y="996"/>
                    <a:pt x="234" y="1186"/>
                    <a:pt x="176" y="1303"/>
                  </a:cubicBezTo>
                  <a:cubicBezTo>
                    <a:pt x="146" y="1362"/>
                    <a:pt x="103" y="1391"/>
                    <a:pt x="73" y="1391"/>
                  </a:cubicBezTo>
                  <a:cubicBezTo>
                    <a:pt x="29" y="1405"/>
                    <a:pt x="15" y="1405"/>
                    <a:pt x="15" y="1405"/>
                  </a:cubicBezTo>
                  <a:cubicBezTo>
                    <a:pt x="0" y="1405"/>
                    <a:pt x="15" y="1435"/>
                    <a:pt x="73" y="1435"/>
                  </a:cubicBezTo>
                  <a:cubicBezTo>
                    <a:pt x="117" y="1435"/>
                    <a:pt x="176" y="1405"/>
                    <a:pt x="234" y="1347"/>
                  </a:cubicBezTo>
                  <a:cubicBezTo>
                    <a:pt x="264" y="1274"/>
                    <a:pt x="293" y="1171"/>
                    <a:pt x="293" y="1083"/>
                  </a:cubicBezTo>
                  <a:lnTo>
                    <a:pt x="293" y="776"/>
                  </a:lnTo>
                  <a:cubicBezTo>
                    <a:pt x="293" y="351"/>
                    <a:pt x="249"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flipH="1">
              <a:off x="10390120" y="1387669"/>
              <a:ext cx="9228" cy="27526"/>
            </a:xfrm>
            <a:custGeom>
              <a:avLst/>
              <a:gdLst/>
              <a:ahLst/>
              <a:cxnLst/>
              <a:rect l="l" t="t" r="r" b="b"/>
              <a:pathLst>
                <a:path w="118" h="352" extrusionOk="0">
                  <a:moveTo>
                    <a:pt x="59" y="1"/>
                  </a:moveTo>
                  <a:cubicBezTo>
                    <a:pt x="30" y="1"/>
                    <a:pt x="1" y="74"/>
                    <a:pt x="30" y="191"/>
                  </a:cubicBezTo>
                  <a:cubicBezTo>
                    <a:pt x="30" y="279"/>
                    <a:pt x="59" y="352"/>
                    <a:pt x="74" y="352"/>
                  </a:cubicBezTo>
                  <a:cubicBezTo>
                    <a:pt x="103" y="352"/>
                    <a:pt x="118" y="264"/>
                    <a:pt x="118" y="162"/>
                  </a:cubicBezTo>
                  <a:cubicBezTo>
                    <a:pt x="118"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flipH="1">
              <a:off x="10269927" y="1385401"/>
              <a:ext cx="6882" cy="26432"/>
            </a:xfrm>
            <a:custGeom>
              <a:avLst/>
              <a:gdLst/>
              <a:ahLst/>
              <a:cxnLst/>
              <a:rect l="l" t="t" r="r" b="b"/>
              <a:pathLst>
                <a:path w="88" h="338" extrusionOk="0">
                  <a:moveTo>
                    <a:pt x="29" y="0"/>
                  </a:moveTo>
                  <a:cubicBezTo>
                    <a:pt x="15" y="0"/>
                    <a:pt x="0" y="88"/>
                    <a:pt x="0" y="176"/>
                  </a:cubicBezTo>
                  <a:cubicBezTo>
                    <a:pt x="0" y="264"/>
                    <a:pt x="29" y="337"/>
                    <a:pt x="44" y="337"/>
                  </a:cubicBezTo>
                  <a:cubicBezTo>
                    <a:pt x="73" y="337"/>
                    <a:pt x="88" y="249"/>
                    <a:pt x="88" y="161"/>
                  </a:cubicBezTo>
                  <a:cubicBezTo>
                    <a:pt x="88" y="59"/>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flipH="1">
              <a:off x="10410686" y="1581135"/>
              <a:ext cx="66470" cy="119177"/>
            </a:xfrm>
            <a:custGeom>
              <a:avLst/>
              <a:gdLst/>
              <a:ahLst/>
              <a:cxnLst/>
              <a:rect l="l" t="t" r="r" b="b"/>
              <a:pathLst>
                <a:path w="850" h="1524" extrusionOk="0">
                  <a:moveTo>
                    <a:pt x="15" y="1"/>
                  </a:moveTo>
                  <a:lnTo>
                    <a:pt x="15" y="1"/>
                  </a:lnTo>
                  <a:cubicBezTo>
                    <a:pt x="0" y="250"/>
                    <a:pt x="0" y="528"/>
                    <a:pt x="73" y="791"/>
                  </a:cubicBezTo>
                  <a:cubicBezTo>
                    <a:pt x="147" y="1040"/>
                    <a:pt x="308" y="1260"/>
                    <a:pt x="527" y="1406"/>
                  </a:cubicBezTo>
                  <a:cubicBezTo>
                    <a:pt x="600" y="1465"/>
                    <a:pt x="747" y="1523"/>
                    <a:pt x="747" y="1523"/>
                  </a:cubicBezTo>
                  <a:cubicBezTo>
                    <a:pt x="747" y="1494"/>
                    <a:pt x="776" y="1333"/>
                    <a:pt x="805" y="1318"/>
                  </a:cubicBezTo>
                  <a:cubicBezTo>
                    <a:pt x="849" y="1040"/>
                    <a:pt x="835" y="820"/>
                    <a:pt x="805" y="513"/>
                  </a:cubicBezTo>
                  <a:cubicBezTo>
                    <a:pt x="483" y="440"/>
                    <a:pt x="220" y="235"/>
                    <a:pt x="15" y="1"/>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flipH="1">
              <a:off x="10545815" y="1356780"/>
              <a:ext cx="53880" cy="74446"/>
            </a:xfrm>
            <a:custGeom>
              <a:avLst/>
              <a:gdLst/>
              <a:ahLst/>
              <a:cxnLst/>
              <a:rect l="l" t="t" r="r" b="b"/>
              <a:pathLst>
                <a:path w="689" h="952" extrusionOk="0">
                  <a:moveTo>
                    <a:pt x="59" y="0"/>
                  </a:moveTo>
                  <a:cubicBezTo>
                    <a:pt x="59" y="0"/>
                    <a:pt x="132" y="30"/>
                    <a:pt x="220" y="88"/>
                  </a:cubicBezTo>
                  <a:cubicBezTo>
                    <a:pt x="281" y="131"/>
                    <a:pt x="346" y="185"/>
                    <a:pt x="405" y="257"/>
                  </a:cubicBezTo>
                  <a:lnTo>
                    <a:pt x="405" y="257"/>
                  </a:lnTo>
                  <a:cubicBezTo>
                    <a:pt x="392" y="254"/>
                    <a:pt x="380" y="251"/>
                    <a:pt x="367" y="249"/>
                  </a:cubicBezTo>
                  <a:cubicBezTo>
                    <a:pt x="348" y="246"/>
                    <a:pt x="329" y="244"/>
                    <a:pt x="310" y="244"/>
                  </a:cubicBezTo>
                  <a:cubicBezTo>
                    <a:pt x="251" y="244"/>
                    <a:pt x="191" y="260"/>
                    <a:pt x="147" y="293"/>
                  </a:cubicBezTo>
                  <a:cubicBezTo>
                    <a:pt x="103" y="322"/>
                    <a:pt x="59" y="396"/>
                    <a:pt x="45" y="454"/>
                  </a:cubicBezTo>
                  <a:cubicBezTo>
                    <a:pt x="1" y="586"/>
                    <a:pt x="45" y="688"/>
                    <a:pt x="103" y="762"/>
                  </a:cubicBezTo>
                  <a:cubicBezTo>
                    <a:pt x="206" y="923"/>
                    <a:pt x="323" y="952"/>
                    <a:pt x="323" y="952"/>
                  </a:cubicBezTo>
                  <a:cubicBezTo>
                    <a:pt x="337" y="923"/>
                    <a:pt x="250" y="879"/>
                    <a:pt x="132" y="703"/>
                  </a:cubicBezTo>
                  <a:cubicBezTo>
                    <a:pt x="103" y="630"/>
                    <a:pt x="74" y="542"/>
                    <a:pt x="118" y="454"/>
                  </a:cubicBezTo>
                  <a:cubicBezTo>
                    <a:pt x="130" y="380"/>
                    <a:pt x="195" y="316"/>
                    <a:pt x="286" y="316"/>
                  </a:cubicBezTo>
                  <a:cubicBezTo>
                    <a:pt x="302" y="316"/>
                    <a:pt x="319" y="318"/>
                    <a:pt x="337" y="322"/>
                  </a:cubicBezTo>
                  <a:cubicBezTo>
                    <a:pt x="393" y="334"/>
                    <a:pt x="449" y="370"/>
                    <a:pt x="498" y="407"/>
                  </a:cubicBezTo>
                  <a:lnTo>
                    <a:pt x="498" y="407"/>
                  </a:lnTo>
                  <a:cubicBezTo>
                    <a:pt x="503" y="417"/>
                    <a:pt x="508" y="428"/>
                    <a:pt x="513" y="440"/>
                  </a:cubicBezTo>
                  <a:lnTo>
                    <a:pt x="527" y="428"/>
                  </a:lnTo>
                  <a:lnTo>
                    <a:pt x="527" y="428"/>
                  </a:lnTo>
                  <a:cubicBezTo>
                    <a:pt x="532" y="432"/>
                    <a:pt x="537" y="436"/>
                    <a:pt x="542" y="440"/>
                  </a:cubicBezTo>
                  <a:lnTo>
                    <a:pt x="689" y="542"/>
                  </a:lnTo>
                  <a:lnTo>
                    <a:pt x="616" y="381"/>
                  </a:lnTo>
                  <a:cubicBezTo>
                    <a:pt x="513" y="191"/>
                    <a:pt x="367" y="88"/>
                    <a:pt x="264" y="30"/>
                  </a:cubicBezTo>
                  <a:cubicBezTo>
                    <a:pt x="132" y="0"/>
                    <a:pt x="59"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flipH="1">
              <a:off x="10337413" y="1536014"/>
              <a:ext cx="42463" cy="9931"/>
            </a:xfrm>
            <a:custGeom>
              <a:avLst/>
              <a:gdLst/>
              <a:ahLst/>
              <a:cxnLst/>
              <a:rect l="l" t="t" r="r" b="b"/>
              <a:pathLst>
                <a:path w="543" h="127" extrusionOk="0">
                  <a:moveTo>
                    <a:pt x="35" y="1"/>
                  </a:moveTo>
                  <a:cubicBezTo>
                    <a:pt x="17" y="1"/>
                    <a:pt x="5" y="2"/>
                    <a:pt x="0" y="7"/>
                  </a:cubicBezTo>
                  <a:cubicBezTo>
                    <a:pt x="0" y="21"/>
                    <a:pt x="103" y="95"/>
                    <a:pt x="264" y="124"/>
                  </a:cubicBezTo>
                  <a:cubicBezTo>
                    <a:pt x="280" y="125"/>
                    <a:pt x="296" y="126"/>
                    <a:pt x="311" y="126"/>
                  </a:cubicBezTo>
                  <a:cubicBezTo>
                    <a:pt x="438" y="126"/>
                    <a:pt x="542" y="78"/>
                    <a:pt x="542" y="65"/>
                  </a:cubicBezTo>
                  <a:cubicBezTo>
                    <a:pt x="527" y="51"/>
                    <a:pt x="410" y="51"/>
                    <a:pt x="264" y="21"/>
                  </a:cubicBezTo>
                  <a:cubicBezTo>
                    <a:pt x="160" y="11"/>
                    <a:pt x="79"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flipH="1">
              <a:off x="10234423" y="1196470"/>
              <a:ext cx="321793" cy="145687"/>
            </a:xfrm>
            <a:custGeom>
              <a:avLst/>
              <a:gdLst/>
              <a:ahLst/>
              <a:cxnLst/>
              <a:rect l="l" t="t" r="r" b="b"/>
              <a:pathLst>
                <a:path w="4115" h="1863" extrusionOk="0">
                  <a:moveTo>
                    <a:pt x="1216" y="1"/>
                  </a:moveTo>
                  <a:cubicBezTo>
                    <a:pt x="923" y="1"/>
                    <a:pt x="587" y="15"/>
                    <a:pt x="367" y="235"/>
                  </a:cubicBezTo>
                  <a:cubicBezTo>
                    <a:pt x="118" y="469"/>
                    <a:pt x="74" y="835"/>
                    <a:pt x="89" y="1172"/>
                  </a:cubicBezTo>
                  <a:cubicBezTo>
                    <a:pt x="89" y="1348"/>
                    <a:pt x="1" y="1655"/>
                    <a:pt x="147" y="1787"/>
                  </a:cubicBezTo>
                  <a:cubicBezTo>
                    <a:pt x="178" y="1812"/>
                    <a:pt x="233" y="1820"/>
                    <a:pt x="296" y="1820"/>
                  </a:cubicBezTo>
                  <a:cubicBezTo>
                    <a:pt x="397" y="1820"/>
                    <a:pt x="521" y="1799"/>
                    <a:pt x="596" y="1799"/>
                  </a:cubicBezTo>
                  <a:cubicBezTo>
                    <a:pt x="609" y="1799"/>
                    <a:pt x="621" y="1800"/>
                    <a:pt x="630" y="1801"/>
                  </a:cubicBezTo>
                  <a:cubicBezTo>
                    <a:pt x="796" y="1835"/>
                    <a:pt x="971" y="1863"/>
                    <a:pt x="1139" y="1863"/>
                  </a:cubicBezTo>
                  <a:cubicBezTo>
                    <a:pt x="1268" y="1863"/>
                    <a:pt x="1394" y="1846"/>
                    <a:pt x="1509" y="1801"/>
                  </a:cubicBezTo>
                  <a:cubicBezTo>
                    <a:pt x="1792" y="1731"/>
                    <a:pt x="2048" y="1510"/>
                    <a:pt x="2091" y="1230"/>
                  </a:cubicBezTo>
                  <a:lnTo>
                    <a:pt x="2091" y="1230"/>
                  </a:lnTo>
                  <a:cubicBezTo>
                    <a:pt x="2065" y="1440"/>
                    <a:pt x="2068" y="1649"/>
                    <a:pt x="2124" y="1845"/>
                  </a:cubicBezTo>
                  <a:cubicBezTo>
                    <a:pt x="2266" y="1638"/>
                    <a:pt x="2397" y="1420"/>
                    <a:pt x="2537" y="1210"/>
                  </a:cubicBezTo>
                  <a:lnTo>
                    <a:pt x="2537" y="1210"/>
                  </a:lnTo>
                  <a:cubicBezTo>
                    <a:pt x="2462" y="1365"/>
                    <a:pt x="2513" y="1561"/>
                    <a:pt x="2636" y="1684"/>
                  </a:cubicBezTo>
                  <a:cubicBezTo>
                    <a:pt x="2755" y="1790"/>
                    <a:pt x="2932" y="1848"/>
                    <a:pt x="3116" y="1848"/>
                  </a:cubicBezTo>
                  <a:cubicBezTo>
                    <a:pt x="3136" y="1848"/>
                    <a:pt x="3157" y="1847"/>
                    <a:pt x="3178" y="1845"/>
                  </a:cubicBezTo>
                  <a:cubicBezTo>
                    <a:pt x="3383" y="1831"/>
                    <a:pt x="3939" y="1684"/>
                    <a:pt x="4115" y="1611"/>
                  </a:cubicBezTo>
                  <a:lnTo>
                    <a:pt x="4115" y="879"/>
                  </a:lnTo>
                  <a:cubicBezTo>
                    <a:pt x="4115" y="528"/>
                    <a:pt x="3880" y="235"/>
                    <a:pt x="3544" y="162"/>
                  </a:cubicBezTo>
                  <a:cubicBezTo>
                    <a:pt x="3441" y="118"/>
                    <a:pt x="3324" y="118"/>
                    <a:pt x="3222" y="103"/>
                  </a:cubicBezTo>
                  <a:cubicBezTo>
                    <a:pt x="2563" y="30"/>
                    <a:pt x="1904" y="1"/>
                    <a:pt x="1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flipH="1">
              <a:off x="9995679" y="2350230"/>
              <a:ext cx="274326" cy="332585"/>
            </a:xfrm>
            <a:custGeom>
              <a:avLst/>
              <a:gdLst/>
              <a:ahLst/>
              <a:cxnLst/>
              <a:rect l="l" t="t" r="r" b="b"/>
              <a:pathLst>
                <a:path w="3508" h="4253" extrusionOk="0">
                  <a:moveTo>
                    <a:pt x="1627" y="1"/>
                  </a:moveTo>
                  <a:cubicBezTo>
                    <a:pt x="1421" y="1"/>
                    <a:pt x="1" y="1365"/>
                    <a:pt x="1" y="1365"/>
                  </a:cubicBezTo>
                  <a:cubicBezTo>
                    <a:pt x="1" y="1365"/>
                    <a:pt x="57" y="4252"/>
                    <a:pt x="584" y="4252"/>
                  </a:cubicBezTo>
                  <a:cubicBezTo>
                    <a:pt x="595" y="4252"/>
                    <a:pt x="605" y="4251"/>
                    <a:pt x="616" y="4249"/>
                  </a:cubicBezTo>
                  <a:cubicBezTo>
                    <a:pt x="616" y="4249"/>
                    <a:pt x="2753" y="3517"/>
                    <a:pt x="2899" y="3327"/>
                  </a:cubicBezTo>
                  <a:cubicBezTo>
                    <a:pt x="3028" y="3147"/>
                    <a:pt x="2248" y="3136"/>
                    <a:pt x="2051" y="3136"/>
                  </a:cubicBezTo>
                  <a:cubicBezTo>
                    <a:pt x="2023" y="3136"/>
                    <a:pt x="2006" y="3136"/>
                    <a:pt x="2006" y="3136"/>
                  </a:cubicBezTo>
                  <a:cubicBezTo>
                    <a:pt x="2006" y="3136"/>
                    <a:pt x="3046" y="2975"/>
                    <a:pt x="3192" y="2770"/>
                  </a:cubicBezTo>
                  <a:cubicBezTo>
                    <a:pt x="3368" y="2565"/>
                    <a:pt x="1860" y="2492"/>
                    <a:pt x="1860" y="2492"/>
                  </a:cubicBezTo>
                  <a:cubicBezTo>
                    <a:pt x="1860" y="2492"/>
                    <a:pt x="3339" y="2492"/>
                    <a:pt x="3339" y="2170"/>
                  </a:cubicBezTo>
                  <a:cubicBezTo>
                    <a:pt x="3339" y="1833"/>
                    <a:pt x="1699" y="1746"/>
                    <a:pt x="1699" y="1746"/>
                  </a:cubicBezTo>
                  <a:cubicBezTo>
                    <a:pt x="1699" y="1746"/>
                    <a:pt x="3397" y="1716"/>
                    <a:pt x="3456" y="1365"/>
                  </a:cubicBezTo>
                  <a:cubicBezTo>
                    <a:pt x="3507" y="1117"/>
                    <a:pt x="2392" y="1080"/>
                    <a:pt x="1731" y="1080"/>
                  </a:cubicBezTo>
                  <a:cubicBezTo>
                    <a:pt x="1456" y="1080"/>
                    <a:pt x="1260" y="1087"/>
                    <a:pt x="1260" y="1087"/>
                  </a:cubicBezTo>
                  <a:cubicBezTo>
                    <a:pt x="1772" y="662"/>
                    <a:pt x="1787" y="106"/>
                    <a:pt x="1640" y="3"/>
                  </a:cubicBezTo>
                  <a:cubicBezTo>
                    <a:pt x="1637" y="2"/>
                    <a:pt x="1632" y="1"/>
                    <a:pt x="1627"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flipH="1">
              <a:off x="10221831" y="1894794"/>
              <a:ext cx="805851" cy="852615"/>
            </a:xfrm>
            <a:custGeom>
              <a:avLst/>
              <a:gdLst/>
              <a:ahLst/>
              <a:cxnLst/>
              <a:rect l="l" t="t" r="r" b="b"/>
              <a:pathLst>
                <a:path w="10305" h="10903" extrusionOk="0">
                  <a:moveTo>
                    <a:pt x="1111" y="1"/>
                  </a:moveTo>
                  <a:cubicBezTo>
                    <a:pt x="1111" y="1"/>
                    <a:pt x="130" y="2709"/>
                    <a:pt x="57" y="7043"/>
                  </a:cubicBezTo>
                  <a:cubicBezTo>
                    <a:pt x="0" y="10403"/>
                    <a:pt x="2392" y="10902"/>
                    <a:pt x="3960" y="10902"/>
                  </a:cubicBezTo>
                  <a:cubicBezTo>
                    <a:pt x="4413" y="10902"/>
                    <a:pt x="4798" y="10860"/>
                    <a:pt x="5034" y="10834"/>
                  </a:cubicBezTo>
                  <a:cubicBezTo>
                    <a:pt x="6103" y="10702"/>
                    <a:pt x="10305" y="10102"/>
                    <a:pt x="10305" y="10102"/>
                  </a:cubicBezTo>
                  <a:lnTo>
                    <a:pt x="9704" y="7174"/>
                  </a:lnTo>
                  <a:cubicBezTo>
                    <a:pt x="9704" y="7174"/>
                    <a:pt x="7128" y="7540"/>
                    <a:pt x="4303" y="7540"/>
                  </a:cubicBezTo>
                  <a:cubicBezTo>
                    <a:pt x="3014" y="7540"/>
                    <a:pt x="4449" y="543"/>
                    <a:pt x="4449" y="543"/>
                  </a:cubicBezTo>
                  <a:lnTo>
                    <a:pt x="1111"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flipH="1">
              <a:off x="9839434" y="2696186"/>
              <a:ext cx="941137" cy="2037814"/>
            </a:xfrm>
            <a:custGeom>
              <a:avLst/>
              <a:gdLst/>
              <a:ahLst/>
              <a:cxnLst/>
              <a:rect l="l" t="t" r="r" b="b"/>
              <a:pathLst>
                <a:path w="12035" h="26059" extrusionOk="0">
                  <a:moveTo>
                    <a:pt x="5739" y="1"/>
                  </a:moveTo>
                  <a:lnTo>
                    <a:pt x="1" y="630"/>
                  </a:lnTo>
                  <a:lnTo>
                    <a:pt x="5285" y="26059"/>
                  </a:lnTo>
                  <a:lnTo>
                    <a:pt x="12034" y="26059"/>
                  </a:lnTo>
                  <a:lnTo>
                    <a:pt x="5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flipH="1">
              <a:off x="10099294" y="2659588"/>
              <a:ext cx="256574" cy="237024"/>
            </a:xfrm>
            <a:custGeom>
              <a:avLst/>
              <a:gdLst/>
              <a:ahLst/>
              <a:cxnLst/>
              <a:rect l="l" t="t" r="r" b="b"/>
              <a:pathLst>
                <a:path w="3281" h="3031" extrusionOk="0">
                  <a:moveTo>
                    <a:pt x="2548" y="0"/>
                  </a:moveTo>
                  <a:lnTo>
                    <a:pt x="1" y="469"/>
                  </a:lnTo>
                  <a:lnTo>
                    <a:pt x="586" y="3030"/>
                  </a:lnTo>
                  <a:lnTo>
                    <a:pt x="3280" y="469"/>
                  </a:lnTo>
                  <a:lnTo>
                    <a:pt x="25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flipH="1">
              <a:off x="10256163" y="2681328"/>
              <a:ext cx="41290" cy="232489"/>
            </a:xfrm>
            <a:custGeom>
              <a:avLst/>
              <a:gdLst/>
              <a:ahLst/>
              <a:cxnLst/>
              <a:rect l="l" t="t" r="r" b="b"/>
              <a:pathLst>
                <a:path w="528" h="2973" extrusionOk="0">
                  <a:moveTo>
                    <a:pt x="15" y="0"/>
                  </a:moveTo>
                  <a:cubicBezTo>
                    <a:pt x="1" y="0"/>
                    <a:pt x="15" y="191"/>
                    <a:pt x="74" y="454"/>
                  </a:cubicBezTo>
                  <a:cubicBezTo>
                    <a:pt x="132" y="732"/>
                    <a:pt x="191" y="1113"/>
                    <a:pt x="279" y="1537"/>
                  </a:cubicBezTo>
                  <a:cubicBezTo>
                    <a:pt x="337" y="1742"/>
                    <a:pt x="366" y="1947"/>
                    <a:pt x="410" y="2123"/>
                  </a:cubicBezTo>
                  <a:cubicBezTo>
                    <a:pt x="440" y="2313"/>
                    <a:pt x="454" y="2474"/>
                    <a:pt x="440" y="2606"/>
                  </a:cubicBezTo>
                  <a:cubicBezTo>
                    <a:pt x="410" y="2752"/>
                    <a:pt x="381" y="2855"/>
                    <a:pt x="337" y="2899"/>
                  </a:cubicBezTo>
                  <a:cubicBezTo>
                    <a:pt x="279" y="2928"/>
                    <a:pt x="220" y="2914"/>
                    <a:pt x="220" y="2928"/>
                  </a:cubicBezTo>
                  <a:cubicBezTo>
                    <a:pt x="220" y="2943"/>
                    <a:pt x="235" y="2943"/>
                    <a:pt x="264" y="2972"/>
                  </a:cubicBezTo>
                  <a:cubicBezTo>
                    <a:pt x="279" y="2972"/>
                    <a:pt x="308" y="2972"/>
                    <a:pt x="352" y="2943"/>
                  </a:cubicBezTo>
                  <a:cubicBezTo>
                    <a:pt x="440" y="2884"/>
                    <a:pt x="454" y="2767"/>
                    <a:pt x="498" y="2635"/>
                  </a:cubicBezTo>
                  <a:cubicBezTo>
                    <a:pt x="528" y="2489"/>
                    <a:pt x="513" y="2313"/>
                    <a:pt x="484" y="2123"/>
                  </a:cubicBezTo>
                  <a:lnTo>
                    <a:pt x="366" y="1523"/>
                  </a:lnTo>
                  <a:cubicBezTo>
                    <a:pt x="293" y="1098"/>
                    <a:pt x="205" y="718"/>
                    <a:pt x="147" y="439"/>
                  </a:cubicBezTo>
                  <a:cubicBezTo>
                    <a:pt x="74" y="161"/>
                    <a:pt x="44" y="0"/>
                    <a:pt x="15"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flipH="1">
              <a:off x="10213779" y="2692745"/>
              <a:ext cx="137476" cy="485466"/>
            </a:xfrm>
            <a:custGeom>
              <a:avLst/>
              <a:gdLst/>
              <a:ahLst/>
              <a:cxnLst/>
              <a:rect l="l" t="t" r="r" b="b"/>
              <a:pathLst>
                <a:path w="1758" h="6208" extrusionOk="0">
                  <a:moveTo>
                    <a:pt x="0" y="1"/>
                  </a:moveTo>
                  <a:cubicBezTo>
                    <a:pt x="0" y="15"/>
                    <a:pt x="15" y="88"/>
                    <a:pt x="44" y="250"/>
                  </a:cubicBezTo>
                  <a:cubicBezTo>
                    <a:pt x="88" y="425"/>
                    <a:pt x="161" y="645"/>
                    <a:pt x="235" y="908"/>
                  </a:cubicBezTo>
                  <a:cubicBezTo>
                    <a:pt x="396" y="1494"/>
                    <a:pt x="615" y="2270"/>
                    <a:pt x="850" y="3104"/>
                  </a:cubicBezTo>
                  <a:cubicBezTo>
                    <a:pt x="1098" y="3953"/>
                    <a:pt x="1318" y="4729"/>
                    <a:pt x="1479" y="5300"/>
                  </a:cubicBezTo>
                  <a:cubicBezTo>
                    <a:pt x="1552" y="5564"/>
                    <a:pt x="1611" y="5783"/>
                    <a:pt x="1655" y="5974"/>
                  </a:cubicBezTo>
                  <a:cubicBezTo>
                    <a:pt x="1699" y="6120"/>
                    <a:pt x="1728" y="6208"/>
                    <a:pt x="1728" y="6208"/>
                  </a:cubicBezTo>
                  <a:cubicBezTo>
                    <a:pt x="1757" y="6208"/>
                    <a:pt x="1728" y="6120"/>
                    <a:pt x="1713" y="5988"/>
                  </a:cubicBezTo>
                  <a:cubicBezTo>
                    <a:pt x="1684" y="5827"/>
                    <a:pt x="1625" y="5608"/>
                    <a:pt x="1552" y="5315"/>
                  </a:cubicBezTo>
                  <a:cubicBezTo>
                    <a:pt x="1406" y="4744"/>
                    <a:pt x="1201" y="3953"/>
                    <a:pt x="967" y="3090"/>
                  </a:cubicBezTo>
                  <a:cubicBezTo>
                    <a:pt x="732" y="2240"/>
                    <a:pt x="484" y="1450"/>
                    <a:pt x="308" y="894"/>
                  </a:cubicBezTo>
                  <a:cubicBezTo>
                    <a:pt x="220" y="630"/>
                    <a:pt x="147" y="381"/>
                    <a:pt x="88" y="235"/>
                  </a:cubicBezTo>
                  <a:cubicBezTo>
                    <a:pt x="30" y="89"/>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5"/>
            <p:cNvSpPr/>
            <p:nvPr/>
          </p:nvSpPr>
          <p:spPr>
            <a:xfrm flipH="1">
              <a:off x="10313404" y="2748814"/>
              <a:ext cx="400775" cy="1977209"/>
            </a:xfrm>
            <a:custGeom>
              <a:avLst/>
              <a:gdLst/>
              <a:ahLst/>
              <a:cxnLst/>
              <a:rect l="l" t="t" r="r" b="b"/>
              <a:pathLst>
                <a:path w="5125" h="25284" extrusionOk="0">
                  <a:moveTo>
                    <a:pt x="1" y="1"/>
                  </a:moveTo>
                  <a:lnTo>
                    <a:pt x="1" y="74"/>
                  </a:lnTo>
                  <a:cubicBezTo>
                    <a:pt x="30" y="118"/>
                    <a:pt x="30" y="191"/>
                    <a:pt x="45" y="264"/>
                  </a:cubicBezTo>
                  <a:cubicBezTo>
                    <a:pt x="74" y="455"/>
                    <a:pt x="118" y="718"/>
                    <a:pt x="176" y="1026"/>
                  </a:cubicBezTo>
                  <a:cubicBezTo>
                    <a:pt x="279" y="1655"/>
                    <a:pt x="440" y="2592"/>
                    <a:pt x="645" y="3749"/>
                  </a:cubicBezTo>
                  <a:cubicBezTo>
                    <a:pt x="1055" y="6047"/>
                    <a:pt x="1655" y="9224"/>
                    <a:pt x="2343" y="12708"/>
                  </a:cubicBezTo>
                  <a:cubicBezTo>
                    <a:pt x="3060" y="16192"/>
                    <a:pt x="3734" y="19354"/>
                    <a:pt x="4246" y="21624"/>
                  </a:cubicBezTo>
                  <a:cubicBezTo>
                    <a:pt x="4510" y="22765"/>
                    <a:pt x="4729" y="23673"/>
                    <a:pt x="4876" y="24317"/>
                  </a:cubicBezTo>
                  <a:cubicBezTo>
                    <a:pt x="4883" y="24344"/>
                    <a:pt x="4891" y="24371"/>
                    <a:pt x="4898" y="24398"/>
                  </a:cubicBezTo>
                  <a:lnTo>
                    <a:pt x="4898" y="24398"/>
                  </a:lnTo>
                  <a:cubicBezTo>
                    <a:pt x="4891" y="24367"/>
                    <a:pt x="4883" y="24335"/>
                    <a:pt x="4876" y="24303"/>
                  </a:cubicBezTo>
                  <a:cubicBezTo>
                    <a:pt x="4744" y="23644"/>
                    <a:pt x="4539" y="22722"/>
                    <a:pt x="4290" y="21594"/>
                  </a:cubicBezTo>
                  <a:cubicBezTo>
                    <a:pt x="3792" y="19296"/>
                    <a:pt x="3119" y="16148"/>
                    <a:pt x="2416" y="12664"/>
                  </a:cubicBezTo>
                  <a:cubicBezTo>
                    <a:pt x="1728" y="9180"/>
                    <a:pt x="1128" y="6003"/>
                    <a:pt x="703" y="3705"/>
                  </a:cubicBezTo>
                  <a:cubicBezTo>
                    <a:pt x="498" y="2563"/>
                    <a:pt x="323" y="1626"/>
                    <a:pt x="206" y="982"/>
                  </a:cubicBezTo>
                  <a:cubicBezTo>
                    <a:pt x="132" y="674"/>
                    <a:pt x="103" y="440"/>
                    <a:pt x="59" y="250"/>
                  </a:cubicBezTo>
                  <a:cubicBezTo>
                    <a:pt x="45" y="177"/>
                    <a:pt x="45" y="118"/>
                    <a:pt x="30" y="74"/>
                  </a:cubicBezTo>
                  <a:cubicBezTo>
                    <a:pt x="1" y="16"/>
                    <a:pt x="1" y="1"/>
                    <a:pt x="1" y="1"/>
                  </a:cubicBezTo>
                  <a:close/>
                  <a:moveTo>
                    <a:pt x="4898" y="24398"/>
                  </a:moveTo>
                  <a:lnTo>
                    <a:pt x="4898" y="24398"/>
                  </a:lnTo>
                  <a:cubicBezTo>
                    <a:pt x="4961" y="24662"/>
                    <a:pt x="5011" y="24877"/>
                    <a:pt x="5037" y="25035"/>
                  </a:cubicBezTo>
                  <a:cubicBezTo>
                    <a:pt x="5051" y="25108"/>
                    <a:pt x="5081" y="25181"/>
                    <a:pt x="5081" y="25210"/>
                  </a:cubicBezTo>
                  <a:cubicBezTo>
                    <a:pt x="5125" y="25254"/>
                    <a:pt x="5125" y="25283"/>
                    <a:pt x="5125" y="25283"/>
                  </a:cubicBezTo>
                  <a:lnTo>
                    <a:pt x="5125" y="25283"/>
                  </a:lnTo>
                  <a:cubicBezTo>
                    <a:pt x="5125" y="25283"/>
                    <a:pt x="5125" y="25269"/>
                    <a:pt x="5110" y="25239"/>
                  </a:cubicBezTo>
                  <a:cubicBezTo>
                    <a:pt x="5095" y="25181"/>
                    <a:pt x="5066" y="25122"/>
                    <a:pt x="5051" y="25049"/>
                  </a:cubicBezTo>
                  <a:cubicBezTo>
                    <a:pt x="5025" y="24902"/>
                    <a:pt x="4974" y="24670"/>
                    <a:pt x="4898" y="2439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flipH="1">
              <a:off x="9904734" y="3923453"/>
              <a:ext cx="128248" cy="596510"/>
            </a:xfrm>
            <a:custGeom>
              <a:avLst/>
              <a:gdLst/>
              <a:ahLst/>
              <a:cxnLst/>
              <a:rect l="l" t="t" r="r" b="b"/>
              <a:pathLst>
                <a:path w="1640" h="7628" extrusionOk="0">
                  <a:moveTo>
                    <a:pt x="30" y="0"/>
                  </a:moveTo>
                  <a:lnTo>
                    <a:pt x="30" y="0"/>
                  </a:lnTo>
                  <a:cubicBezTo>
                    <a:pt x="0" y="15"/>
                    <a:pt x="337" y="1728"/>
                    <a:pt x="776" y="3821"/>
                  </a:cubicBezTo>
                  <a:cubicBezTo>
                    <a:pt x="1215" y="5929"/>
                    <a:pt x="1596" y="7627"/>
                    <a:pt x="1611" y="7627"/>
                  </a:cubicBezTo>
                  <a:cubicBezTo>
                    <a:pt x="1640" y="7627"/>
                    <a:pt x="1303" y="5929"/>
                    <a:pt x="864" y="3806"/>
                  </a:cubicBezTo>
                  <a:cubicBezTo>
                    <a:pt x="425" y="1698"/>
                    <a:pt x="44" y="0"/>
                    <a:pt x="30" y="0"/>
                  </a:cubicBezTo>
                  <a:close/>
                </a:path>
              </a:pathLst>
            </a:custGeom>
            <a:solidFill>
              <a:srgbClr val="2D6A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flipH="1">
              <a:off x="9786807" y="3069433"/>
              <a:ext cx="454577" cy="974294"/>
            </a:xfrm>
            <a:custGeom>
              <a:avLst/>
              <a:gdLst/>
              <a:ahLst/>
              <a:cxnLst/>
              <a:rect l="l" t="t" r="r" b="b"/>
              <a:pathLst>
                <a:path w="5813" h="12459" extrusionOk="0">
                  <a:moveTo>
                    <a:pt x="1" y="0"/>
                  </a:moveTo>
                  <a:lnTo>
                    <a:pt x="103" y="103"/>
                  </a:lnTo>
                  <a:cubicBezTo>
                    <a:pt x="206" y="176"/>
                    <a:pt x="323" y="264"/>
                    <a:pt x="469" y="381"/>
                  </a:cubicBezTo>
                  <a:cubicBezTo>
                    <a:pt x="806" y="615"/>
                    <a:pt x="1260" y="966"/>
                    <a:pt x="1831" y="1391"/>
                  </a:cubicBezTo>
                  <a:cubicBezTo>
                    <a:pt x="2416" y="1801"/>
                    <a:pt x="3090" y="2298"/>
                    <a:pt x="3836" y="2869"/>
                  </a:cubicBezTo>
                  <a:cubicBezTo>
                    <a:pt x="4041" y="3001"/>
                    <a:pt x="4232" y="3148"/>
                    <a:pt x="4422" y="3294"/>
                  </a:cubicBezTo>
                  <a:cubicBezTo>
                    <a:pt x="4612" y="3440"/>
                    <a:pt x="4832" y="3587"/>
                    <a:pt x="5008" y="3748"/>
                  </a:cubicBezTo>
                  <a:cubicBezTo>
                    <a:pt x="5212" y="3909"/>
                    <a:pt x="5403" y="4099"/>
                    <a:pt x="5520" y="4319"/>
                  </a:cubicBezTo>
                  <a:cubicBezTo>
                    <a:pt x="5652" y="4538"/>
                    <a:pt x="5725" y="4787"/>
                    <a:pt x="5725" y="5051"/>
                  </a:cubicBezTo>
                  <a:cubicBezTo>
                    <a:pt x="5725" y="5578"/>
                    <a:pt x="5505" y="6075"/>
                    <a:pt x="5344" y="6544"/>
                  </a:cubicBezTo>
                  <a:cubicBezTo>
                    <a:pt x="5154" y="7042"/>
                    <a:pt x="4993" y="7495"/>
                    <a:pt x="4832" y="7935"/>
                  </a:cubicBezTo>
                  <a:cubicBezTo>
                    <a:pt x="4495" y="8813"/>
                    <a:pt x="4202" y="9604"/>
                    <a:pt x="3968" y="10277"/>
                  </a:cubicBezTo>
                  <a:cubicBezTo>
                    <a:pt x="3734" y="10965"/>
                    <a:pt x="3529" y="11492"/>
                    <a:pt x="3397" y="11873"/>
                  </a:cubicBezTo>
                  <a:cubicBezTo>
                    <a:pt x="3353" y="12063"/>
                    <a:pt x="3295" y="12195"/>
                    <a:pt x="3251" y="12312"/>
                  </a:cubicBezTo>
                  <a:cubicBezTo>
                    <a:pt x="3222" y="12400"/>
                    <a:pt x="3207" y="12458"/>
                    <a:pt x="3207" y="12458"/>
                  </a:cubicBezTo>
                  <a:cubicBezTo>
                    <a:pt x="3222" y="12458"/>
                    <a:pt x="3236" y="12400"/>
                    <a:pt x="3280" y="12312"/>
                  </a:cubicBezTo>
                  <a:cubicBezTo>
                    <a:pt x="3309" y="12224"/>
                    <a:pt x="3368" y="12078"/>
                    <a:pt x="3441" y="11887"/>
                  </a:cubicBezTo>
                  <a:cubicBezTo>
                    <a:pt x="3588" y="11507"/>
                    <a:pt x="3792" y="10980"/>
                    <a:pt x="4041" y="10321"/>
                  </a:cubicBezTo>
                  <a:cubicBezTo>
                    <a:pt x="4305" y="9647"/>
                    <a:pt x="4598" y="8857"/>
                    <a:pt x="4920" y="7979"/>
                  </a:cubicBezTo>
                  <a:cubicBezTo>
                    <a:pt x="5081" y="7525"/>
                    <a:pt x="5256" y="7056"/>
                    <a:pt x="5432" y="6588"/>
                  </a:cubicBezTo>
                  <a:cubicBezTo>
                    <a:pt x="5593" y="6105"/>
                    <a:pt x="5813" y="5622"/>
                    <a:pt x="5813" y="5051"/>
                  </a:cubicBezTo>
                  <a:cubicBezTo>
                    <a:pt x="5813" y="4773"/>
                    <a:pt x="5740" y="4494"/>
                    <a:pt x="5593" y="4260"/>
                  </a:cubicBezTo>
                  <a:cubicBezTo>
                    <a:pt x="5447" y="4041"/>
                    <a:pt x="5271" y="3836"/>
                    <a:pt x="5066" y="3675"/>
                  </a:cubicBezTo>
                  <a:cubicBezTo>
                    <a:pt x="4861" y="3514"/>
                    <a:pt x="4671" y="3367"/>
                    <a:pt x="4466" y="3221"/>
                  </a:cubicBezTo>
                  <a:cubicBezTo>
                    <a:pt x="4261" y="3074"/>
                    <a:pt x="4056" y="2943"/>
                    <a:pt x="3880" y="2796"/>
                  </a:cubicBezTo>
                  <a:cubicBezTo>
                    <a:pt x="3134" y="2255"/>
                    <a:pt x="2446" y="1757"/>
                    <a:pt x="1860" y="1332"/>
                  </a:cubicBezTo>
                  <a:cubicBezTo>
                    <a:pt x="1274" y="908"/>
                    <a:pt x="821" y="586"/>
                    <a:pt x="499" y="351"/>
                  </a:cubicBezTo>
                  <a:cubicBezTo>
                    <a:pt x="352" y="234"/>
                    <a:pt x="220" y="161"/>
                    <a:pt x="133" y="88"/>
                  </a:cubicBezTo>
                  <a:cubicBezTo>
                    <a:pt x="45" y="15"/>
                    <a:pt x="1"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flipH="1">
              <a:off x="8936226" y="2352732"/>
              <a:ext cx="1159706" cy="95091"/>
            </a:xfrm>
            <a:custGeom>
              <a:avLst/>
              <a:gdLst/>
              <a:ahLst/>
              <a:cxnLst/>
              <a:rect l="l" t="t" r="r" b="b"/>
              <a:pathLst>
                <a:path w="14830" h="1216" extrusionOk="0">
                  <a:moveTo>
                    <a:pt x="0" y="1"/>
                  </a:moveTo>
                  <a:lnTo>
                    <a:pt x="0" y="1216"/>
                  </a:lnTo>
                  <a:lnTo>
                    <a:pt x="14830" y="1216"/>
                  </a:lnTo>
                  <a:lnTo>
                    <a:pt x="148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flipH="1">
              <a:off x="9106784" y="2440863"/>
              <a:ext cx="90477" cy="2433975"/>
            </a:xfrm>
            <a:custGeom>
              <a:avLst/>
              <a:gdLst/>
              <a:ahLst/>
              <a:cxnLst/>
              <a:rect l="l" t="t" r="r" b="b"/>
              <a:pathLst>
                <a:path w="1157" h="31125" extrusionOk="0">
                  <a:moveTo>
                    <a:pt x="0" y="1"/>
                  </a:moveTo>
                  <a:lnTo>
                    <a:pt x="0" y="31125"/>
                  </a:lnTo>
                  <a:lnTo>
                    <a:pt x="556" y="31125"/>
                  </a:lnTo>
                  <a:lnTo>
                    <a:pt x="1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flipH="1">
              <a:off x="9817697" y="2432887"/>
              <a:ext cx="90556" cy="2451101"/>
            </a:xfrm>
            <a:custGeom>
              <a:avLst/>
              <a:gdLst/>
              <a:ahLst/>
              <a:cxnLst/>
              <a:rect l="l" t="t" r="r" b="b"/>
              <a:pathLst>
                <a:path w="1158" h="31344" extrusionOk="0">
                  <a:moveTo>
                    <a:pt x="1" y="0"/>
                  </a:moveTo>
                  <a:lnTo>
                    <a:pt x="1" y="31344"/>
                  </a:lnTo>
                  <a:lnTo>
                    <a:pt x="557" y="31344"/>
                  </a:lnTo>
                  <a:lnTo>
                    <a:pt x="1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flipH="1">
              <a:off x="9197181" y="3357912"/>
              <a:ext cx="640067" cy="51534"/>
            </a:xfrm>
            <a:custGeom>
              <a:avLst/>
              <a:gdLst/>
              <a:ahLst/>
              <a:cxnLst/>
              <a:rect l="l" t="t" r="r" b="b"/>
              <a:pathLst>
                <a:path w="8185" h="659" extrusionOk="0">
                  <a:moveTo>
                    <a:pt x="1" y="0"/>
                  </a:moveTo>
                  <a:lnTo>
                    <a:pt x="1" y="659"/>
                  </a:lnTo>
                  <a:lnTo>
                    <a:pt x="8184" y="659"/>
                  </a:lnTo>
                  <a:lnTo>
                    <a:pt x="8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flipH="1">
              <a:off x="10337412" y="1455233"/>
              <a:ext cx="281755" cy="419152"/>
            </a:xfrm>
            <a:custGeom>
              <a:avLst/>
              <a:gdLst/>
              <a:ahLst/>
              <a:cxnLst/>
              <a:rect l="l" t="t" r="r" b="b"/>
              <a:pathLst>
                <a:path w="3603" h="5360" extrusionOk="0">
                  <a:moveTo>
                    <a:pt x="294" y="0"/>
                  </a:moveTo>
                  <a:cubicBezTo>
                    <a:pt x="294" y="0"/>
                    <a:pt x="294" y="30"/>
                    <a:pt x="279" y="103"/>
                  </a:cubicBezTo>
                  <a:cubicBezTo>
                    <a:pt x="250" y="176"/>
                    <a:pt x="235" y="278"/>
                    <a:pt x="220" y="396"/>
                  </a:cubicBezTo>
                  <a:cubicBezTo>
                    <a:pt x="176" y="659"/>
                    <a:pt x="103" y="1040"/>
                    <a:pt x="74" y="1494"/>
                  </a:cubicBezTo>
                  <a:cubicBezTo>
                    <a:pt x="30" y="1977"/>
                    <a:pt x="1" y="2518"/>
                    <a:pt x="74" y="3148"/>
                  </a:cubicBezTo>
                  <a:cubicBezTo>
                    <a:pt x="103" y="3455"/>
                    <a:pt x="162" y="3763"/>
                    <a:pt x="279" y="4099"/>
                  </a:cubicBezTo>
                  <a:cubicBezTo>
                    <a:pt x="367" y="4407"/>
                    <a:pt x="528" y="4744"/>
                    <a:pt x="806" y="4992"/>
                  </a:cubicBezTo>
                  <a:cubicBezTo>
                    <a:pt x="1069" y="5241"/>
                    <a:pt x="1410" y="5360"/>
                    <a:pt x="1731" y="5360"/>
                  </a:cubicBezTo>
                  <a:cubicBezTo>
                    <a:pt x="1749" y="5360"/>
                    <a:pt x="1768" y="5359"/>
                    <a:pt x="1787" y="5358"/>
                  </a:cubicBezTo>
                  <a:cubicBezTo>
                    <a:pt x="2138" y="5344"/>
                    <a:pt x="2446" y="5227"/>
                    <a:pt x="2724" y="5066"/>
                  </a:cubicBezTo>
                  <a:cubicBezTo>
                    <a:pt x="3002" y="4905"/>
                    <a:pt x="3207" y="4656"/>
                    <a:pt x="3324" y="4407"/>
                  </a:cubicBezTo>
                  <a:cubicBezTo>
                    <a:pt x="3456" y="4173"/>
                    <a:pt x="3529" y="3909"/>
                    <a:pt x="3544" y="3675"/>
                  </a:cubicBezTo>
                  <a:cubicBezTo>
                    <a:pt x="3602" y="3192"/>
                    <a:pt x="3514" y="2811"/>
                    <a:pt x="3426" y="2577"/>
                  </a:cubicBezTo>
                  <a:cubicBezTo>
                    <a:pt x="3383" y="2445"/>
                    <a:pt x="3353" y="2357"/>
                    <a:pt x="3309" y="2299"/>
                  </a:cubicBezTo>
                  <a:cubicBezTo>
                    <a:pt x="3280" y="2255"/>
                    <a:pt x="3251" y="2211"/>
                    <a:pt x="3251" y="2211"/>
                  </a:cubicBezTo>
                  <a:lnTo>
                    <a:pt x="3251" y="2211"/>
                  </a:lnTo>
                  <a:cubicBezTo>
                    <a:pt x="3236" y="2211"/>
                    <a:pt x="3309" y="2343"/>
                    <a:pt x="3397" y="2577"/>
                  </a:cubicBezTo>
                  <a:cubicBezTo>
                    <a:pt x="3470" y="2811"/>
                    <a:pt x="3544" y="3206"/>
                    <a:pt x="3485" y="3660"/>
                  </a:cubicBezTo>
                  <a:cubicBezTo>
                    <a:pt x="3441" y="4114"/>
                    <a:pt x="3192" y="4670"/>
                    <a:pt x="2680" y="4992"/>
                  </a:cubicBezTo>
                  <a:cubicBezTo>
                    <a:pt x="2431" y="5153"/>
                    <a:pt x="2124" y="5271"/>
                    <a:pt x="1787" y="5271"/>
                  </a:cubicBezTo>
                  <a:cubicBezTo>
                    <a:pt x="1465" y="5271"/>
                    <a:pt x="1128" y="5153"/>
                    <a:pt x="879" y="4919"/>
                  </a:cubicBezTo>
                  <a:cubicBezTo>
                    <a:pt x="616" y="4685"/>
                    <a:pt x="469" y="4378"/>
                    <a:pt x="367" y="4055"/>
                  </a:cubicBezTo>
                  <a:cubicBezTo>
                    <a:pt x="279" y="3748"/>
                    <a:pt x="206" y="3441"/>
                    <a:pt x="162" y="3133"/>
                  </a:cubicBezTo>
                  <a:cubicBezTo>
                    <a:pt x="89" y="2518"/>
                    <a:pt x="103" y="1962"/>
                    <a:pt x="147" y="1494"/>
                  </a:cubicBezTo>
                  <a:cubicBezTo>
                    <a:pt x="176" y="1040"/>
                    <a:pt x="220" y="659"/>
                    <a:pt x="250" y="396"/>
                  </a:cubicBezTo>
                  <a:cubicBezTo>
                    <a:pt x="279" y="293"/>
                    <a:pt x="279" y="176"/>
                    <a:pt x="294" y="103"/>
                  </a:cubicBezTo>
                  <a:lnTo>
                    <a:pt x="2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flipH="1">
              <a:off x="10073018" y="1863905"/>
              <a:ext cx="389280" cy="504546"/>
            </a:xfrm>
            <a:custGeom>
              <a:avLst/>
              <a:gdLst/>
              <a:ahLst/>
              <a:cxnLst/>
              <a:rect l="l" t="t" r="r" b="b"/>
              <a:pathLst>
                <a:path w="4978" h="6452" extrusionOk="0">
                  <a:moveTo>
                    <a:pt x="516" y="2734"/>
                  </a:moveTo>
                  <a:cubicBezTo>
                    <a:pt x="535" y="2734"/>
                    <a:pt x="553" y="2735"/>
                    <a:pt x="571" y="2738"/>
                  </a:cubicBezTo>
                  <a:cubicBezTo>
                    <a:pt x="626" y="2742"/>
                    <a:pt x="678" y="2757"/>
                    <a:pt x="727" y="2781"/>
                  </a:cubicBezTo>
                  <a:lnTo>
                    <a:pt x="727" y="2781"/>
                  </a:lnTo>
                  <a:cubicBezTo>
                    <a:pt x="729" y="2894"/>
                    <a:pt x="723" y="3010"/>
                    <a:pt x="703" y="3119"/>
                  </a:cubicBezTo>
                  <a:cubicBezTo>
                    <a:pt x="688" y="3192"/>
                    <a:pt x="645" y="3265"/>
                    <a:pt x="586" y="3324"/>
                  </a:cubicBezTo>
                  <a:cubicBezTo>
                    <a:pt x="530" y="3346"/>
                    <a:pt x="474" y="3377"/>
                    <a:pt x="417" y="3377"/>
                  </a:cubicBezTo>
                  <a:cubicBezTo>
                    <a:pt x="400" y="3377"/>
                    <a:pt x="383" y="3375"/>
                    <a:pt x="366" y="3368"/>
                  </a:cubicBezTo>
                  <a:cubicBezTo>
                    <a:pt x="220" y="3338"/>
                    <a:pt x="103" y="3148"/>
                    <a:pt x="147" y="2987"/>
                  </a:cubicBezTo>
                  <a:cubicBezTo>
                    <a:pt x="199" y="2843"/>
                    <a:pt x="358" y="2734"/>
                    <a:pt x="516" y="2734"/>
                  </a:cubicBezTo>
                  <a:close/>
                  <a:moveTo>
                    <a:pt x="147" y="1"/>
                  </a:moveTo>
                  <a:cubicBezTo>
                    <a:pt x="147" y="30"/>
                    <a:pt x="176" y="59"/>
                    <a:pt x="191" y="132"/>
                  </a:cubicBezTo>
                  <a:cubicBezTo>
                    <a:pt x="205" y="206"/>
                    <a:pt x="249" y="323"/>
                    <a:pt x="293" y="469"/>
                  </a:cubicBezTo>
                  <a:cubicBezTo>
                    <a:pt x="396" y="762"/>
                    <a:pt x="513" y="1172"/>
                    <a:pt x="615" y="1728"/>
                  </a:cubicBezTo>
                  <a:cubicBezTo>
                    <a:pt x="659" y="2006"/>
                    <a:pt x="703" y="2299"/>
                    <a:pt x="718" y="2621"/>
                  </a:cubicBezTo>
                  <a:cubicBezTo>
                    <a:pt x="720" y="2647"/>
                    <a:pt x="722" y="2673"/>
                    <a:pt x="724" y="2699"/>
                  </a:cubicBezTo>
                  <a:lnTo>
                    <a:pt x="724" y="2699"/>
                  </a:lnTo>
                  <a:cubicBezTo>
                    <a:pt x="675" y="2680"/>
                    <a:pt x="624" y="2669"/>
                    <a:pt x="571" y="2665"/>
                  </a:cubicBezTo>
                  <a:cubicBezTo>
                    <a:pt x="551" y="2662"/>
                    <a:pt x="529" y="2661"/>
                    <a:pt x="508" y="2661"/>
                  </a:cubicBezTo>
                  <a:cubicBezTo>
                    <a:pt x="320" y="2661"/>
                    <a:pt x="125" y="2775"/>
                    <a:pt x="59" y="2972"/>
                  </a:cubicBezTo>
                  <a:cubicBezTo>
                    <a:pt x="0" y="3192"/>
                    <a:pt x="147" y="3412"/>
                    <a:pt x="352" y="3470"/>
                  </a:cubicBezTo>
                  <a:cubicBezTo>
                    <a:pt x="367" y="3472"/>
                    <a:pt x="382" y="3473"/>
                    <a:pt x="396" y="3473"/>
                  </a:cubicBezTo>
                  <a:cubicBezTo>
                    <a:pt x="495" y="3473"/>
                    <a:pt x="581" y="3431"/>
                    <a:pt x="645" y="3368"/>
                  </a:cubicBezTo>
                  <a:cubicBezTo>
                    <a:pt x="718" y="3295"/>
                    <a:pt x="762" y="3207"/>
                    <a:pt x="776" y="3119"/>
                  </a:cubicBezTo>
                  <a:cubicBezTo>
                    <a:pt x="808" y="3016"/>
                    <a:pt x="814" y="2921"/>
                    <a:pt x="810" y="2830"/>
                  </a:cubicBezTo>
                  <a:lnTo>
                    <a:pt x="810" y="2830"/>
                  </a:lnTo>
                  <a:cubicBezTo>
                    <a:pt x="894" y="2890"/>
                    <a:pt x="963" y="2973"/>
                    <a:pt x="1011" y="3060"/>
                  </a:cubicBezTo>
                  <a:cubicBezTo>
                    <a:pt x="1098" y="3251"/>
                    <a:pt x="1128" y="3441"/>
                    <a:pt x="1098" y="3646"/>
                  </a:cubicBezTo>
                  <a:cubicBezTo>
                    <a:pt x="1069" y="4056"/>
                    <a:pt x="879" y="4451"/>
                    <a:pt x="923" y="4876"/>
                  </a:cubicBezTo>
                  <a:cubicBezTo>
                    <a:pt x="937" y="5300"/>
                    <a:pt x="1142" y="5666"/>
                    <a:pt x="1391" y="5930"/>
                  </a:cubicBezTo>
                  <a:cubicBezTo>
                    <a:pt x="1669" y="6208"/>
                    <a:pt x="2006" y="6398"/>
                    <a:pt x="2328" y="6427"/>
                  </a:cubicBezTo>
                  <a:cubicBezTo>
                    <a:pt x="2424" y="6444"/>
                    <a:pt x="2518" y="6451"/>
                    <a:pt x="2610" y="6451"/>
                  </a:cubicBezTo>
                  <a:cubicBezTo>
                    <a:pt x="2838" y="6451"/>
                    <a:pt x="3052" y="6406"/>
                    <a:pt x="3250" y="6354"/>
                  </a:cubicBezTo>
                  <a:cubicBezTo>
                    <a:pt x="3499" y="6281"/>
                    <a:pt x="3733" y="6193"/>
                    <a:pt x="3953" y="6135"/>
                  </a:cubicBezTo>
                  <a:cubicBezTo>
                    <a:pt x="4173" y="6076"/>
                    <a:pt x="4363" y="6032"/>
                    <a:pt x="4509" y="6003"/>
                  </a:cubicBezTo>
                  <a:cubicBezTo>
                    <a:pt x="4623" y="5992"/>
                    <a:pt x="4717" y="5989"/>
                    <a:pt x="4789" y="5989"/>
                  </a:cubicBezTo>
                  <a:cubicBezTo>
                    <a:pt x="4869" y="5989"/>
                    <a:pt x="4924" y="5993"/>
                    <a:pt x="4953" y="5993"/>
                  </a:cubicBezTo>
                  <a:cubicBezTo>
                    <a:pt x="4970" y="5993"/>
                    <a:pt x="4978" y="5992"/>
                    <a:pt x="4978" y="5988"/>
                  </a:cubicBezTo>
                  <a:cubicBezTo>
                    <a:pt x="4978" y="5988"/>
                    <a:pt x="4865" y="5969"/>
                    <a:pt x="4641" y="5969"/>
                  </a:cubicBezTo>
                  <a:cubicBezTo>
                    <a:pt x="4584" y="5969"/>
                    <a:pt x="4521" y="5971"/>
                    <a:pt x="4451" y="5974"/>
                  </a:cubicBezTo>
                  <a:cubicBezTo>
                    <a:pt x="4304" y="5988"/>
                    <a:pt x="4114" y="6032"/>
                    <a:pt x="3895" y="6076"/>
                  </a:cubicBezTo>
                  <a:cubicBezTo>
                    <a:pt x="3704" y="6135"/>
                    <a:pt x="3455" y="6208"/>
                    <a:pt x="3192" y="6281"/>
                  </a:cubicBezTo>
                  <a:cubicBezTo>
                    <a:pt x="3004" y="6333"/>
                    <a:pt x="2793" y="6378"/>
                    <a:pt x="2576" y="6378"/>
                  </a:cubicBezTo>
                  <a:cubicBezTo>
                    <a:pt x="2489" y="6378"/>
                    <a:pt x="2401" y="6371"/>
                    <a:pt x="2313" y="6354"/>
                  </a:cubicBezTo>
                  <a:cubicBezTo>
                    <a:pt x="1991" y="6296"/>
                    <a:pt x="1684" y="6135"/>
                    <a:pt x="1435" y="5886"/>
                  </a:cubicBezTo>
                  <a:cubicBezTo>
                    <a:pt x="1172" y="5622"/>
                    <a:pt x="996" y="5256"/>
                    <a:pt x="967" y="4876"/>
                  </a:cubicBezTo>
                  <a:cubicBezTo>
                    <a:pt x="952" y="4495"/>
                    <a:pt x="1142" y="4100"/>
                    <a:pt x="1172" y="3661"/>
                  </a:cubicBezTo>
                  <a:cubicBezTo>
                    <a:pt x="1215" y="3441"/>
                    <a:pt x="1186" y="3221"/>
                    <a:pt x="1084" y="3031"/>
                  </a:cubicBezTo>
                  <a:cubicBezTo>
                    <a:pt x="1020" y="2912"/>
                    <a:pt x="922" y="2805"/>
                    <a:pt x="804" y="2738"/>
                  </a:cubicBezTo>
                  <a:lnTo>
                    <a:pt x="804" y="2738"/>
                  </a:lnTo>
                  <a:cubicBezTo>
                    <a:pt x="800" y="2694"/>
                    <a:pt x="795" y="2650"/>
                    <a:pt x="791" y="2606"/>
                  </a:cubicBezTo>
                  <a:cubicBezTo>
                    <a:pt x="776" y="2270"/>
                    <a:pt x="732" y="1977"/>
                    <a:pt x="688" y="1713"/>
                  </a:cubicBezTo>
                  <a:cubicBezTo>
                    <a:pt x="571" y="1172"/>
                    <a:pt x="440" y="733"/>
                    <a:pt x="337" y="440"/>
                  </a:cubicBezTo>
                  <a:cubicBezTo>
                    <a:pt x="279" y="293"/>
                    <a:pt x="249" y="191"/>
                    <a:pt x="205" y="118"/>
                  </a:cubicBezTo>
                  <a:lnTo>
                    <a:pt x="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flipH="1">
              <a:off x="9017477" y="1850142"/>
              <a:ext cx="720144" cy="496961"/>
            </a:xfrm>
            <a:custGeom>
              <a:avLst/>
              <a:gdLst/>
              <a:ahLst/>
              <a:cxnLst/>
              <a:rect l="l" t="t" r="r" b="b"/>
              <a:pathLst>
                <a:path w="9209" h="6355" extrusionOk="0">
                  <a:moveTo>
                    <a:pt x="1025" y="1"/>
                  </a:moveTo>
                  <a:lnTo>
                    <a:pt x="0" y="6355"/>
                  </a:lnTo>
                  <a:lnTo>
                    <a:pt x="7993" y="6355"/>
                  </a:lnTo>
                  <a:lnTo>
                    <a:pt x="9208" y="1026"/>
                  </a:lnTo>
                  <a:lnTo>
                    <a:pt x="10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flipH="1">
              <a:off x="9101072" y="2335606"/>
              <a:ext cx="1029268" cy="34408"/>
            </a:xfrm>
            <a:custGeom>
              <a:avLst/>
              <a:gdLst/>
              <a:ahLst/>
              <a:cxnLst/>
              <a:rect l="l" t="t" r="r" b="b"/>
              <a:pathLst>
                <a:path w="13162" h="440" extrusionOk="0">
                  <a:moveTo>
                    <a:pt x="5008" y="0"/>
                  </a:moveTo>
                  <a:lnTo>
                    <a:pt x="30" y="117"/>
                  </a:lnTo>
                  <a:lnTo>
                    <a:pt x="1" y="308"/>
                  </a:lnTo>
                  <a:lnTo>
                    <a:pt x="13103" y="439"/>
                  </a:lnTo>
                  <a:lnTo>
                    <a:pt x="13162" y="147"/>
                  </a:lnTo>
                  <a:lnTo>
                    <a:pt x="50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5"/>
            <p:cNvSpPr/>
            <p:nvPr/>
          </p:nvSpPr>
          <p:spPr>
            <a:xfrm flipH="1">
              <a:off x="9309399" y="2062924"/>
              <a:ext cx="74525" cy="102364"/>
            </a:xfrm>
            <a:custGeom>
              <a:avLst/>
              <a:gdLst/>
              <a:ahLst/>
              <a:cxnLst/>
              <a:rect l="l" t="t" r="r" b="b"/>
              <a:pathLst>
                <a:path w="953" h="1309" extrusionOk="0">
                  <a:moveTo>
                    <a:pt x="561" y="0"/>
                  </a:moveTo>
                  <a:cubicBezTo>
                    <a:pt x="339" y="0"/>
                    <a:pt x="115" y="228"/>
                    <a:pt x="74" y="574"/>
                  </a:cubicBezTo>
                  <a:cubicBezTo>
                    <a:pt x="1" y="940"/>
                    <a:pt x="118" y="1247"/>
                    <a:pt x="338" y="1306"/>
                  </a:cubicBezTo>
                  <a:cubicBezTo>
                    <a:pt x="349" y="1307"/>
                    <a:pt x="361" y="1308"/>
                    <a:pt x="373" y="1308"/>
                  </a:cubicBezTo>
                  <a:cubicBezTo>
                    <a:pt x="583" y="1308"/>
                    <a:pt x="810" y="1067"/>
                    <a:pt x="879" y="735"/>
                  </a:cubicBezTo>
                  <a:cubicBezTo>
                    <a:pt x="952" y="369"/>
                    <a:pt x="821" y="61"/>
                    <a:pt x="601" y="3"/>
                  </a:cubicBezTo>
                  <a:cubicBezTo>
                    <a:pt x="588" y="1"/>
                    <a:pt x="575" y="0"/>
                    <a:pt x="56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5"/>
            <p:cNvSpPr/>
            <p:nvPr/>
          </p:nvSpPr>
          <p:spPr>
            <a:xfrm flipH="1">
              <a:off x="9291100" y="2037196"/>
              <a:ext cx="113390" cy="153741"/>
            </a:xfrm>
            <a:custGeom>
              <a:avLst/>
              <a:gdLst/>
              <a:ahLst/>
              <a:cxnLst/>
              <a:rect l="l" t="t" r="r" b="b"/>
              <a:pathLst>
                <a:path w="1450" h="1966" extrusionOk="0">
                  <a:moveTo>
                    <a:pt x="838" y="1"/>
                  </a:moveTo>
                  <a:cubicBezTo>
                    <a:pt x="527" y="1"/>
                    <a:pt x="211" y="362"/>
                    <a:pt x="117" y="859"/>
                  </a:cubicBezTo>
                  <a:cubicBezTo>
                    <a:pt x="0" y="1415"/>
                    <a:pt x="205" y="1913"/>
                    <a:pt x="527" y="1957"/>
                  </a:cubicBezTo>
                  <a:cubicBezTo>
                    <a:pt x="554" y="1963"/>
                    <a:pt x="582" y="1966"/>
                    <a:pt x="609" y="1966"/>
                  </a:cubicBezTo>
                  <a:cubicBezTo>
                    <a:pt x="921" y="1966"/>
                    <a:pt x="1238" y="1592"/>
                    <a:pt x="1332" y="1108"/>
                  </a:cubicBezTo>
                  <a:cubicBezTo>
                    <a:pt x="1450" y="551"/>
                    <a:pt x="1245" y="54"/>
                    <a:pt x="923" y="10"/>
                  </a:cubicBezTo>
                  <a:cubicBezTo>
                    <a:pt x="895" y="4"/>
                    <a:pt x="867" y="1"/>
                    <a:pt x="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flipH="1">
              <a:off x="10577877" y="1410581"/>
              <a:ext cx="18377" cy="44730"/>
            </a:xfrm>
            <a:custGeom>
              <a:avLst/>
              <a:gdLst/>
              <a:ahLst/>
              <a:cxnLst/>
              <a:rect l="l" t="t" r="r" b="b"/>
              <a:pathLst>
                <a:path w="235" h="572" extrusionOk="0">
                  <a:moveTo>
                    <a:pt x="220" y="0"/>
                  </a:moveTo>
                  <a:cubicBezTo>
                    <a:pt x="206" y="0"/>
                    <a:pt x="132" y="118"/>
                    <a:pt x="74" y="279"/>
                  </a:cubicBezTo>
                  <a:cubicBezTo>
                    <a:pt x="15" y="425"/>
                    <a:pt x="1" y="557"/>
                    <a:pt x="15" y="571"/>
                  </a:cubicBezTo>
                  <a:cubicBezTo>
                    <a:pt x="30" y="571"/>
                    <a:pt x="103" y="440"/>
                    <a:pt x="162" y="293"/>
                  </a:cubicBezTo>
                  <a:cubicBezTo>
                    <a:pt x="220" y="147"/>
                    <a:pt x="235"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7825375" y="2447285"/>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36"/>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Dataset Overview</a:t>
            </a:r>
            <a:endParaRPr/>
          </a:p>
        </p:txBody>
      </p:sp>
      <p:sp>
        <p:nvSpPr>
          <p:cNvPr id="698" name="Google Shape;698;p36"/>
          <p:cNvSpPr txBox="1">
            <a:spLocks noGrp="1"/>
          </p:cNvSpPr>
          <p:nvPr>
            <p:ph type="title" idx="2"/>
          </p:nvPr>
        </p:nvSpPr>
        <p:spPr>
          <a:xfrm>
            <a:off x="833438" y="2645625"/>
            <a:ext cx="21996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Dataset Scale</a:t>
            </a:r>
            <a:endParaRPr/>
          </a:p>
        </p:txBody>
      </p:sp>
      <p:sp>
        <p:nvSpPr>
          <p:cNvPr id="699" name="Google Shape;699;p36"/>
          <p:cNvSpPr txBox="1">
            <a:spLocks noGrp="1"/>
          </p:cNvSpPr>
          <p:nvPr>
            <p:ph type="subTitle" idx="1"/>
          </p:nvPr>
        </p:nvSpPr>
        <p:spPr>
          <a:xfrm>
            <a:off x="833450" y="3018825"/>
            <a:ext cx="219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316,330 rows — 23 columns — 60 months of data (Feb 2021 – Jan 2026)</a:t>
            </a:r>
            <a:endParaRPr/>
          </a:p>
        </p:txBody>
      </p:sp>
      <p:sp>
        <p:nvSpPr>
          <p:cNvPr id="700" name="Google Shape;700;p36"/>
          <p:cNvSpPr txBox="1">
            <a:spLocks noGrp="1"/>
          </p:cNvSpPr>
          <p:nvPr>
            <p:ph type="title" idx="3"/>
          </p:nvPr>
        </p:nvSpPr>
        <p:spPr>
          <a:xfrm>
            <a:off x="3253637" y="2654616"/>
            <a:ext cx="24930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Market Coverage</a:t>
            </a:r>
            <a:endParaRPr sz="1800" dirty="0"/>
          </a:p>
        </p:txBody>
      </p:sp>
      <p:sp>
        <p:nvSpPr>
          <p:cNvPr id="701" name="Google Shape;701;p36"/>
          <p:cNvSpPr txBox="1">
            <a:spLocks noGrp="1"/>
          </p:cNvSpPr>
          <p:nvPr>
            <p:ph type="subTitle" idx="4"/>
          </p:nvPr>
        </p:nvSpPr>
        <p:spPr>
          <a:xfrm>
            <a:off x="3472202" y="3018825"/>
            <a:ext cx="219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3,190 unique products — 797 corporations — 11 ATC1 therapeutic areas</a:t>
            </a:r>
            <a:endParaRPr dirty="0"/>
          </a:p>
        </p:txBody>
      </p:sp>
      <p:sp>
        <p:nvSpPr>
          <p:cNvPr id="702" name="Google Shape;702;p36"/>
          <p:cNvSpPr txBox="1">
            <a:spLocks noGrp="1"/>
          </p:cNvSpPr>
          <p:nvPr>
            <p:ph type="title" idx="5"/>
          </p:nvPr>
        </p:nvSpPr>
        <p:spPr>
          <a:xfrm>
            <a:off x="6110958" y="2645625"/>
            <a:ext cx="21996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Sales Channels</a:t>
            </a:r>
            <a:endParaRPr sz="1800" dirty="0"/>
          </a:p>
        </p:txBody>
      </p:sp>
      <p:sp>
        <p:nvSpPr>
          <p:cNvPr id="703" name="Google Shape;703;p36"/>
          <p:cNvSpPr txBox="1">
            <a:spLocks noGrp="1"/>
          </p:cNvSpPr>
          <p:nvPr>
            <p:ph type="subTitle" idx="6"/>
          </p:nvPr>
        </p:nvSpPr>
        <p:spPr>
          <a:xfrm>
            <a:off x="6110958" y="3018825"/>
            <a:ext cx="219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Pharmacies &amp; Stores — retail sell-out data capturing end-customer sales</a:t>
            </a:r>
            <a:endParaRPr dirty="0"/>
          </a:p>
        </p:txBody>
      </p:sp>
      <p:grpSp>
        <p:nvGrpSpPr>
          <p:cNvPr id="704" name="Google Shape;704;p36"/>
          <p:cNvGrpSpPr/>
          <p:nvPr/>
        </p:nvGrpSpPr>
        <p:grpSpPr>
          <a:xfrm>
            <a:off x="118696" y="1017725"/>
            <a:ext cx="887400" cy="856500"/>
            <a:chOff x="118696" y="1017725"/>
            <a:chExt cx="887400" cy="856500"/>
          </a:xfrm>
        </p:grpSpPr>
        <p:sp>
          <p:nvSpPr>
            <p:cNvPr id="705" name="Google Shape;705;p36"/>
            <p:cNvSpPr/>
            <p:nvPr/>
          </p:nvSpPr>
          <p:spPr>
            <a:xfrm rot="1645945">
              <a:off x="221177" y="11405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6" name="Google Shape;706;p36"/>
            <p:cNvGrpSpPr/>
            <p:nvPr/>
          </p:nvGrpSpPr>
          <p:grpSpPr>
            <a:xfrm>
              <a:off x="356001" y="1278355"/>
              <a:ext cx="470598" cy="335235"/>
              <a:chOff x="393289" y="3285780"/>
              <a:chExt cx="470598" cy="335235"/>
            </a:xfrm>
          </p:grpSpPr>
          <p:sp>
            <p:nvSpPr>
              <p:cNvPr id="707" name="Google Shape;707;p36"/>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10" name="Google Shape;710;p36"/>
          <p:cNvSpPr/>
          <p:nvPr/>
        </p:nvSpPr>
        <p:spPr>
          <a:xfrm rot="464186">
            <a:off x="268825" y="4115024"/>
            <a:ext cx="296398" cy="26551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 name="Google Shape;711;p36"/>
          <p:cNvGrpSpPr/>
          <p:nvPr/>
        </p:nvGrpSpPr>
        <p:grpSpPr>
          <a:xfrm>
            <a:off x="8386129" y="4361448"/>
            <a:ext cx="644700" cy="619200"/>
            <a:chOff x="8386129" y="4361448"/>
            <a:chExt cx="644700" cy="619200"/>
          </a:xfrm>
        </p:grpSpPr>
        <p:sp>
          <p:nvSpPr>
            <p:cNvPr id="712" name="Google Shape;712;p36"/>
            <p:cNvSpPr/>
            <p:nvPr/>
          </p:nvSpPr>
          <p:spPr>
            <a:xfrm rot="-1481922">
              <a:off x="8457190" y="4445867"/>
              <a:ext cx="502577" cy="450362"/>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6"/>
            <p:cNvSpPr/>
            <p:nvPr/>
          </p:nvSpPr>
          <p:spPr>
            <a:xfrm rot="-2234491">
              <a:off x="8613868" y="4516895"/>
              <a:ext cx="189264" cy="308220"/>
            </a:xfrm>
            <a:custGeom>
              <a:avLst/>
              <a:gdLst/>
              <a:ahLst/>
              <a:cxnLst/>
              <a:rect l="l" t="t" r="r" b="b"/>
              <a:pathLst>
                <a:path w="1012" h="1648" extrusionOk="0">
                  <a:moveTo>
                    <a:pt x="520" y="0"/>
                  </a:moveTo>
                  <a:cubicBezTo>
                    <a:pt x="159" y="0"/>
                    <a:pt x="15" y="217"/>
                    <a:pt x="0" y="506"/>
                  </a:cubicBezTo>
                  <a:cubicBezTo>
                    <a:pt x="0" y="521"/>
                    <a:pt x="15" y="535"/>
                    <a:pt x="29" y="535"/>
                  </a:cubicBezTo>
                  <a:lnTo>
                    <a:pt x="304" y="535"/>
                  </a:lnTo>
                  <a:cubicBezTo>
                    <a:pt x="318" y="535"/>
                    <a:pt x="333" y="535"/>
                    <a:pt x="333" y="521"/>
                  </a:cubicBezTo>
                  <a:cubicBezTo>
                    <a:pt x="333" y="405"/>
                    <a:pt x="390" y="304"/>
                    <a:pt x="520" y="304"/>
                  </a:cubicBezTo>
                  <a:cubicBezTo>
                    <a:pt x="622" y="304"/>
                    <a:pt x="679" y="362"/>
                    <a:pt x="679" y="463"/>
                  </a:cubicBezTo>
                  <a:cubicBezTo>
                    <a:pt x="679" y="564"/>
                    <a:pt x="607" y="622"/>
                    <a:pt x="448" y="766"/>
                  </a:cubicBezTo>
                  <a:cubicBezTo>
                    <a:pt x="260" y="911"/>
                    <a:pt x="246" y="1026"/>
                    <a:pt x="246" y="1200"/>
                  </a:cubicBezTo>
                  <a:cubicBezTo>
                    <a:pt x="246" y="1214"/>
                    <a:pt x="260" y="1243"/>
                    <a:pt x="289" y="1243"/>
                  </a:cubicBezTo>
                  <a:lnTo>
                    <a:pt x="535" y="1243"/>
                  </a:lnTo>
                  <a:cubicBezTo>
                    <a:pt x="549" y="1243"/>
                    <a:pt x="578" y="1229"/>
                    <a:pt x="578" y="1200"/>
                  </a:cubicBezTo>
                  <a:cubicBezTo>
                    <a:pt x="578" y="1099"/>
                    <a:pt x="622" y="1026"/>
                    <a:pt x="809" y="867"/>
                  </a:cubicBezTo>
                  <a:cubicBezTo>
                    <a:pt x="910" y="766"/>
                    <a:pt x="1012" y="665"/>
                    <a:pt x="1012" y="463"/>
                  </a:cubicBezTo>
                  <a:cubicBezTo>
                    <a:pt x="1012" y="246"/>
                    <a:pt x="896" y="0"/>
                    <a:pt x="520" y="0"/>
                  </a:cubicBezTo>
                  <a:close/>
                  <a:moveTo>
                    <a:pt x="260" y="1373"/>
                  </a:moveTo>
                  <a:cubicBezTo>
                    <a:pt x="246" y="1373"/>
                    <a:pt x="231" y="1388"/>
                    <a:pt x="231" y="1402"/>
                  </a:cubicBezTo>
                  <a:lnTo>
                    <a:pt x="231" y="1619"/>
                  </a:lnTo>
                  <a:cubicBezTo>
                    <a:pt x="231" y="1633"/>
                    <a:pt x="246" y="1648"/>
                    <a:pt x="260" y="1648"/>
                  </a:cubicBezTo>
                  <a:lnTo>
                    <a:pt x="535" y="1648"/>
                  </a:lnTo>
                  <a:cubicBezTo>
                    <a:pt x="549" y="1648"/>
                    <a:pt x="578" y="1633"/>
                    <a:pt x="578" y="1619"/>
                  </a:cubicBezTo>
                  <a:lnTo>
                    <a:pt x="578" y="1402"/>
                  </a:lnTo>
                  <a:cubicBezTo>
                    <a:pt x="578" y="1388"/>
                    <a:pt x="549" y="1373"/>
                    <a:pt x="535" y="13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 name="Google Shape;714;p36"/>
          <p:cNvGrpSpPr/>
          <p:nvPr/>
        </p:nvGrpSpPr>
        <p:grpSpPr>
          <a:xfrm>
            <a:off x="1645088" y="2063083"/>
            <a:ext cx="576327" cy="518749"/>
            <a:chOff x="1645088" y="2423533"/>
            <a:chExt cx="576327" cy="518749"/>
          </a:xfrm>
        </p:grpSpPr>
        <p:sp>
          <p:nvSpPr>
            <p:cNvPr id="715" name="Google Shape;715;p36"/>
            <p:cNvSpPr/>
            <p:nvPr/>
          </p:nvSpPr>
          <p:spPr>
            <a:xfrm>
              <a:off x="1782965" y="2423533"/>
              <a:ext cx="300560" cy="114116"/>
            </a:xfrm>
            <a:custGeom>
              <a:avLst/>
              <a:gdLst/>
              <a:ahLst/>
              <a:cxnLst/>
              <a:rect l="l" t="t" r="r" b="b"/>
              <a:pathLst>
                <a:path w="12741" h="4838" extrusionOk="0">
                  <a:moveTo>
                    <a:pt x="2376" y="0"/>
                  </a:moveTo>
                  <a:cubicBezTo>
                    <a:pt x="1072" y="0"/>
                    <a:pt x="0" y="1052"/>
                    <a:pt x="0" y="2355"/>
                  </a:cubicBezTo>
                  <a:lnTo>
                    <a:pt x="0" y="4457"/>
                  </a:lnTo>
                  <a:cubicBezTo>
                    <a:pt x="0" y="4710"/>
                    <a:pt x="189" y="4836"/>
                    <a:pt x="378" y="4836"/>
                  </a:cubicBezTo>
                  <a:cubicBezTo>
                    <a:pt x="568" y="4836"/>
                    <a:pt x="757" y="4710"/>
                    <a:pt x="757" y="4457"/>
                  </a:cubicBezTo>
                  <a:lnTo>
                    <a:pt x="757" y="2355"/>
                  </a:lnTo>
                  <a:cubicBezTo>
                    <a:pt x="757" y="1472"/>
                    <a:pt x="1472" y="757"/>
                    <a:pt x="2355" y="757"/>
                  </a:cubicBezTo>
                  <a:lnTo>
                    <a:pt x="10365" y="757"/>
                  </a:lnTo>
                  <a:cubicBezTo>
                    <a:pt x="11248" y="757"/>
                    <a:pt x="11963" y="1472"/>
                    <a:pt x="11963" y="2355"/>
                  </a:cubicBezTo>
                  <a:lnTo>
                    <a:pt x="11963" y="4457"/>
                  </a:lnTo>
                  <a:cubicBezTo>
                    <a:pt x="11963" y="4668"/>
                    <a:pt x="12131" y="4836"/>
                    <a:pt x="12341" y="4836"/>
                  </a:cubicBezTo>
                  <a:cubicBezTo>
                    <a:pt x="12353" y="4837"/>
                    <a:pt x="12365" y="4838"/>
                    <a:pt x="12377" y="4838"/>
                  </a:cubicBezTo>
                  <a:cubicBezTo>
                    <a:pt x="12572" y="4838"/>
                    <a:pt x="12741" y="4676"/>
                    <a:pt x="12741" y="4457"/>
                  </a:cubicBezTo>
                  <a:lnTo>
                    <a:pt x="12741" y="2355"/>
                  </a:lnTo>
                  <a:cubicBezTo>
                    <a:pt x="12741" y="1052"/>
                    <a:pt x="11669" y="0"/>
                    <a:pt x="103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6"/>
            <p:cNvSpPr/>
            <p:nvPr/>
          </p:nvSpPr>
          <p:spPr>
            <a:xfrm>
              <a:off x="1839484" y="2432945"/>
              <a:ext cx="186998" cy="46161"/>
            </a:xfrm>
            <a:custGeom>
              <a:avLst/>
              <a:gdLst/>
              <a:ahLst/>
              <a:cxnLst/>
              <a:rect l="l" t="t" r="r" b="b"/>
              <a:pathLst>
                <a:path w="7927" h="1957" extrusionOk="0">
                  <a:moveTo>
                    <a:pt x="22" y="1"/>
                  </a:moveTo>
                  <a:cubicBezTo>
                    <a:pt x="1" y="1073"/>
                    <a:pt x="884" y="1956"/>
                    <a:pt x="1977" y="1956"/>
                  </a:cubicBezTo>
                  <a:lnTo>
                    <a:pt x="5972" y="1956"/>
                  </a:lnTo>
                  <a:cubicBezTo>
                    <a:pt x="7044" y="1956"/>
                    <a:pt x="7927" y="1073"/>
                    <a:pt x="7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6"/>
            <p:cNvSpPr/>
            <p:nvPr/>
          </p:nvSpPr>
          <p:spPr>
            <a:xfrm>
              <a:off x="1665421" y="2738934"/>
              <a:ext cx="535163" cy="203348"/>
            </a:xfrm>
            <a:custGeom>
              <a:avLst/>
              <a:gdLst/>
              <a:ahLst/>
              <a:cxnLst/>
              <a:rect l="l" t="t" r="r" b="b"/>
              <a:pathLst>
                <a:path w="22686" h="8621" extrusionOk="0">
                  <a:moveTo>
                    <a:pt x="0" y="1"/>
                  </a:moveTo>
                  <a:lnTo>
                    <a:pt x="0" y="6687"/>
                  </a:lnTo>
                  <a:cubicBezTo>
                    <a:pt x="0" y="7759"/>
                    <a:pt x="883" y="8621"/>
                    <a:pt x="1956" y="8621"/>
                  </a:cubicBezTo>
                  <a:lnTo>
                    <a:pt x="20730" y="8621"/>
                  </a:lnTo>
                  <a:cubicBezTo>
                    <a:pt x="21803" y="8621"/>
                    <a:pt x="22686" y="7759"/>
                    <a:pt x="22686" y="6687"/>
                  </a:cubicBezTo>
                  <a:lnTo>
                    <a:pt x="226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6"/>
            <p:cNvSpPr/>
            <p:nvPr/>
          </p:nvSpPr>
          <p:spPr>
            <a:xfrm>
              <a:off x="1665421" y="2738934"/>
              <a:ext cx="76903" cy="203348"/>
            </a:xfrm>
            <a:custGeom>
              <a:avLst/>
              <a:gdLst/>
              <a:ahLst/>
              <a:cxnLst/>
              <a:rect l="l" t="t" r="r" b="b"/>
              <a:pathLst>
                <a:path w="3260" h="8621" extrusionOk="0">
                  <a:moveTo>
                    <a:pt x="21" y="1"/>
                  </a:moveTo>
                  <a:lnTo>
                    <a:pt x="21" y="6687"/>
                  </a:lnTo>
                  <a:cubicBezTo>
                    <a:pt x="0" y="7759"/>
                    <a:pt x="883" y="8621"/>
                    <a:pt x="1956" y="8621"/>
                  </a:cubicBezTo>
                  <a:lnTo>
                    <a:pt x="3259" y="8621"/>
                  </a:lnTo>
                  <a:cubicBezTo>
                    <a:pt x="2187" y="8621"/>
                    <a:pt x="1304" y="7759"/>
                    <a:pt x="1304" y="6687"/>
                  </a:cubicBezTo>
                  <a:lnTo>
                    <a:pt x="1304"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6"/>
            <p:cNvSpPr/>
            <p:nvPr/>
          </p:nvSpPr>
          <p:spPr>
            <a:xfrm>
              <a:off x="1665917" y="2738934"/>
              <a:ext cx="534667" cy="110130"/>
            </a:xfrm>
            <a:custGeom>
              <a:avLst/>
              <a:gdLst/>
              <a:ahLst/>
              <a:cxnLst/>
              <a:rect l="l" t="t" r="r" b="b"/>
              <a:pathLst>
                <a:path w="22665" h="4669" extrusionOk="0">
                  <a:moveTo>
                    <a:pt x="0" y="1"/>
                  </a:moveTo>
                  <a:lnTo>
                    <a:pt x="0" y="1956"/>
                  </a:lnTo>
                  <a:cubicBezTo>
                    <a:pt x="2839" y="3449"/>
                    <a:pt x="5950" y="4374"/>
                    <a:pt x="9167" y="4668"/>
                  </a:cubicBezTo>
                  <a:lnTo>
                    <a:pt x="13498" y="4668"/>
                  </a:lnTo>
                  <a:cubicBezTo>
                    <a:pt x="16694" y="4374"/>
                    <a:pt x="19805" y="3449"/>
                    <a:pt x="22665" y="1956"/>
                  </a:cubicBezTo>
                  <a:lnTo>
                    <a:pt x="226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6"/>
            <p:cNvSpPr/>
            <p:nvPr/>
          </p:nvSpPr>
          <p:spPr>
            <a:xfrm>
              <a:off x="1645088" y="2523218"/>
              <a:ext cx="576327" cy="279701"/>
            </a:xfrm>
            <a:custGeom>
              <a:avLst/>
              <a:gdLst/>
              <a:ahLst/>
              <a:cxnLst/>
              <a:rect l="l" t="t" r="r" b="b"/>
              <a:pathLst>
                <a:path w="24431" h="11858" extrusionOk="0">
                  <a:moveTo>
                    <a:pt x="1956" y="0"/>
                  </a:moveTo>
                  <a:cubicBezTo>
                    <a:pt x="862" y="0"/>
                    <a:pt x="0" y="862"/>
                    <a:pt x="0" y="1955"/>
                  </a:cubicBezTo>
                  <a:lnTo>
                    <a:pt x="0" y="8662"/>
                  </a:lnTo>
                  <a:cubicBezTo>
                    <a:pt x="3070" y="10449"/>
                    <a:pt x="6497" y="11543"/>
                    <a:pt x="10050" y="11858"/>
                  </a:cubicBezTo>
                  <a:lnTo>
                    <a:pt x="14381" y="11858"/>
                  </a:lnTo>
                  <a:cubicBezTo>
                    <a:pt x="17913" y="11543"/>
                    <a:pt x="21340" y="10449"/>
                    <a:pt x="24431" y="8662"/>
                  </a:cubicBezTo>
                  <a:lnTo>
                    <a:pt x="24431" y="1955"/>
                  </a:lnTo>
                  <a:cubicBezTo>
                    <a:pt x="24431" y="862"/>
                    <a:pt x="23548" y="0"/>
                    <a:pt x="224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6"/>
            <p:cNvSpPr/>
            <p:nvPr/>
          </p:nvSpPr>
          <p:spPr>
            <a:xfrm>
              <a:off x="1645088" y="2523194"/>
              <a:ext cx="75889" cy="220732"/>
            </a:xfrm>
            <a:custGeom>
              <a:avLst/>
              <a:gdLst/>
              <a:ahLst/>
              <a:cxnLst/>
              <a:rect l="l" t="t" r="r" b="b"/>
              <a:pathLst>
                <a:path w="3217" h="9358" extrusionOk="0">
                  <a:moveTo>
                    <a:pt x="1917" y="1"/>
                  </a:moveTo>
                  <a:cubicBezTo>
                    <a:pt x="842" y="1"/>
                    <a:pt x="0" y="876"/>
                    <a:pt x="0" y="1956"/>
                  </a:cubicBezTo>
                  <a:lnTo>
                    <a:pt x="0" y="8663"/>
                  </a:lnTo>
                  <a:cubicBezTo>
                    <a:pt x="421" y="8916"/>
                    <a:pt x="841" y="9147"/>
                    <a:pt x="1262" y="9357"/>
                  </a:cubicBezTo>
                  <a:lnTo>
                    <a:pt x="1262" y="1935"/>
                  </a:lnTo>
                  <a:cubicBezTo>
                    <a:pt x="1262" y="863"/>
                    <a:pt x="2145" y="1"/>
                    <a:pt x="3217" y="1"/>
                  </a:cubicBezTo>
                  <a:lnTo>
                    <a:pt x="1956" y="1"/>
                  </a:lnTo>
                  <a:cubicBezTo>
                    <a:pt x="1943" y="1"/>
                    <a:pt x="1930" y="1"/>
                    <a:pt x="1917"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6"/>
            <p:cNvSpPr/>
            <p:nvPr/>
          </p:nvSpPr>
          <p:spPr>
            <a:xfrm>
              <a:off x="1813206" y="2669018"/>
              <a:ext cx="239580" cy="128458"/>
            </a:xfrm>
            <a:custGeom>
              <a:avLst/>
              <a:gdLst/>
              <a:ahLst/>
              <a:cxnLst/>
              <a:rect l="l" t="t" r="r" b="b"/>
              <a:pathLst>
                <a:path w="10156" h="5446" extrusionOk="0">
                  <a:moveTo>
                    <a:pt x="1661" y="0"/>
                  </a:moveTo>
                  <a:cubicBezTo>
                    <a:pt x="736" y="0"/>
                    <a:pt x="1" y="736"/>
                    <a:pt x="1" y="1640"/>
                  </a:cubicBezTo>
                  <a:lnTo>
                    <a:pt x="1" y="5235"/>
                  </a:lnTo>
                  <a:cubicBezTo>
                    <a:pt x="337" y="5320"/>
                    <a:pt x="652" y="5383"/>
                    <a:pt x="989" y="5425"/>
                  </a:cubicBezTo>
                  <a:lnTo>
                    <a:pt x="989" y="1640"/>
                  </a:lnTo>
                  <a:cubicBezTo>
                    <a:pt x="989" y="1283"/>
                    <a:pt x="1283" y="989"/>
                    <a:pt x="1661" y="989"/>
                  </a:cubicBezTo>
                  <a:lnTo>
                    <a:pt x="8515" y="989"/>
                  </a:lnTo>
                  <a:cubicBezTo>
                    <a:pt x="8873" y="989"/>
                    <a:pt x="9167" y="1283"/>
                    <a:pt x="9167" y="1640"/>
                  </a:cubicBezTo>
                  <a:lnTo>
                    <a:pt x="9167" y="5446"/>
                  </a:lnTo>
                  <a:cubicBezTo>
                    <a:pt x="9504" y="5383"/>
                    <a:pt x="9840" y="5320"/>
                    <a:pt x="10155" y="5235"/>
                  </a:cubicBezTo>
                  <a:lnTo>
                    <a:pt x="10155" y="1640"/>
                  </a:lnTo>
                  <a:cubicBezTo>
                    <a:pt x="10155" y="736"/>
                    <a:pt x="9419" y="0"/>
                    <a:pt x="851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6"/>
            <p:cNvSpPr/>
            <p:nvPr/>
          </p:nvSpPr>
          <p:spPr>
            <a:xfrm>
              <a:off x="1882133" y="2740420"/>
              <a:ext cx="102192" cy="127490"/>
            </a:xfrm>
            <a:custGeom>
              <a:avLst/>
              <a:gdLst/>
              <a:ahLst/>
              <a:cxnLst/>
              <a:rect l="l" t="t" r="r" b="b"/>
              <a:pathLst>
                <a:path w="4332" h="5405" extrusionOk="0">
                  <a:moveTo>
                    <a:pt x="1136" y="1"/>
                  </a:moveTo>
                  <a:cubicBezTo>
                    <a:pt x="506" y="1"/>
                    <a:pt x="1" y="505"/>
                    <a:pt x="1" y="1115"/>
                  </a:cubicBezTo>
                  <a:lnTo>
                    <a:pt x="1" y="4269"/>
                  </a:lnTo>
                  <a:cubicBezTo>
                    <a:pt x="1" y="4900"/>
                    <a:pt x="506" y="5404"/>
                    <a:pt x="1136" y="5404"/>
                  </a:cubicBezTo>
                  <a:lnTo>
                    <a:pt x="3197" y="5404"/>
                  </a:lnTo>
                  <a:cubicBezTo>
                    <a:pt x="3827" y="5404"/>
                    <a:pt x="4332" y="4900"/>
                    <a:pt x="4332" y="4269"/>
                  </a:cubicBezTo>
                  <a:lnTo>
                    <a:pt x="4332" y="1115"/>
                  </a:lnTo>
                  <a:cubicBezTo>
                    <a:pt x="4332" y="505"/>
                    <a:pt x="3827" y="1"/>
                    <a:pt x="31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6"/>
            <p:cNvSpPr/>
            <p:nvPr/>
          </p:nvSpPr>
          <p:spPr>
            <a:xfrm>
              <a:off x="1909425" y="2770189"/>
              <a:ext cx="47133" cy="67460"/>
            </a:xfrm>
            <a:custGeom>
              <a:avLst/>
              <a:gdLst/>
              <a:ahLst/>
              <a:cxnLst/>
              <a:rect l="l" t="t" r="r" b="b"/>
              <a:pathLst>
                <a:path w="1998" h="2860" extrusionOk="0">
                  <a:moveTo>
                    <a:pt x="526" y="0"/>
                  </a:moveTo>
                  <a:cubicBezTo>
                    <a:pt x="232" y="0"/>
                    <a:pt x="21" y="232"/>
                    <a:pt x="0" y="505"/>
                  </a:cubicBezTo>
                  <a:lnTo>
                    <a:pt x="0" y="2355"/>
                  </a:lnTo>
                  <a:cubicBezTo>
                    <a:pt x="21" y="2628"/>
                    <a:pt x="232" y="2860"/>
                    <a:pt x="526" y="2860"/>
                  </a:cubicBezTo>
                  <a:lnTo>
                    <a:pt x="1472" y="2860"/>
                  </a:lnTo>
                  <a:cubicBezTo>
                    <a:pt x="1766" y="2860"/>
                    <a:pt x="1977" y="2628"/>
                    <a:pt x="1998" y="2355"/>
                  </a:cubicBezTo>
                  <a:lnTo>
                    <a:pt x="1998" y="505"/>
                  </a:lnTo>
                  <a:cubicBezTo>
                    <a:pt x="1977" y="232"/>
                    <a:pt x="1766" y="0"/>
                    <a:pt x="14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36"/>
          <p:cNvGrpSpPr/>
          <p:nvPr/>
        </p:nvGrpSpPr>
        <p:grpSpPr>
          <a:xfrm>
            <a:off x="4304425" y="2055633"/>
            <a:ext cx="535161" cy="533648"/>
            <a:chOff x="4304425" y="2416083"/>
            <a:chExt cx="535161" cy="533648"/>
          </a:xfrm>
        </p:grpSpPr>
        <p:sp>
          <p:nvSpPr>
            <p:cNvPr id="726" name="Google Shape;726;p36"/>
            <p:cNvSpPr/>
            <p:nvPr/>
          </p:nvSpPr>
          <p:spPr>
            <a:xfrm>
              <a:off x="4527223" y="2416083"/>
              <a:ext cx="89533" cy="49200"/>
            </a:xfrm>
            <a:custGeom>
              <a:avLst/>
              <a:gdLst/>
              <a:ahLst/>
              <a:cxnLst/>
              <a:rect l="l" t="t" r="r" b="b"/>
              <a:pathLst>
                <a:path w="3827" h="2103" extrusionOk="0">
                  <a:moveTo>
                    <a:pt x="337" y="0"/>
                  </a:moveTo>
                  <a:cubicBezTo>
                    <a:pt x="148" y="0"/>
                    <a:pt x="0" y="147"/>
                    <a:pt x="0" y="315"/>
                  </a:cubicBezTo>
                  <a:lnTo>
                    <a:pt x="0" y="1766"/>
                  </a:lnTo>
                  <a:cubicBezTo>
                    <a:pt x="0" y="1955"/>
                    <a:pt x="148" y="2103"/>
                    <a:pt x="337" y="2103"/>
                  </a:cubicBezTo>
                  <a:lnTo>
                    <a:pt x="3490" y="2103"/>
                  </a:lnTo>
                  <a:cubicBezTo>
                    <a:pt x="3680" y="2103"/>
                    <a:pt x="3827" y="1955"/>
                    <a:pt x="3827" y="1766"/>
                  </a:cubicBezTo>
                  <a:lnTo>
                    <a:pt x="3827" y="315"/>
                  </a:lnTo>
                  <a:cubicBezTo>
                    <a:pt x="3827" y="147"/>
                    <a:pt x="3680" y="0"/>
                    <a:pt x="34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6"/>
            <p:cNvSpPr/>
            <p:nvPr/>
          </p:nvSpPr>
          <p:spPr>
            <a:xfrm>
              <a:off x="4582806" y="2416083"/>
              <a:ext cx="33946" cy="49200"/>
            </a:xfrm>
            <a:custGeom>
              <a:avLst/>
              <a:gdLst/>
              <a:ahLst/>
              <a:cxnLst/>
              <a:rect l="l" t="t" r="r" b="b"/>
              <a:pathLst>
                <a:path w="1451" h="2103" extrusionOk="0">
                  <a:moveTo>
                    <a:pt x="0" y="0"/>
                  </a:moveTo>
                  <a:lnTo>
                    <a:pt x="0" y="2103"/>
                  </a:lnTo>
                  <a:lnTo>
                    <a:pt x="1114" y="2103"/>
                  </a:lnTo>
                  <a:cubicBezTo>
                    <a:pt x="1304" y="2103"/>
                    <a:pt x="1451" y="1955"/>
                    <a:pt x="1451" y="1766"/>
                  </a:cubicBezTo>
                  <a:lnTo>
                    <a:pt x="1451" y="315"/>
                  </a:lnTo>
                  <a:cubicBezTo>
                    <a:pt x="1451" y="147"/>
                    <a:pt x="1304" y="0"/>
                    <a:pt x="1114"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6"/>
            <p:cNvSpPr/>
            <p:nvPr/>
          </p:nvSpPr>
          <p:spPr>
            <a:xfrm>
              <a:off x="4335889" y="2492296"/>
              <a:ext cx="472228" cy="286308"/>
            </a:xfrm>
            <a:custGeom>
              <a:avLst/>
              <a:gdLst/>
              <a:ahLst/>
              <a:cxnLst/>
              <a:rect l="l" t="t" r="r" b="b"/>
              <a:pathLst>
                <a:path w="20185" h="12238" extrusionOk="0">
                  <a:moveTo>
                    <a:pt x="337" y="1"/>
                  </a:moveTo>
                  <a:cubicBezTo>
                    <a:pt x="148" y="1"/>
                    <a:pt x="1" y="148"/>
                    <a:pt x="1" y="337"/>
                  </a:cubicBezTo>
                  <a:lnTo>
                    <a:pt x="1" y="11901"/>
                  </a:lnTo>
                  <a:cubicBezTo>
                    <a:pt x="1" y="12090"/>
                    <a:pt x="148" y="12237"/>
                    <a:pt x="337" y="12237"/>
                  </a:cubicBezTo>
                  <a:lnTo>
                    <a:pt x="19848" y="12237"/>
                  </a:lnTo>
                  <a:cubicBezTo>
                    <a:pt x="20037" y="12237"/>
                    <a:pt x="20184" y="12069"/>
                    <a:pt x="20184" y="11901"/>
                  </a:cubicBezTo>
                  <a:lnTo>
                    <a:pt x="20184" y="337"/>
                  </a:lnTo>
                  <a:cubicBezTo>
                    <a:pt x="20184" y="148"/>
                    <a:pt x="20037" y="1"/>
                    <a:pt x="19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6"/>
            <p:cNvSpPr/>
            <p:nvPr/>
          </p:nvSpPr>
          <p:spPr>
            <a:xfrm>
              <a:off x="4776082" y="2492296"/>
              <a:ext cx="32004" cy="286308"/>
            </a:xfrm>
            <a:custGeom>
              <a:avLst/>
              <a:gdLst/>
              <a:ahLst/>
              <a:cxnLst/>
              <a:rect l="l" t="t" r="r" b="b"/>
              <a:pathLst>
                <a:path w="1368" h="12238" extrusionOk="0">
                  <a:moveTo>
                    <a:pt x="1" y="1"/>
                  </a:moveTo>
                  <a:lnTo>
                    <a:pt x="1" y="12237"/>
                  </a:lnTo>
                  <a:lnTo>
                    <a:pt x="1031" y="12237"/>
                  </a:lnTo>
                  <a:cubicBezTo>
                    <a:pt x="1220" y="12237"/>
                    <a:pt x="1367" y="12069"/>
                    <a:pt x="1367" y="11901"/>
                  </a:cubicBezTo>
                  <a:lnTo>
                    <a:pt x="1367" y="337"/>
                  </a:lnTo>
                  <a:cubicBezTo>
                    <a:pt x="1367" y="148"/>
                    <a:pt x="1220" y="1"/>
                    <a:pt x="103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6"/>
            <p:cNvSpPr/>
            <p:nvPr/>
          </p:nvSpPr>
          <p:spPr>
            <a:xfrm>
              <a:off x="4304425" y="2449511"/>
              <a:ext cx="535161" cy="58558"/>
            </a:xfrm>
            <a:custGeom>
              <a:avLst/>
              <a:gdLst/>
              <a:ahLst/>
              <a:cxnLst/>
              <a:rect l="l" t="t" r="r" b="b"/>
              <a:pathLst>
                <a:path w="22875" h="2503" extrusionOk="0">
                  <a:moveTo>
                    <a:pt x="337" y="1"/>
                  </a:moveTo>
                  <a:cubicBezTo>
                    <a:pt x="148" y="1"/>
                    <a:pt x="0" y="148"/>
                    <a:pt x="0" y="337"/>
                  </a:cubicBezTo>
                  <a:lnTo>
                    <a:pt x="0" y="2166"/>
                  </a:lnTo>
                  <a:cubicBezTo>
                    <a:pt x="0" y="2356"/>
                    <a:pt x="148" y="2503"/>
                    <a:pt x="337" y="2503"/>
                  </a:cubicBezTo>
                  <a:lnTo>
                    <a:pt x="22559" y="2503"/>
                  </a:lnTo>
                  <a:cubicBezTo>
                    <a:pt x="22728" y="2503"/>
                    <a:pt x="22875" y="2356"/>
                    <a:pt x="22875" y="2166"/>
                  </a:cubicBezTo>
                  <a:lnTo>
                    <a:pt x="22875" y="337"/>
                  </a:lnTo>
                  <a:cubicBezTo>
                    <a:pt x="22875" y="169"/>
                    <a:pt x="22728" y="1"/>
                    <a:pt x="22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6"/>
            <p:cNvSpPr/>
            <p:nvPr/>
          </p:nvSpPr>
          <p:spPr>
            <a:xfrm>
              <a:off x="4466237" y="2863631"/>
              <a:ext cx="211514" cy="49200"/>
            </a:xfrm>
            <a:custGeom>
              <a:avLst/>
              <a:gdLst/>
              <a:ahLst/>
              <a:cxnLst/>
              <a:rect l="l" t="t" r="r" b="b"/>
              <a:pathLst>
                <a:path w="9041" h="2103" extrusionOk="0">
                  <a:moveTo>
                    <a:pt x="1199" y="0"/>
                  </a:moveTo>
                  <a:cubicBezTo>
                    <a:pt x="1094" y="0"/>
                    <a:pt x="967" y="84"/>
                    <a:pt x="904" y="190"/>
                  </a:cubicBezTo>
                  <a:lnTo>
                    <a:pt x="127" y="1598"/>
                  </a:lnTo>
                  <a:cubicBezTo>
                    <a:pt x="0" y="1829"/>
                    <a:pt x="169" y="2103"/>
                    <a:pt x="421" y="2103"/>
                  </a:cubicBezTo>
                  <a:lnTo>
                    <a:pt x="8620" y="2103"/>
                  </a:lnTo>
                  <a:cubicBezTo>
                    <a:pt x="8873" y="2103"/>
                    <a:pt x="9041" y="1829"/>
                    <a:pt x="8915" y="1598"/>
                  </a:cubicBezTo>
                  <a:lnTo>
                    <a:pt x="8116" y="190"/>
                  </a:lnTo>
                  <a:cubicBezTo>
                    <a:pt x="8053" y="84"/>
                    <a:pt x="7948" y="0"/>
                    <a:pt x="7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6"/>
            <p:cNvSpPr/>
            <p:nvPr/>
          </p:nvSpPr>
          <p:spPr>
            <a:xfrm>
              <a:off x="4405250" y="2805102"/>
              <a:ext cx="129374" cy="144628"/>
            </a:xfrm>
            <a:custGeom>
              <a:avLst/>
              <a:gdLst/>
              <a:ahLst/>
              <a:cxnLst/>
              <a:rect l="l" t="t" r="r" b="b"/>
              <a:pathLst>
                <a:path w="5530" h="6182" extrusionOk="0">
                  <a:moveTo>
                    <a:pt x="3448" y="0"/>
                  </a:moveTo>
                  <a:cubicBezTo>
                    <a:pt x="3322" y="0"/>
                    <a:pt x="3217" y="85"/>
                    <a:pt x="3154" y="190"/>
                  </a:cubicBezTo>
                  <a:lnTo>
                    <a:pt x="126" y="5698"/>
                  </a:lnTo>
                  <a:cubicBezTo>
                    <a:pt x="0" y="5908"/>
                    <a:pt x="169" y="6182"/>
                    <a:pt x="421" y="6182"/>
                  </a:cubicBezTo>
                  <a:lnTo>
                    <a:pt x="2166" y="6182"/>
                  </a:lnTo>
                  <a:cubicBezTo>
                    <a:pt x="2292" y="6182"/>
                    <a:pt x="2397" y="6119"/>
                    <a:pt x="2460" y="6013"/>
                  </a:cubicBezTo>
                  <a:lnTo>
                    <a:pt x="5488" y="505"/>
                  </a:lnTo>
                  <a:cubicBezTo>
                    <a:pt x="5530" y="400"/>
                    <a:pt x="5530" y="274"/>
                    <a:pt x="5488" y="169"/>
                  </a:cubicBezTo>
                  <a:cubicBezTo>
                    <a:pt x="5425" y="63"/>
                    <a:pt x="5298" y="0"/>
                    <a:pt x="51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6"/>
            <p:cNvSpPr/>
            <p:nvPr/>
          </p:nvSpPr>
          <p:spPr>
            <a:xfrm>
              <a:off x="4607884" y="2805524"/>
              <a:ext cx="130848" cy="144207"/>
            </a:xfrm>
            <a:custGeom>
              <a:avLst/>
              <a:gdLst/>
              <a:ahLst/>
              <a:cxnLst/>
              <a:rect l="l" t="t" r="r" b="b"/>
              <a:pathLst>
                <a:path w="5593" h="6164" extrusionOk="0">
                  <a:moveTo>
                    <a:pt x="2184" y="0"/>
                  </a:moveTo>
                  <a:cubicBezTo>
                    <a:pt x="2171" y="0"/>
                    <a:pt x="2158" y="1"/>
                    <a:pt x="2145" y="3"/>
                  </a:cubicBezTo>
                  <a:lnTo>
                    <a:pt x="400" y="3"/>
                  </a:lnTo>
                  <a:cubicBezTo>
                    <a:pt x="148" y="3"/>
                    <a:pt x="0" y="277"/>
                    <a:pt x="127" y="487"/>
                  </a:cubicBezTo>
                  <a:lnTo>
                    <a:pt x="3133" y="5995"/>
                  </a:lnTo>
                  <a:cubicBezTo>
                    <a:pt x="3196" y="6101"/>
                    <a:pt x="3301" y="6164"/>
                    <a:pt x="3427" y="6164"/>
                  </a:cubicBezTo>
                  <a:lnTo>
                    <a:pt x="5172" y="6164"/>
                  </a:lnTo>
                  <a:cubicBezTo>
                    <a:pt x="5425" y="6164"/>
                    <a:pt x="5593" y="5890"/>
                    <a:pt x="5467" y="5680"/>
                  </a:cubicBezTo>
                  <a:lnTo>
                    <a:pt x="2439" y="172"/>
                  </a:lnTo>
                  <a:cubicBezTo>
                    <a:pt x="2383" y="77"/>
                    <a:pt x="2292" y="0"/>
                    <a:pt x="21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6"/>
            <p:cNvSpPr/>
            <p:nvPr/>
          </p:nvSpPr>
          <p:spPr>
            <a:xfrm>
              <a:off x="4463781" y="2805524"/>
              <a:ext cx="72712" cy="31560"/>
            </a:xfrm>
            <a:custGeom>
              <a:avLst/>
              <a:gdLst/>
              <a:ahLst/>
              <a:cxnLst/>
              <a:rect l="l" t="t" r="r" b="b"/>
              <a:pathLst>
                <a:path w="3108" h="1349" extrusionOk="0">
                  <a:moveTo>
                    <a:pt x="908" y="0"/>
                  </a:moveTo>
                  <a:cubicBezTo>
                    <a:pt x="799" y="0"/>
                    <a:pt x="708" y="77"/>
                    <a:pt x="652" y="172"/>
                  </a:cubicBezTo>
                  <a:lnTo>
                    <a:pt x="0" y="1349"/>
                  </a:lnTo>
                  <a:lnTo>
                    <a:pt x="2502" y="1349"/>
                  </a:lnTo>
                  <a:lnTo>
                    <a:pt x="2986" y="487"/>
                  </a:lnTo>
                  <a:cubicBezTo>
                    <a:pt x="3107" y="264"/>
                    <a:pt x="2956" y="2"/>
                    <a:pt x="2719" y="2"/>
                  </a:cubicBezTo>
                  <a:cubicBezTo>
                    <a:pt x="2710" y="2"/>
                    <a:pt x="2701" y="3"/>
                    <a:pt x="2691" y="3"/>
                  </a:cubicBezTo>
                  <a:lnTo>
                    <a:pt x="946" y="3"/>
                  </a:lnTo>
                  <a:cubicBezTo>
                    <a:pt x="933" y="1"/>
                    <a:pt x="920" y="0"/>
                    <a:pt x="908"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6"/>
            <p:cNvSpPr/>
            <p:nvPr/>
          </p:nvSpPr>
          <p:spPr>
            <a:xfrm>
              <a:off x="4607884" y="2805524"/>
              <a:ext cx="72314" cy="31560"/>
            </a:xfrm>
            <a:custGeom>
              <a:avLst/>
              <a:gdLst/>
              <a:ahLst/>
              <a:cxnLst/>
              <a:rect l="l" t="t" r="r" b="b"/>
              <a:pathLst>
                <a:path w="3091" h="1349" extrusionOk="0">
                  <a:moveTo>
                    <a:pt x="2184" y="0"/>
                  </a:moveTo>
                  <a:cubicBezTo>
                    <a:pt x="2171" y="0"/>
                    <a:pt x="2158" y="1"/>
                    <a:pt x="2145" y="3"/>
                  </a:cubicBezTo>
                  <a:lnTo>
                    <a:pt x="400" y="3"/>
                  </a:lnTo>
                  <a:cubicBezTo>
                    <a:pt x="148" y="3"/>
                    <a:pt x="0" y="277"/>
                    <a:pt x="127" y="487"/>
                  </a:cubicBezTo>
                  <a:lnTo>
                    <a:pt x="589" y="1349"/>
                  </a:lnTo>
                  <a:lnTo>
                    <a:pt x="3091" y="1349"/>
                  </a:lnTo>
                  <a:lnTo>
                    <a:pt x="2439" y="172"/>
                  </a:lnTo>
                  <a:cubicBezTo>
                    <a:pt x="2383" y="77"/>
                    <a:pt x="2292" y="0"/>
                    <a:pt x="2184"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6"/>
            <p:cNvSpPr/>
            <p:nvPr/>
          </p:nvSpPr>
          <p:spPr>
            <a:xfrm>
              <a:off x="4304425" y="2762809"/>
              <a:ext cx="535161" cy="58066"/>
            </a:xfrm>
            <a:custGeom>
              <a:avLst/>
              <a:gdLst/>
              <a:ahLst/>
              <a:cxnLst/>
              <a:rect l="l" t="t" r="r" b="b"/>
              <a:pathLst>
                <a:path w="22875" h="2482" extrusionOk="0">
                  <a:moveTo>
                    <a:pt x="337" y="0"/>
                  </a:moveTo>
                  <a:cubicBezTo>
                    <a:pt x="148" y="0"/>
                    <a:pt x="0" y="147"/>
                    <a:pt x="0" y="337"/>
                  </a:cubicBezTo>
                  <a:lnTo>
                    <a:pt x="0" y="2145"/>
                  </a:lnTo>
                  <a:cubicBezTo>
                    <a:pt x="0" y="2334"/>
                    <a:pt x="148" y="2481"/>
                    <a:pt x="337" y="2481"/>
                  </a:cubicBezTo>
                  <a:lnTo>
                    <a:pt x="22559" y="2481"/>
                  </a:lnTo>
                  <a:cubicBezTo>
                    <a:pt x="22728" y="2481"/>
                    <a:pt x="22875" y="2334"/>
                    <a:pt x="22875" y="2145"/>
                  </a:cubicBezTo>
                  <a:lnTo>
                    <a:pt x="22875" y="337"/>
                  </a:lnTo>
                  <a:cubicBezTo>
                    <a:pt x="22875" y="147"/>
                    <a:pt x="22728" y="0"/>
                    <a:pt x="225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6"/>
            <p:cNvSpPr/>
            <p:nvPr/>
          </p:nvSpPr>
          <p:spPr>
            <a:xfrm>
              <a:off x="4806587" y="2449511"/>
              <a:ext cx="32964" cy="58558"/>
            </a:xfrm>
            <a:custGeom>
              <a:avLst/>
              <a:gdLst/>
              <a:ahLst/>
              <a:cxnLst/>
              <a:rect l="l" t="t" r="r" b="b"/>
              <a:pathLst>
                <a:path w="1409" h="2503" extrusionOk="0">
                  <a:moveTo>
                    <a:pt x="0" y="1"/>
                  </a:moveTo>
                  <a:lnTo>
                    <a:pt x="0" y="2503"/>
                  </a:lnTo>
                  <a:lnTo>
                    <a:pt x="1093" y="2503"/>
                  </a:lnTo>
                  <a:cubicBezTo>
                    <a:pt x="1262" y="2503"/>
                    <a:pt x="1409" y="2356"/>
                    <a:pt x="1409" y="2166"/>
                  </a:cubicBezTo>
                  <a:lnTo>
                    <a:pt x="1409" y="337"/>
                  </a:lnTo>
                  <a:cubicBezTo>
                    <a:pt x="1409" y="169"/>
                    <a:pt x="1262" y="1"/>
                    <a:pt x="1093"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6"/>
            <p:cNvSpPr/>
            <p:nvPr/>
          </p:nvSpPr>
          <p:spPr>
            <a:xfrm>
              <a:off x="4806587" y="2762809"/>
              <a:ext cx="32964" cy="58066"/>
            </a:xfrm>
            <a:custGeom>
              <a:avLst/>
              <a:gdLst/>
              <a:ahLst/>
              <a:cxnLst/>
              <a:rect l="l" t="t" r="r" b="b"/>
              <a:pathLst>
                <a:path w="1409" h="2482" extrusionOk="0">
                  <a:moveTo>
                    <a:pt x="0" y="0"/>
                  </a:moveTo>
                  <a:lnTo>
                    <a:pt x="0" y="2481"/>
                  </a:lnTo>
                  <a:lnTo>
                    <a:pt x="1093" y="2481"/>
                  </a:lnTo>
                  <a:cubicBezTo>
                    <a:pt x="1262" y="2481"/>
                    <a:pt x="1409" y="2334"/>
                    <a:pt x="1409" y="2145"/>
                  </a:cubicBezTo>
                  <a:lnTo>
                    <a:pt x="1409" y="337"/>
                  </a:lnTo>
                  <a:cubicBezTo>
                    <a:pt x="1409" y="147"/>
                    <a:pt x="1262" y="0"/>
                    <a:pt x="1093"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6"/>
            <p:cNvSpPr/>
            <p:nvPr/>
          </p:nvSpPr>
          <p:spPr>
            <a:xfrm>
              <a:off x="4615253" y="2569375"/>
              <a:ext cx="74092" cy="79356"/>
            </a:xfrm>
            <a:custGeom>
              <a:avLst/>
              <a:gdLst/>
              <a:ahLst/>
              <a:cxnLst/>
              <a:rect l="l" t="t" r="r" b="b"/>
              <a:pathLst>
                <a:path w="3167" h="3392" extrusionOk="0">
                  <a:moveTo>
                    <a:pt x="2688" y="0"/>
                  </a:moveTo>
                  <a:cubicBezTo>
                    <a:pt x="2601" y="0"/>
                    <a:pt x="2511" y="39"/>
                    <a:pt x="2440" y="133"/>
                  </a:cubicBezTo>
                  <a:lnTo>
                    <a:pt x="190" y="2845"/>
                  </a:lnTo>
                  <a:cubicBezTo>
                    <a:pt x="1" y="3055"/>
                    <a:pt x="148" y="3392"/>
                    <a:pt x="442" y="3392"/>
                  </a:cubicBezTo>
                  <a:cubicBezTo>
                    <a:pt x="547" y="3392"/>
                    <a:pt x="631" y="3329"/>
                    <a:pt x="695" y="3266"/>
                  </a:cubicBezTo>
                  <a:lnTo>
                    <a:pt x="2965" y="553"/>
                  </a:lnTo>
                  <a:cubicBezTo>
                    <a:pt x="3167" y="305"/>
                    <a:pt x="2934" y="0"/>
                    <a:pt x="26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6"/>
            <p:cNvSpPr/>
            <p:nvPr/>
          </p:nvSpPr>
          <p:spPr>
            <a:xfrm>
              <a:off x="4528112" y="2613727"/>
              <a:ext cx="75870" cy="45831"/>
            </a:xfrm>
            <a:custGeom>
              <a:avLst/>
              <a:gdLst/>
              <a:ahLst/>
              <a:cxnLst/>
              <a:rect l="l" t="t" r="r" b="b"/>
              <a:pathLst>
                <a:path w="3243" h="1959" extrusionOk="0">
                  <a:moveTo>
                    <a:pt x="494" y="0"/>
                  </a:moveTo>
                  <a:cubicBezTo>
                    <a:pt x="194" y="0"/>
                    <a:pt x="0" y="454"/>
                    <a:pt x="341" y="634"/>
                  </a:cubicBezTo>
                  <a:lnTo>
                    <a:pt x="2611" y="1916"/>
                  </a:lnTo>
                  <a:cubicBezTo>
                    <a:pt x="2653" y="1937"/>
                    <a:pt x="2717" y="1958"/>
                    <a:pt x="2759" y="1958"/>
                  </a:cubicBezTo>
                  <a:cubicBezTo>
                    <a:pt x="3116" y="1958"/>
                    <a:pt x="3242" y="1496"/>
                    <a:pt x="2927" y="1327"/>
                  </a:cubicBezTo>
                  <a:lnTo>
                    <a:pt x="656" y="45"/>
                  </a:lnTo>
                  <a:cubicBezTo>
                    <a:pt x="600" y="14"/>
                    <a:pt x="545" y="0"/>
                    <a:pt x="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6"/>
            <p:cNvSpPr/>
            <p:nvPr/>
          </p:nvSpPr>
          <p:spPr>
            <a:xfrm>
              <a:off x="4450002" y="2619809"/>
              <a:ext cx="69600" cy="80572"/>
            </a:xfrm>
            <a:custGeom>
              <a:avLst/>
              <a:gdLst/>
              <a:ahLst/>
              <a:cxnLst/>
              <a:rect l="l" t="t" r="r" b="b"/>
              <a:pathLst>
                <a:path w="2975" h="3444" extrusionOk="0">
                  <a:moveTo>
                    <a:pt x="2525" y="0"/>
                  </a:moveTo>
                  <a:cubicBezTo>
                    <a:pt x="2444" y="0"/>
                    <a:pt x="2362" y="30"/>
                    <a:pt x="2292" y="100"/>
                  </a:cubicBezTo>
                  <a:lnTo>
                    <a:pt x="148" y="2918"/>
                  </a:lnTo>
                  <a:cubicBezTo>
                    <a:pt x="1" y="3149"/>
                    <a:pt x="148" y="3443"/>
                    <a:pt x="421" y="3443"/>
                  </a:cubicBezTo>
                  <a:cubicBezTo>
                    <a:pt x="526" y="3443"/>
                    <a:pt x="631" y="3401"/>
                    <a:pt x="694" y="3317"/>
                  </a:cubicBezTo>
                  <a:lnTo>
                    <a:pt x="2818" y="521"/>
                  </a:lnTo>
                  <a:cubicBezTo>
                    <a:pt x="2974" y="255"/>
                    <a:pt x="2758" y="0"/>
                    <a:pt x="25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6"/>
            <p:cNvSpPr/>
            <p:nvPr/>
          </p:nvSpPr>
          <p:spPr>
            <a:xfrm>
              <a:off x="4406233" y="2681168"/>
              <a:ext cx="71823" cy="61576"/>
            </a:xfrm>
            <a:custGeom>
              <a:avLst/>
              <a:gdLst/>
              <a:ahLst/>
              <a:cxnLst/>
              <a:rect l="l" t="t" r="r" b="b"/>
              <a:pathLst>
                <a:path w="3070" h="2632" extrusionOk="0">
                  <a:moveTo>
                    <a:pt x="1766" y="0"/>
                  </a:moveTo>
                  <a:cubicBezTo>
                    <a:pt x="589" y="0"/>
                    <a:pt x="0" y="1409"/>
                    <a:pt x="841" y="2250"/>
                  </a:cubicBezTo>
                  <a:cubicBezTo>
                    <a:pt x="1105" y="2514"/>
                    <a:pt x="1430" y="2632"/>
                    <a:pt x="1750" y="2632"/>
                  </a:cubicBezTo>
                  <a:cubicBezTo>
                    <a:pt x="2422" y="2632"/>
                    <a:pt x="3070" y="2109"/>
                    <a:pt x="3070" y="1325"/>
                  </a:cubicBezTo>
                  <a:cubicBezTo>
                    <a:pt x="3070" y="589"/>
                    <a:pt x="2481" y="0"/>
                    <a:pt x="17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6"/>
            <p:cNvSpPr/>
            <p:nvPr/>
          </p:nvSpPr>
          <p:spPr>
            <a:xfrm>
              <a:off x="4481139" y="2577375"/>
              <a:ext cx="71682" cy="61435"/>
            </a:xfrm>
            <a:custGeom>
              <a:avLst/>
              <a:gdLst/>
              <a:ahLst/>
              <a:cxnLst/>
              <a:rect l="l" t="t" r="r" b="b"/>
              <a:pathLst>
                <a:path w="3064" h="2626" extrusionOk="0">
                  <a:moveTo>
                    <a:pt x="1714" y="1"/>
                  </a:moveTo>
                  <a:cubicBezTo>
                    <a:pt x="574" y="1"/>
                    <a:pt x="0" y="1416"/>
                    <a:pt x="814" y="2230"/>
                  </a:cubicBezTo>
                  <a:cubicBezTo>
                    <a:pt x="1088" y="2503"/>
                    <a:pt x="1421" y="2626"/>
                    <a:pt x="1747" y="2626"/>
                  </a:cubicBezTo>
                  <a:cubicBezTo>
                    <a:pt x="2422" y="2626"/>
                    <a:pt x="3064" y="2099"/>
                    <a:pt x="3064" y="1305"/>
                  </a:cubicBezTo>
                  <a:cubicBezTo>
                    <a:pt x="3064" y="569"/>
                    <a:pt x="2475" y="1"/>
                    <a:pt x="1739" y="1"/>
                  </a:cubicBezTo>
                  <a:cubicBezTo>
                    <a:pt x="1731" y="1"/>
                    <a:pt x="1722" y="1"/>
                    <a:pt x="17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6"/>
            <p:cNvSpPr/>
            <p:nvPr/>
          </p:nvSpPr>
          <p:spPr>
            <a:xfrm>
              <a:off x="4572958" y="2629517"/>
              <a:ext cx="71846" cy="61599"/>
            </a:xfrm>
            <a:custGeom>
              <a:avLst/>
              <a:gdLst/>
              <a:ahLst/>
              <a:cxnLst/>
              <a:rect l="l" t="t" r="r" b="b"/>
              <a:pathLst>
                <a:path w="3071" h="2633" extrusionOk="0">
                  <a:moveTo>
                    <a:pt x="1746" y="1"/>
                  </a:moveTo>
                  <a:cubicBezTo>
                    <a:pt x="568" y="1"/>
                    <a:pt x="1" y="1409"/>
                    <a:pt x="821" y="2250"/>
                  </a:cubicBezTo>
                  <a:cubicBezTo>
                    <a:pt x="1085" y="2514"/>
                    <a:pt x="1412" y="2632"/>
                    <a:pt x="1734" y="2632"/>
                  </a:cubicBezTo>
                  <a:cubicBezTo>
                    <a:pt x="2413" y="2632"/>
                    <a:pt x="3070" y="2109"/>
                    <a:pt x="3070" y="1325"/>
                  </a:cubicBezTo>
                  <a:cubicBezTo>
                    <a:pt x="3070" y="589"/>
                    <a:pt x="2482" y="1"/>
                    <a:pt x="17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6"/>
            <p:cNvSpPr/>
            <p:nvPr/>
          </p:nvSpPr>
          <p:spPr>
            <a:xfrm>
              <a:off x="4648705" y="2527712"/>
              <a:ext cx="72314" cy="61435"/>
            </a:xfrm>
            <a:custGeom>
              <a:avLst/>
              <a:gdLst/>
              <a:ahLst/>
              <a:cxnLst/>
              <a:rect l="l" t="t" r="r" b="b"/>
              <a:pathLst>
                <a:path w="3091" h="2626" extrusionOk="0">
                  <a:moveTo>
                    <a:pt x="1766" y="1"/>
                  </a:moveTo>
                  <a:cubicBezTo>
                    <a:pt x="589" y="1"/>
                    <a:pt x="0" y="1409"/>
                    <a:pt x="841" y="2229"/>
                  </a:cubicBezTo>
                  <a:cubicBezTo>
                    <a:pt x="1108" y="2503"/>
                    <a:pt x="1439" y="2625"/>
                    <a:pt x="1765" y="2625"/>
                  </a:cubicBezTo>
                  <a:cubicBezTo>
                    <a:pt x="2440" y="2625"/>
                    <a:pt x="3091" y="2099"/>
                    <a:pt x="3091" y="1304"/>
                  </a:cubicBezTo>
                  <a:cubicBezTo>
                    <a:pt x="3091" y="589"/>
                    <a:pt x="2502" y="1"/>
                    <a:pt x="17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36"/>
          <p:cNvGrpSpPr/>
          <p:nvPr/>
        </p:nvGrpSpPr>
        <p:grpSpPr>
          <a:xfrm>
            <a:off x="6943182" y="2134475"/>
            <a:ext cx="535152" cy="454802"/>
            <a:chOff x="6943175" y="2494925"/>
            <a:chExt cx="535152" cy="454802"/>
          </a:xfrm>
        </p:grpSpPr>
        <p:sp>
          <p:nvSpPr>
            <p:cNvPr id="747" name="Google Shape;747;p36"/>
            <p:cNvSpPr/>
            <p:nvPr/>
          </p:nvSpPr>
          <p:spPr>
            <a:xfrm>
              <a:off x="7193029" y="2611213"/>
              <a:ext cx="275172" cy="250355"/>
            </a:xfrm>
            <a:custGeom>
              <a:avLst/>
              <a:gdLst/>
              <a:ahLst/>
              <a:cxnLst/>
              <a:rect l="l" t="t" r="r" b="b"/>
              <a:pathLst>
                <a:path w="6250" h="5686" extrusionOk="0">
                  <a:moveTo>
                    <a:pt x="3934" y="1"/>
                  </a:moveTo>
                  <a:lnTo>
                    <a:pt x="2728" y="919"/>
                  </a:lnTo>
                  <a:lnTo>
                    <a:pt x="1733" y="584"/>
                  </a:lnTo>
                  <a:lnTo>
                    <a:pt x="0" y="1991"/>
                  </a:lnTo>
                  <a:lnTo>
                    <a:pt x="2670" y="5685"/>
                  </a:lnTo>
                  <a:lnTo>
                    <a:pt x="6250" y="3140"/>
                  </a:lnTo>
                  <a:lnTo>
                    <a:pt x="39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6"/>
            <p:cNvSpPr/>
            <p:nvPr/>
          </p:nvSpPr>
          <p:spPr>
            <a:xfrm>
              <a:off x="7316481" y="2494925"/>
              <a:ext cx="161845" cy="297335"/>
            </a:xfrm>
            <a:custGeom>
              <a:avLst/>
              <a:gdLst/>
              <a:ahLst/>
              <a:cxnLst/>
              <a:rect l="l" t="t" r="r" b="b"/>
              <a:pathLst>
                <a:path w="3676" h="6753" extrusionOk="0">
                  <a:moveTo>
                    <a:pt x="3675" y="0"/>
                  </a:moveTo>
                  <a:lnTo>
                    <a:pt x="106" y="2536"/>
                  </a:lnTo>
                  <a:cubicBezTo>
                    <a:pt x="10" y="2594"/>
                    <a:pt x="0" y="2718"/>
                    <a:pt x="58" y="2804"/>
                  </a:cubicBezTo>
                  <a:lnTo>
                    <a:pt x="3063" y="6680"/>
                  </a:lnTo>
                  <a:cubicBezTo>
                    <a:pt x="3101" y="6729"/>
                    <a:pt x="3153" y="6753"/>
                    <a:pt x="3208" y="6753"/>
                  </a:cubicBezTo>
                  <a:cubicBezTo>
                    <a:pt x="3250" y="6753"/>
                    <a:pt x="3293" y="6738"/>
                    <a:pt x="3331" y="6709"/>
                  </a:cubicBezTo>
                  <a:lnTo>
                    <a:pt x="3675" y="6441"/>
                  </a:lnTo>
                  <a:lnTo>
                    <a:pt x="367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6"/>
            <p:cNvSpPr/>
            <p:nvPr/>
          </p:nvSpPr>
          <p:spPr>
            <a:xfrm>
              <a:off x="7426857" y="2718254"/>
              <a:ext cx="51468" cy="74102"/>
            </a:xfrm>
            <a:custGeom>
              <a:avLst/>
              <a:gdLst/>
              <a:ahLst/>
              <a:cxnLst/>
              <a:rect l="l" t="t" r="r" b="b"/>
              <a:pathLst>
                <a:path w="1169" h="1683" extrusionOk="0">
                  <a:moveTo>
                    <a:pt x="1168" y="0"/>
                  </a:moveTo>
                  <a:lnTo>
                    <a:pt x="1" y="890"/>
                  </a:lnTo>
                  <a:lnTo>
                    <a:pt x="556" y="1608"/>
                  </a:lnTo>
                  <a:cubicBezTo>
                    <a:pt x="595" y="1658"/>
                    <a:pt x="650" y="1683"/>
                    <a:pt x="707" y="1683"/>
                  </a:cubicBezTo>
                  <a:cubicBezTo>
                    <a:pt x="747" y="1683"/>
                    <a:pt x="788" y="1670"/>
                    <a:pt x="824" y="1646"/>
                  </a:cubicBezTo>
                  <a:lnTo>
                    <a:pt x="1168" y="1369"/>
                  </a:lnTo>
                  <a:lnTo>
                    <a:pt x="1168"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6"/>
            <p:cNvSpPr/>
            <p:nvPr/>
          </p:nvSpPr>
          <p:spPr>
            <a:xfrm>
              <a:off x="7211124" y="2693817"/>
              <a:ext cx="209043" cy="139223"/>
            </a:xfrm>
            <a:custGeom>
              <a:avLst/>
              <a:gdLst/>
              <a:ahLst/>
              <a:cxnLst/>
              <a:rect l="l" t="t" r="r" b="b"/>
              <a:pathLst>
                <a:path w="4748" h="3162" extrusionOk="0">
                  <a:moveTo>
                    <a:pt x="546" y="0"/>
                  </a:moveTo>
                  <a:lnTo>
                    <a:pt x="1" y="1005"/>
                  </a:lnTo>
                  <a:lnTo>
                    <a:pt x="3829" y="3092"/>
                  </a:lnTo>
                  <a:cubicBezTo>
                    <a:pt x="3916" y="3139"/>
                    <a:pt x="4009" y="3162"/>
                    <a:pt x="4101" y="3162"/>
                  </a:cubicBezTo>
                  <a:cubicBezTo>
                    <a:pt x="4303" y="3162"/>
                    <a:pt x="4499" y="3053"/>
                    <a:pt x="4604" y="2862"/>
                  </a:cubicBezTo>
                  <a:cubicBezTo>
                    <a:pt x="4748" y="2584"/>
                    <a:pt x="4652" y="2240"/>
                    <a:pt x="4374" y="2087"/>
                  </a:cubicBezTo>
                  <a:lnTo>
                    <a:pt x="5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6"/>
            <p:cNvSpPr/>
            <p:nvPr/>
          </p:nvSpPr>
          <p:spPr>
            <a:xfrm>
              <a:off x="7292882" y="2763739"/>
              <a:ext cx="122661" cy="69347"/>
            </a:xfrm>
            <a:custGeom>
              <a:avLst/>
              <a:gdLst/>
              <a:ahLst/>
              <a:cxnLst/>
              <a:rect l="l" t="t" r="r" b="b"/>
              <a:pathLst>
                <a:path w="2786" h="1575" extrusionOk="0">
                  <a:moveTo>
                    <a:pt x="240" y="1"/>
                  </a:moveTo>
                  <a:lnTo>
                    <a:pt x="1" y="432"/>
                  </a:lnTo>
                  <a:lnTo>
                    <a:pt x="1972" y="1504"/>
                  </a:lnTo>
                  <a:cubicBezTo>
                    <a:pt x="2058" y="1552"/>
                    <a:pt x="2152" y="1575"/>
                    <a:pt x="2244" y="1575"/>
                  </a:cubicBezTo>
                  <a:cubicBezTo>
                    <a:pt x="2478" y="1575"/>
                    <a:pt x="2703" y="1428"/>
                    <a:pt x="2785" y="1188"/>
                  </a:cubicBezTo>
                  <a:lnTo>
                    <a:pt x="2785" y="1188"/>
                  </a:lnTo>
                  <a:cubicBezTo>
                    <a:pt x="2729" y="1205"/>
                    <a:pt x="2672" y="1214"/>
                    <a:pt x="2615" y="1214"/>
                  </a:cubicBezTo>
                  <a:cubicBezTo>
                    <a:pt x="2517" y="1214"/>
                    <a:pt x="2421" y="1188"/>
                    <a:pt x="2336" y="1140"/>
                  </a:cubicBezTo>
                  <a:lnTo>
                    <a:pt x="240"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6"/>
            <p:cNvSpPr/>
            <p:nvPr/>
          </p:nvSpPr>
          <p:spPr>
            <a:xfrm>
              <a:off x="7172380" y="2730055"/>
              <a:ext cx="209439" cy="138827"/>
            </a:xfrm>
            <a:custGeom>
              <a:avLst/>
              <a:gdLst/>
              <a:ahLst/>
              <a:cxnLst/>
              <a:rect l="l" t="t" r="r" b="b"/>
              <a:pathLst>
                <a:path w="4757" h="3153" extrusionOk="0">
                  <a:moveTo>
                    <a:pt x="546" y="0"/>
                  </a:moveTo>
                  <a:lnTo>
                    <a:pt x="0" y="996"/>
                  </a:lnTo>
                  <a:lnTo>
                    <a:pt x="3829" y="3082"/>
                  </a:lnTo>
                  <a:cubicBezTo>
                    <a:pt x="3916" y="3130"/>
                    <a:pt x="4010" y="3153"/>
                    <a:pt x="4102" y="3153"/>
                  </a:cubicBezTo>
                  <a:cubicBezTo>
                    <a:pt x="4304" y="3153"/>
                    <a:pt x="4499" y="3046"/>
                    <a:pt x="4604" y="2862"/>
                  </a:cubicBezTo>
                  <a:cubicBezTo>
                    <a:pt x="4757" y="2584"/>
                    <a:pt x="4652" y="2240"/>
                    <a:pt x="4374" y="2087"/>
                  </a:cubicBezTo>
                  <a:lnTo>
                    <a:pt x="5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6"/>
            <p:cNvSpPr/>
            <p:nvPr/>
          </p:nvSpPr>
          <p:spPr>
            <a:xfrm>
              <a:off x="7267611" y="2808828"/>
              <a:ext cx="109144" cy="60101"/>
            </a:xfrm>
            <a:custGeom>
              <a:avLst/>
              <a:gdLst/>
              <a:ahLst/>
              <a:cxnLst/>
              <a:rect l="l" t="t" r="r" b="b"/>
              <a:pathLst>
                <a:path w="2479" h="1365" extrusionOk="0">
                  <a:moveTo>
                    <a:pt x="220" y="1"/>
                  </a:moveTo>
                  <a:lnTo>
                    <a:pt x="0" y="384"/>
                  </a:lnTo>
                  <a:lnTo>
                    <a:pt x="1666" y="1293"/>
                  </a:lnTo>
                  <a:cubicBezTo>
                    <a:pt x="1752" y="1342"/>
                    <a:pt x="1845" y="1364"/>
                    <a:pt x="1937" y="1364"/>
                  </a:cubicBezTo>
                  <a:cubicBezTo>
                    <a:pt x="2171" y="1364"/>
                    <a:pt x="2397" y="1218"/>
                    <a:pt x="2479" y="977"/>
                  </a:cubicBezTo>
                  <a:lnTo>
                    <a:pt x="2479" y="977"/>
                  </a:lnTo>
                  <a:cubicBezTo>
                    <a:pt x="2405" y="1012"/>
                    <a:pt x="2325" y="1029"/>
                    <a:pt x="2245" y="1029"/>
                  </a:cubicBezTo>
                  <a:cubicBezTo>
                    <a:pt x="2150" y="1029"/>
                    <a:pt x="2055" y="1005"/>
                    <a:pt x="1972" y="958"/>
                  </a:cubicBezTo>
                  <a:lnTo>
                    <a:pt x="220"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6"/>
            <p:cNvSpPr/>
            <p:nvPr/>
          </p:nvSpPr>
          <p:spPr>
            <a:xfrm>
              <a:off x="7133592" y="2765853"/>
              <a:ext cx="209483" cy="139267"/>
            </a:xfrm>
            <a:custGeom>
              <a:avLst/>
              <a:gdLst/>
              <a:ahLst/>
              <a:cxnLst/>
              <a:rect l="l" t="t" r="r" b="b"/>
              <a:pathLst>
                <a:path w="4758" h="3163" extrusionOk="0">
                  <a:moveTo>
                    <a:pt x="546" y="1"/>
                  </a:moveTo>
                  <a:lnTo>
                    <a:pt x="1" y="1006"/>
                  </a:lnTo>
                  <a:lnTo>
                    <a:pt x="3829" y="3092"/>
                  </a:lnTo>
                  <a:cubicBezTo>
                    <a:pt x="3916" y="3140"/>
                    <a:pt x="4009" y="3163"/>
                    <a:pt x="4101" y="3163"/>
                  </a:cubicBezTo>
                  <a:cubicBezTo>
                    <a:pt x="4303" y="3163"/>
                    <a:pt x="4499" y="3053"/>
                    <a:pt x="4604" y="2862"/>
                  </a:cubicBezTo>
                  <a:cubicBezTo>
                    <a:pt x="4757" y="2585"/>
                    <a:pt x="4652" y="2240"/>
                    <a:pt x="4375" y="2097"/>
                  </a:cubicBezTo>
                  <a:lnTo>
                    <a:pt x="5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6"/>
            <p:cNvSpPr/>
            <p:nvPr/>
          </p:nvSpPr>
          <p:spPr>
            <a:xfrm>
              <a:off x="7242339" y="2853079"/>
              <a:ext cx="95231" cy="51999"/>
            </a:xfrm>
            <a:custGeom>
              <a:avLst/>
              <a:gdLst/>
              <a:ahLst/>
              <a:cxnLst/>
              <a:rect l="l" t="t" r="r" b="b"/>
              <a:pathLst>
                <a:path w="2163" h="1181" extrusionOk="0">
                  <a:moveTo>
                    <a:pt x="211" y="1"/>
                  </a:moveTo>
                  <a:lnTo>
                    <a:pt x="0" y="365"/>
                  </a:lnTo>
                  <a:lnTo>
                    <a:pt x="1359" y="1111"/>
                  </a:lnTo>
                  <a:cubicBezTo>
                    <a:pt x="1445" y="1158"/>
                    <a:pt x="1539" y="1181"/>
                    <a:pt x="1631" y="1181"/>
                  </a:cubicBezTo>
                  <a:cubicBezTo>
                    <a:pt x="1856" y="1181"/>
                    <a:pt x="2075" y="1048"/>
                    <a:pt x="2163" y="824"/>
                  </a:cubicBezTo>
                  <a:lnTo>
                    <a:pt x="2163" y="824"/>
                  </a:lnTo>
                  <a:cubicBezTo>
                    <a:pt x="2092" y="853"/>
                    <a:pt x="2019" y="868"/>
                    <a:pt x="1946" y="868"/>
                  </a:cubicBezTo>
                  <a:cubicBezTo>
                    <a:pt x="1853" y="868"/>
                    <a:pt x="1761" y="844"/>
                    <a:pt x="1675" y="795"/>
                  </a:cubicBezTo>
                  <a:lnTo>
                    <a:pt x="211"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6"/>
            <p:cNvSpPr/>
            <p:nvPr/>
          </p:nvSpPr>
          <p:spPr>
            <a:xfrm>
              <a:off x="7094848" y="2802091"/>
              <a:ext cx="209439" cy="139091"/>
            </a:xfrm>
            <a:custGeom>
              <a:avLst/>
              <a:gdLst/>
              <a:ahLst/>
              <a:cxnLst/>
              <a:rect l="l" t="t" r="r" b="b"/>
              <a:pathLst>
                <a:path w="4757" h="3159" extrusionOk="0">
                  <a:moveTo>
                    <a:pt x="546" y="1"/>
                  </a:moveTo>
                  <a:lnTo>
                    <a:pt x="0" y="996"/>
                  </a:lnTo>
                  <a:lnTo>
                    <a:pt x="3829" y="3092"/>
                  </a:lnTo>
                  <a:cubicBezTo>
                    <a:pt x="3915" y="3137"/>
                    <a:pt x="4008" y="3158"/>
                    <a:pt x="4100" y="3158"/>
                  </a:cubicBezTo>
                  <a:cubicBezTo>
                    <a:pt x="4302" y="3158"/>
                    <a:pt x="4498" y="3053"/>
                    <a:pt x="4604" y="2862"/>
                  </a:cubicBezTo>
                  <a:cubicBezTo>
                    <a:pt x="4757" y="2585"/>
                    <a:pt x="4652" y="2240"/>
                    <a:pt x="4374" y="2087"/>
                  </a:cubicBezTo>
                  <a:lnTo>
                    <a:pt x="5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6"/>
            <p:cNvSpPr/>
            <p:nvPr/>
          </p:nvSpPr>
          <p:spPr>
            <a:xfrm>
              <a:off x="7217024" y="2894822"/>
              <a:ext cx="82243" cy="46099"/>
            </a:xfrm>
            <a:custGeom>
              <a:avLst/>
              <a:gdLst/>
              <a:ahLst/>
              <a:cxnLst/>
              <a:rect l="l" t="t" r="r" b="b"/>
              <a:pathLst>
                <a:path w="1868" h="1047" extrusionOk="0">
                  <a:moveTo>
                    <a:pt x="240" y="0"/>
                  </a:moveTo>
                  <a:lnTo>
                    <a:pt x="1" y="402"/>
                  </a:lnTo>
                  <a:lnTo>
                    <a:pt x="1054" y="976"/>
                  </a:lnTo>
                  <a:cubicBezTo>
                    <a:pt x="1140" y="1024"/>
                    <a:pt x="1234" y="1047"/>
                    <a:pt x="1326" y="1047"/>
                  </a:cubicBezTo>
                  <a:cubicBezTo>
                    <a:pt x="1528" y="1047"/>
                    <a:pt x="1724" y="938"/>
                    <a:pt x="1829" y="747"/>
                  </a:cubicBezTo>
                  <a:cubicBezTo>
                    <a:pt x="1848" y="728"/>
                    <a:pt x="1857" y="699"/>
                    <a:pt x="1867" y="670"/>
                  </a:cubicBezTo>
                  <a:lnTo>
                    <a:pt x="1867" y="670"/>
                  </a:lnTo>
                  <a:cubicBezTo>
                    <a:pt x="1801" y="695"/>
                    <a:pt x="1732" y="707"/>
                    <a:pt x="1663" y="707"/>
                  </a:cubicBezTo>
                  <a:cubicBezTo>
                    <a:pt x="1572" y="707"/>
                    <a:pt x="1480" y="685"/>
                    <a:pt x="1398" y="642"/>
                  </a:cubicBezTo>
                  <a:lnTo>
                    <a:pt x="240"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6"/>
            <p:cNvSpPr/>
            <p:nvPr/>
          </p:nvSpPr>
          <p:spPr>
            <a:xfrm>
              <a:off x="6968006" y="2628473"/>
              <a:ext cx="266763" cy="241505"/>
            </a:xfrm>
            <a:custGeom>
              <a:avLst/>
              <a:gdLst/>
              <a:ahLst/>
              <a:cxnLst/>
              <a:rect l="l" t="t" r="r" b="b"/>
              <a:pathLst>
                <a:path w="6059" h="5485" extrusionOk="0">
                  <a:moveTo>
                    <a:pt x="1896" y="1"/>
                  </a:moveTo>
                  <a:lnTo>
                    <a:pt x="1" y="3418"/>
                  </a:lnTo>
                  <a:lnTo>
                    <a:pt x="3877" y="5485"/>
                  </a:lnTo>
                  <a:lnTo>
                    <a:pt x="6059" y="1484"/>
                  </a:lnTo>
                  <a:lnTo>
                    <a:pt x="4145" y="680"/>
                  </a:lnTo>
                  <a:cubicBezTo>
                    <a:pt x="4106" y="661"/>
                    <a:pt x="4078" y="661"/>
                    <a:pt x="4039" y="661"/>
                  </a:cubicBezTo>
                  <a:lnTo>
                    <a:pt x="3274" y="757"/>
                  </a:lnTo>
                  <a:cubicBezTo>
                    <a:pt x="3226" y="757"/>
                    <a:pt x="3188" y="747"/>
                    <a:pt x="3149" y="728"/>
                  </a:cubicBezTo>
                  <a:lnTo>
                    <a:pt x="18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6"/>
            <p:cNvSpPr/>
            <p:nvPr/>
          </p:nvSpPr>
          <p:spPr>
            <a:xfrm>
              <a:off x="6943175" y="2531559"/>
              <a:ext cx="165191" cy="285358"/>
            </a:xfrm>
            <a:custGeom>
              <a:avLst/>
              <a:gdLst/>
              <a:ahLst/>
              <a:cxnLst/>
              <a:rect l="l" t="t" r="r" b="b"/>
              <a:pathLst>
                <a:path w="3752" h="6481" extrusionOk="0">
                  <a:moveTo>
                    <a:pt x="0" y="1"/>
                  </a:moveTo>
                  <a:lnTo>
                    <a:pt x="0" y="5810"/>
                  </a:lnTo>
                  <a:lnTo>
                    <a:pt x="1101" y="6451"/>
                  </a:lnTo>
                  <a:cubicBezTo>
                    <a:pt x="1133" y="6471"/>
                    <a:pt x="1170" y="6480"/>
                    <a:pt x="1207" y="6480"/>
                  </a:cubicBezTo>
                  <a:cubicBezTo>
                    <a:pt x="1279" y="6480"/>
                    <a:pt x="1350" y="6444"/>
                    <a:pt x="1388" y="6375"/>
                  </a:cubicBezTo>
                  <a:lnTo>
                    <a:pt x="3694" y="2384"/>
                  </a:lnTo>
                  <a:cubicBezTo>
                    <a:pt x="3752" y="2288"/>
                    <a:pt x="3713" y="2154"/>
                    <a:pt x="3618" y="2097"/>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6"/>
            <p:cNvSpPr/>
            <p:nvPr/>
          </p:nvSpPr>
          <p:spPr>
            <a:xfrm>
              <a:off x="6943175" y="2531559"/>
              <a:ext cx="127284" cy="266778"/>
            </a:xfrm>
            <a:custGeom>
              <a:avLst/>
              <a:gdLst/>
              <a:ahLst/>
              <a:cxnLst/>
              <a:rect l="l" t="t" r="r" b="b"/>
              <a:pathLst>
                <a:path w="2891" h="6059" extrusionOk="0">
                  <a:moveTo>
                    <a:pt x="0" y="1"/>
                  </a:moveTo>
                  <a:lnTo>
                    <a:pt x="0" y="5810"/>
                  </a:lnTo>
                  <a:lnTo>
                    <a:pt x="431" y="6059"/>
                  </a:lnTo>
                  <a:lnTo>
                    <a:pt x="2890" y="16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6"/>
            <p:cNvSpPr/>
            <p:nvPr/>
          </p:nvSpPr>
          <p:spPr>
            <a:xfrm>
              <a:off x="6943175" y="2732564"/>
              <a:ext cx="79249" cy="84361"/>
            </a:xfrm>
            <a:custGeom>
              <a:avLst/>
              <a:gdLst/>
              <a:ahLst/>
              <a:cxnLst/>
              <a:rect l="l" t="t" r="r" b="b"/>
              <a:pathLst>
                <a:path w="1800" h="1916" extrusionOk="0">
                  <a:moveTo>
                    <a:pt x="0" y="1"/>
                  </a:moveTo>
                  <a:lnTo>
                    <a:pt x="0" y="1245"/>
                  </a:lnTo>
                  <a:lnTo>
                    <a:pt x="1101" y="1886"/>
                  </a:lnTo>
                  <a:cubicBezTo>
                    <a:pt x="1133" y="1906"/>
                    <a:pt x="1170" y="1915"/>
                    <a:pt x="1207" y="1915"/>
                  </a:cubicBezTo>
                  <a:cubicBezTo>
                    <a:pt x="1279" y="1915"/>
                    <a:pt x="1350" y="1879"/>
                    <a:pt x="1388" y="1810"/>
                  </a:cubicBezTo>
                  <a:lnTo>
                    <a:pt x="1799" y="1092"/>
                  </a:lnTo>
                  <a:lnTo>
                    <a:pt x="0"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6"/>
            <p:cNvSpPr/>
            <p:nvPr/>
          </p:nvSpPr>
          <p:spPr>
            <a:xfrm>
              <a:off x="7023216" y="2766645"/>
              <a:ext cx="112534" cy="90306"/>
            </a:xfrm>
            <a:custGeom>
              <a:avLst/>
              <a:gdLst/>
              <a:ahLst/>
              <a:cxnLst/>
              <a:rect l="l" t="t" r="r" b="b"/>
              <a:pathLst>
                <a:path w="2556" h="2051" extrusionOk="0">
                  <a:moveTo>
                    <a:pt x="1902" y="1"/>
                  </a:moveTo>
                  <a:cubicBezTo>
                    <a:pt x="1788" y="1"/>
                    <a:pt x="1672" y="35"/>
                    <a:pt x="1570" y="107"/>
                  </a:cubicBezTo>
                  <a:lnTo>
                    <a:pt x="316" y="1016"/>
                  </a:lnTo>
                  <a:cubicBezTo>
                    <a:pt x="58" y="1198"/>
                    <a:pt x="1" y="1562"/>
                    <a:pt x="192" y="1811"/>
                  </a:cubicBezTo>
                  <a:cubicBezTo>
                    <a:pt x="302" y="1968"/>
                    <a:pt x="477" y="2051"/>
                    <a:pt x="654" y="2051"/>
                  </a:cubicBezTo>
                  <a:cubicBezTo>
                    <a:pt x="769" y="2051"/>
                    <a:pt x="885" y="2016"/>
                    <a:pt x="986" y="1945"/>
                  </a:cubicBezTo>
                  <a:lnTo>
                    <a:pt x="2240" y="1045"/>
                  </a:lnTo>
                  <a:cubicBezTo>
                    <a:pt x="2508" y="854"/>
                    <a:pt x="2556" y="490"/>
                    <a:pt x="2364" y="232"/>
                  </a:cubicBezTo>
                  <a:cubicBezTo>
                    <a:pt x="2249" y="81"/>
                    <a:pt x="2077" y="1"/>
                    <a:pt x="19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6"/>
            <p:cNvSpPr/>
            <p:nvPr/>
          </p:nvSpPr>
          <p:spPr>
            <a:xfrm>
              <a:off x="7028675" y="2768406"/>
              <a:ext cx="107075" cy="88720"/>
            </a:xfrm>
            <a:custGeom>
              <a:avLst/>
              <a:gdLst/>
              <a:ahLst/>
              <a:cxnLst/>
              <a:rect l="l" t="t" r="r" b="b"/>
              <a:pathLst>
                <a:path w="2432" h="2015" extrusionOk="0">
                  <a:moveTo>
                    <a:pt x="2001" y="0"/>
                  </a:moveTo>
                  <a:lnTo>
                    <a:pt x="2001" y="0"/>
                  </a:lnTo>
                  <a:cubicBezTo>
                    <a:pt x="2097" y="249"/>
                    <a:pt x="2011" y="527"/>
                    <a:pt x="1800" y="680"/>
                  </a:cubicBezTo>
                  <a:lnTo>
                    <a:pt x="546" y="1589"/>
                  </a:lnTo>
                  <a:cubicBezTo>
                    <a:pt x="445" y="1661"/>
                    <a:pt x="329" y="1699"/>
                    <a:pt x="211" y="1699"/>
                  </a:cubicBezTo>
                  <a:cubicBezTo>
                    <a:pt x="141" y="1699"/>
                    <a:pt x="69" y="1685"/>
                    <a:pt x="1" y="1656"/>
                  </a:cubicBezTo>
                  <a:lnTo>
                    <a:pt x="1" y="1656"/>
                  </a:lnTo>
                  <a:cubicBezTo>
                    <a:pt x="89" y="1883"/>
                    <a:pt x="303" y="2015"/>
                    <a:pt x="525" y="2015"/>
                  </a:cubicBezTo>
                  <a:cubicBezTo>
                    <a:pt x="640" y="2015"/>
                    <a:pt x="758" y="1980"/>
                    <a:pt x="862" y="1905"/>
                  </a:cubicBezTo>
                  <a:lnTo>
                    <a:pt x="2116" y="1005"/>
                  </a:lnTo>
                  <a:cubicBezTo>
                    <a:pt x="2384" y="814"/>
                    <a:pt x="2432" y="440"/>
                    <a:pt x="2240" y="192"/>
                  </a:cubicBezTo>
                  <a:cubicBezTo>
                    <a:pt x="2173" y="106"/>
                    <a:pt x="2097" y="39"/>
                    <a:pt x="200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6"/>
            <p:cNvSpPr/>
            <p:nvPr/>
          </p:nvSpPr>
          <p:spPr>
            <a:xfrm>
              <a:off x="7066187" y="2806538"/>
              <a:ext cx="100339" cy="81367"/>
            </a:xfrm>
            <a:custGeom>
              <a:avLst/>
              <a:gdLst/>
              <a:ahLst/>
              <a:cxnLst/>
              <a:rect l="l" t="t" r="r" b="b"/>
              <a:pathLst>
                <a:path w="2279" h="1848" extrusionOk="0">
                  <a:moveTo>
                    <a:pt x="1629" y="1"/>
                  </a:moveTo>
                  <a:cubicBezTo>
                    <a:pt x="1512" y="1"/>
                    <a:pt x="1394" y="37"/>
                    <a:pt x="1293" y="110"/>
                  </a:cubicBezTo>
                  <a:lnTo>
                    <a:pt x="326" y="809"/>
                  </a:lnTo>
                  <a:cubicBezTo>
                    <a:pt x="68" y="1000"/>
                    <a:pt x="1" y="1364"/>
                    <a:pt x="192" y="1623"/>
                  </a:cubicBezTo>
                  <a:cubicBezTo>
                    <a:pt x="306" y="1770"/>
                    <a:pt x="473" y="1847"/>
                    <a:pt x="643" y="1847"/>
                  </a:cubicBezTo>
                  <a:cubicBezTo>
                    <a:pt x="759" y="1847"/>
                    <a:pt x="876" y="1811"/>
                    <a:pt x="977" y="1737"/>
                  </a:cubicBezTo>
                  <a:lnTo>
                    <a:pt x="1963" y="1039"/>
                  </a:lnTo>
                  <a:cubicBezTo>
                    <a:pt x="2221" y="847"/>
                    <a:pt x="2278" y="484"/>
                    <a:pt x="2077" y="225"/>
                  </a:cubicBezTo>
                  <a:cubicBezTo>
                    <a:pt x="1969" y="77"/>
                    <a:pt x="1801" y="1"/>
                    <a:pt x="1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6"/>
            <p:cNvSpPr/>
            <p:nvPr/>
          </p:nvSpPr>
          <p:spPr>
            <a:xfrm>
              <a:off x="7071690" y="2808431"/>
              <a:ext cx="94835" cy="79474"/>
            </a:xfrm>
            <a:custGeom>
              <a:avLst/>
              <a:gdLst/>
              <a:ahLst/>
              <a:cxnLst/>
              <a:rect l="l" t="t" r="r" b="b"/>
              <a:pathLst>
                <a:path w="2154" h="1805" extrusionOk="0">
                  <a:moveTo>
                    <a:pt x="1713" y="0"/>
                  </a:moveTo>
                  <a:lnTo>
                    <a:pt x="1713" y="0"/>
                  </a:lnTo>
                  <a:cubicBezTo>
                    <a:pt x="1809" y="240"/>
                    <a:pt x="1732" y="517"/>
                    <a:pt x="1522" y="670"/>
                  </a:cubicBezTo>
                  <a:lnTo>
                    <a:pt x="546" y="1379"/>
                  </a:lnTo>
                  <a:cubicBezTo>
                    <a:pt x="444" y="1450"/>
                    <a:pt x="328" y="1488"/>
                    <a:pt x="211" y="1488"/>
                  </a:cubicBezTo>
                  <a:cubicBezTo>
                    <a:pt x="140" y="1488"/>
                    <a:pt x="69" y="1474"/>
                    <a:pt x="0" y="1446"/>
                  </a:cubicBezTo>
                  <a:lnTo>
                    <a:pt x="0" y="1446"/>
                  </a:lnTo>
                  <a:cubicBezTo>
                    <a:pt x="19" y="1493"/>
                    <a:pt x="38" y="1541"/>
                    <a:pt x="67" y="1580"/>
                  </a:cubicBezTo>
                  <a:cubicBezTo>
                    <a:pt x="181" y="1727"/>
                    <a:pt x="348" y="1804"/>
                    <a:pt x="520" y="1804"/>
                  </a:cubicBezTo>
                  <a:cubicBezTo>
                    <a:pt x="637" y="1804"/>
                    <a:pt x="756" y="1768"/>
                    <a:pt x="861" y="1694"/>
                  </a:cubicBezTo>
                  <a:lnTo>
                    <a:pt x="1838" y="996"/>
                  </a:lnTo>
                  <a:cubicBezTo>
                    <a:pt x="2096" y="804"/>
                    <a:pt x="2153" y="441"/>
                    <a:pt x="1952" y="182"/>
                  </a:cubicBezTo>
                  <a:cubicBezTo>
                    <a:pt x="1895" y="106"/>
                    <a:pt x="1809" y="39"/>
                    <a:pt x="1713"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6"/>
            <p:cNvSpPr/>
            <p:nvPr/>
          </p:nvSpPr>
          <p:spPr>
            <a:xfrm>
              <a:off x="7109157" y="2846299"/>
              <a:ext cx="87703" cy="72605"/>
            </a:xfrm>
            <a:custGeom>
              <a:avLst/>
              <a:gdLst/>
              <a:ahLst/>
              <a:cxnLst/>
              <a:rect l="l" t="t" r="r" b="b"/>
              <a:pathLst>
                <a:path w="1992" h="1649" extrusionOk="0">
                  <a:moveTo>
                    <a:pt x="1340" y="1"/>
                  </a:moveTo>
                  <a:cubicBezTo>
                    <a:pt x="1227" y="1"/>
                    <a:pt x="1114" y="35"/>
                    <a:pt x="1015" y="107"/>
                  </a:cubicBezTo>
                  <a:lnTo>
                    <a:pt x="317" y="614"/>
                  </a:lnTo>
                  <a:cubicBezTo>
                    <a:pt x="58" y="796"/>
                    <a:pt x="1" y="1160"/>
                    <a:pt x="183" y="1409"/>
                  </a:cubicBezTo>
                  <a:cubicBezTo>
                    <a:pt x="299" y="1566"/>
                    <a:pt x="475" y="1648"/>
                    <a:pt x="652" y="1648"/>
                  </a:cubicBezTo>
                  <a:cubicBezTo>
                    <a:pt x="766" y="1648"/>
                    <a:pt x="879" y="1614"/>
                    <a:pt x="977" y="1543"/>
                  </a:cubicBezTo>
                  <a:lnTo>
                    <a:pt x="1676" y="1035"/>
                  </a:lnTo>
                  <a:cubicBezTo>
                    <a:pt x="1944" y="844"/>
                    <a:pt x="1991" y="480"/>
                    <a:pt x="1800" y="231"/>
                  </a:cubicBezTo>
                  <a:cubicBezTo>
                    <a:pt x="1684" y="81"/>
                    <a:pt x="1513" y="1"/>
                    <a:pt x="13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6"/>
            <p:cNvSpPr/>
            <p:nvPr/>
          </p:nvSpPr>
          <p:spPr>
            <a:xfrm>
              <a:off x="7114220" y="2848060"/>
              <a:ext cx="82640" cy="70844"/>
            </a:xfrm>
            <a:custGeom>
              <a:avLst/>
              <a:gdLst/>
              <a:ahLst/>
              <a:cxnLst/>
              <a:rect l="l" t="t" r="r" b="b"/>
              <a:pathLst>
                <a:path w="1877" h="1609" extrusionOk="0">
                  <a:moveTo>
                    <a:pt x="1417" y="0"/>
                  </a:moveTo>
                  <a:cubicBezTo>
                    <a:pt x="1503" y="230"/>
                    <a:pt x="1417" y="498"/>
                    <a:pt x="1216" y="651"/>
                  </a:cubicBezTo>
                  <a:lnTo>
                    <a:pt x="517" y="1148"/>
                  </a:lnTo>
                  <a:cubicBezTo>
                    <a:pt x="419" y="1222"/>
                    <a:pt x="305" y="1261"/>
                    <a:pt x="190" y="1261"/>
                  </a:cubicBezTo>
                  <a:cubicBezTo>
                    <a:pt x="126" y="1261"/>
                    <a:pt x="62" y="1249"/>
                    <a:pt x="1" y="1225"/>
                  </a:cubicBezTo>
                  <a:lnTo>
                    <a:pt x="1" y="1225"/>
                  </a:lnTo>
                  <a:cubicBezTo>
                    <a:pt x="20" y="1273"/>
                    <a:pt x="39" y="1321"/>
                    <a:pt x="68" y="1369"/>
                  </a:cubicBezTo>
                  <a:cubicBezTo>
                    <a:pt x="184" y="1526"/>
                    <a:pt x="360" y="1608"/>
                    <a:pt x="539" y="1608"/>
                  </a:cubicBezTo>
                  <a:cubicBezTo>
                    <a:pt x="654" y="1608"/>
                    <a:pt x="770" y="1574"/>
                    <a:pt x="872" y="1503"/>
                  </a:cubicBezTo>
                  <a:lnTo>
                    <a:pt x="1561" y="995"/>
                  </a:lnTo>
                  <a:cubicBezTo>
                    <a:pt x="1829" y="804"/>
                    <a:pt x="1876" y="440"/>
                    <a:pt x="1685" y="182"/>
                  </a:cubicBezTo>
                  <a:cubicBezTo>
                    <a:pt x="1618" y="96"/>
                    <a:pt x="1522" y="29"/>
                    <a:pt x="1417"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6"/>
            <p:cNvSpPr/>
            <p:nvPr/>
          </p:nvSpPr>
          <p:spPr>
            <a:xfrm>
              <a:off x="7152172" y="2886103"/>
              <a:ext cx="75463" cy="63579"/>
            </a:xfrm>
            <a:custGeom>
              <a:avLst/>
              <a:gdLst/>
              <a:ahLst/>
              <a:cxnLst/>
              <a:rect l="l" t="t" r="r" b="b"/>
              <a:pathLst>
                <a:path w="1714" h="1444" extrusionOk="0">
                  <a:moveTo>
                    <a:pt x="1057" y="0"/>
                  </a:moveTo>
                  <a:cubicBezTo>
                    <a:pt x="942" y="0"/>
                    <a:pt x="826" y="34"/>
                    <a:pt x="727" y="103"/>
                  </a:cubicBezTo>
                  <a:lnTo>
                    <a:pt x="316" y="409"/>
                  </a:lnTo>
                  <a:cubicBezTo>
                    <a:pt x="57" y="600"/>
                    <a:pt x="0" y="954"/>
                    <a:pt x="182" y="1203"/>
                  </a:cubicBezTo>
                  <a:cubicBezTo>
                    <a:pt x="298" y="1360"/>
                    <a:pt x="475" y="1443"/>
                    <a:pt x="651" y="1443"/>
                  </a:cubicBezTo>
                  <a:cubicBezTo>
                    <a:pt x="765" y="1443"/>
                    <a:pt x="879" y="1409"/>
                    <a:pt x="976" y="1337"/>
                  </a:cubicBezTo>
                  <a:lnTo>
                    <a:pt x="1397" y="1031"/>
                  </a:lnTo>
                  <a:cubicBezTo>
                    <a:pt x="1656" y="849"/>
                    <a:pt x="1713" y="485"/>
                    <a:pt x="1512" y="227"/>
                  </a:cubicBezTo>
                  <a:cubicBezTo>
                    <a:pt x="1403" y="77"/>
                    <a:pt x="1231" y="0"/>
                    <a:pt x="10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6"/>
            <p:cNvSpPr/>
            <p:nvPr/>
          </p:nvSpPr>
          <p:spPr>
            <a:xfrm>
              <a:off x="7157191" y="2888085"/>
              <a:ext cx="70444" cy="61642"/>
            </a:xfrm>
            <a:custGeom>
              <a:avLst/>
              <a:gdLst/>
              <a:ahLst/>
              <a:cxnLst/>
              <a:rect l="l" t="t" r="r" b="b"/>
              <a:pathLst>
                <a:path w="1600" h="1400" extrusionOk="0">
                  <a:moveTo>
                    <a:pt x="1149" y="0"/>
                  </a:moveTo>
                  <a:lnTo>
                    <a:pt x="1149" y="0"/>
                  </a:lnTo>
                  <a:cubicBezTo>
                    <a:pt x="1245" y="239"/>
                    <a:pt x="1168" y="517"/>
                    <a:pt x="958" y="661"/>
                  </a:cubicBezTo>
                  <a:lnTo>
                    <a:pt x="537" y="967"/>
                  </a:lnTo>
                  <a:cubicBezTo>
                    <a:pt x="442" y="1038"/>
                    <a:pt x="329" y="1072"/>
                    <a:pt x="213" y="1072"/>
                  </a:cubicBezTo>
                  <a:cubicBezTo>
                    <a:pt x="142" y="1072"/>
                    <a:pt x="70" y="1059"/>
                    <a:pt x="1" y="1034"/>
                  </a:cubicBezTo>
                  <a:lnTo>
                    <a:pt x="1" y="1034"/>
                  </a:lnTo>
                  <a:cubicBezTo>
                    <a:pt x="90" y="1263"/>
                    <a:pt x="311" y="1400"/>
                    <a:pt x="537" y="1400"/>
                  </a:cubicBezTo>
                  <a:cubicBezTo>
                    <a:pt x="650" y="1400"/>
                    <a:pt x="763" y="1366"/>
                    <a:pt x="862" y="1292"/>
                  </a:cubicBezTo>
                  <a:lnTo>
                    <a:pt x="1283" y="986"/>
                  </a:lnTo>
                  <a:cubicBezTo>
                    <a:pt x="1542" y="804"/>
                    <a:pt x="1599" y="431"/>
                    <a:pt x="1398" y="182"/>
                  </a:cubicBezTo>
                  <a:cubicBezTo>
                    <a:pt x="1331" y="96"/>
                    <a:pt x="1255" y="38"/>
                    <a:pt x="1149"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6"/>
            <p:cNvSpPr/>
            <p:nvPr/>
          </p:nvSpPr>
          <p:spPr>
            <a:xfrm>
              <a:off x="7160581" y="2636927"/>
              <a:ext cx="108748" cy="167314"/>
            </a:xfrm>
            <a:custGeom>
              <a:avLst/>
              <a:gdLst/>
              <a:ahLst/>
              <a:cxnLst/>
              <a:rect l="l" t="t" r="r" b="b"/>
              <a:pathLst>
                <a:path w="2470" h="3800" extrusionOk="0">
                  <a:moveTo>
                    <a:pt x="527" y="0"/>
                  </a:moveTo>
                  <a:cubicBezTo>
                    <a:pt x="441" y="0"/>
                    <a:pt x="364" y="58"/>
                    <a:pt x="345" y="144"/>
                  </a:cubicBezTo>
                  <a:lnTo>
                    <a:pt x="0" y="1522"/>
                  </a:lnTo>
                  <a:lnTo>
                    <a:pt x="0" y="3034"/>
                  </a:lnTo>
                  <a:cubicBezTo>
                    <a:pt x="0" y="3455"/>
                    <a:pt x="345" y="3800"/>
                    <a:pt x="766" y="3800"/>
                  </a:cubicBezTo>
                  <a:cubicBezTo>
                    <a:pt x="1178" y="3800"/>
                    <a:pt x="1522" y="3455"/>
                    <a:pt x="1522" y="3034"/>
                  </a:cubicBezTo>
                  <a:lnTo>
                    <a:pt x="1522" y="1895"/>
                  </a:lnTo>
                  <a:lnTo>
                    <a:pt x="24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6"/>
            <p:cNvSpPr/>
            <p:nvPr/>
          </p:nvSpPr>
          <p:spPr>
            <a:xfrm>
              <a:off x="7160581" y="2636927"/>
              <a:ext cx="45965" cy="167314"/>
            </a:xfrm>
            <a:custGeom>
              <a:avLst/>
              <a:gdLst/>
              <a:ahLst/>
              <a:cxnLst/>
              <a:rect l="l" t="t" r="r" b="b"/>
              <a:pathLst>
                <a:path w="1044" h="3800" extrusionOk="0">
                  <a:moveTo>
                    <a:pt x="527" y="0"/>
                  </a:moveTo>
                  <a:cubicBezTo>
                    <a:pt x="441" y="0"/>
                    <a:pt x="364" y="58"/>
                    <a:pt x="335" y="144"/>
                  </a:cubicBezTo>
                  <a:lnTo>
                    <a:pt x="0" y="1512"/>
                  </a:lnTo>
                  <a:lnTo>
                    <a:pt x="0" y="3034"/>
                  </a:lnTo>
                  <a:cubicBezTo>
                    <a:pt x="0" y="3455"/>
                    <a:pt x="335" y="3800"/>
                    <a:pt x="756" y="3800"/>
                  </a:cubicBezTo>
                  <a:cubicBezTo>
                    <a:pt x="852" y="3800"/>
                    <a:pt x="948" y="3781"/>
                    <a:pt x="1044" y="3742"/>
                  </a:cubicBezTo>
                  <a:cubicBezTo>
                    <a:pt x="756" y="3627"/>
                    <a:pt x="565" y="3350"/>
                    <a:pt x="565" y="3034"/>
                  </a:cubicBezTo>
                  <a:lnTo>
                    <a:pt x="565" y="1522"/>
                  </a:lnTo>
                  <a:lnTo>
                    <a:pt x="948"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38"/>
          <p:cNvSpPr txBox="1">
            <a:spLocks noGrp="1"/>
          </p:cNvSpPr>
          <p:nvPr>
            <p:ph type="subTitle" idx="1"/>
          </p:nvPr>
        </p:nvSpPr>
        <p:spPr>
          <a:xfrm flipH="1">
            <a:off x="2216050" y="1406200"/>
            <a:ext cx="4713900" cy="1095300"/>
          </a:xfrm>
          <a:prstGeom prst="rect">
            <a:avLst/>
          </a:prstGeom>
        </p:spPr>
        <p:txBody>
          <a:bodyPr spcFirstLastPara="1" wrap="square" lIns="91425" tIns="91425" rIns="91425" bIns="91425" anchor="t" anchorCtr="0"/>
          <a:lstStyle/>
          <a:p>
            <a:pPr marL="0" lvl="0" indent="0" algn="ctr" rtl="0">
              <a:spcBef>
                <a:spcPts val="0"/>
              </a:spcBef>
              <a:spcAft>
                <a:spcPts val="0"/>
              </a:spcAft>
              <a:buNone/>
            </a:pPr>
            <a:r>
              <a:rPr lang="en" dirty="0"/>
              <a:t>“MAT removes seasonal distortion, giving a stable annual view. It reveals true underlying market momentum beyond seasonal noise.” — IQVIA Analytics</a:t>
            </a:r>
            <a:endParaRPr dirty="0"/>
          </a:p>
        </p:txBody>
      </p:sp>
      <p:grpSp>
        <p:nvGrpSpPr>
          <p:cNvPr id="800" name="Google Shape;800;p38"/>
          <p:cNvGrpSpPr/>
          <p:nvPr/>
        </p:nvGrpSpPr>
        <p:grpSpPr>
          <a:xfrm>
            <a:off x="3775475" y="3181099"/>
            <a:ext cx="1515064" cy="2015711"/>
            <a:chOff x="3775475" y="3181099"/>
            <a:chExt cx="1515064" cy="2015711"/>
          </a:xfrm>
        </p:grpSpPr>
        <p:sp>
          <p:nvSpPr>
            <p:cNvPr id="801" name="Google Shape;801;p38"/>
            <p:cNvSpPr/>
            <p:nvPr/>
          </p:nvSpPr>
          <p:spPr>
            <a:xfrm>
              <a:off x="3775475" y="4122125"/>
              <a:ext cx="1515064" cy="68230"/>
            </a:xfrm>
            <a:custGeom>
              <a:avLst/>
              <a:gdLst/>
              <a:ahLst/>
              <a:cxnLst/>
              <a:rect l="l" t="t" r="r" b="b"/>
              <a:pathLst>
                <a:path w="20496" h="923" extrusionOk="0">
                  <a:moveTo>
                    <a:pt x="0" y="0"/>
                  </a:moveTo>
                  <a:lnTo>
                    <a:pt x="0" y="923"/>
                  </a:lnTo>
                  <a:lnTo>
                    <a:pt x="20495" y="923"/>
                  </a:lnTo>
                  <a:lnTo>
                    <a:pt x="20495" y="0"/>
                  </a:lnTo>
                  <a:close/>
                </a:path>
              </a:pathLst>
            </a:custGeom>
            <a:solidFill>
              <a:schemeClr val="accen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02" name="Google Shape;802;p38"/>
            <p:cNvSpPr/>
            <p:nvPr/>
          </p:nvSpPr>
          <p:spPr>
            <a:xfrm>
              <a:off x="3865290" y="4190281"/>
              <a:ext cx="53075" cy="1006529"/>
            </a:xfrm>
            <a:custGeom>
              <a:avLst/>
              <a:gdLst/>
              <a:ahLst/>
              <a:cxnLst/>
              <a:rect l="l" t="t" r="r" b="b"/>
              <a:pathLst>
                <a:path w="718" h="13616" extrusionOk="0">
                  <a:moveTo>
                    <a:pt x="0" y="1"/>
                  </a:moveTo>
                  <a:lnTo>
                    <a:pt x="0" y="13454"/>
                  </a:lnTo>
                  <a:lnTo>
                    <a:pt x="351" y="13615"/>
                  </a:lnTo>
                  <a:lnTo>
                    <a:pt x="717" y="1"/>
                  </a:lnTo>
                  <a:close/>
                </a:path>
              </a:pathLst>
            </a:custGeom>
            <a:solidFill>
              <a:schemeClr val="accent3"/>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03" name="Google Shape;803;p38"/>
            <p:cNvSpPr/>
            <p:nvPr/>
          </p:nvSpPr>
          <p:spPr>
            <a:xfrm>
              <a:off x="5192046" y="4190281"/>
              <a:ext cx="53075" cy="1006529"/>
            </a:xfrm>
            <a:custGeom>
              <a:avLst/>
              <a:gdLst/>
              <a:ahLst/>
              <a:cxnLst/>
              <a:rect l="l" t="t" r="r" b="b"/>
              <a:pathLst>
                <a:path w="718" h="13616" extrusionOk="0">
                  <a:moveTo>
                    <a:pt x="0" y="1"/>
                  </a:moveTo>
                  <a:lnTo>
                    <a:pt x="0" y="13454"/>
                  </a:lnTo>
                  <a:lnTo>
                    <a:pt x="366" y="13615"/>
                  </a:lnTo>
                  <a:lnTo>
                    <a:pt x="717" y="1"/>
                  </a:lnTo>
                  <a:close/>
                </a:path>
              </a:pathLst>
            </a:custGeom>
            <a:solidFill>
              <a:schemeClr val="accent3"/>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04" name="Google Shape;804;p38"/>
            <p:cNvSpPr/>
            <p:nvPr/>
          </p:nvSpPr>
          <p:spPr>
            <a:xfrm>
              <a:off x="3891237" y="4589607"/>
              <a:ext cx="1300844" cy="40140"/>
            </a:xfrm>
            <a:custGeom>
              <a:avLst/>
              <a:gdLst/>
              <a:ahLst/>
              <a:cxnLst/>
              <a:rect l="l" t="t" r="r" b="b"/>
              <a:pathLst>
                <a:path w="17598" h="543" extrusionOk="0">
                  <a:moveTo>
                    <a:pt x="0" y="1"/>
                  </a:moveTo>
                  <a:lnTo>
                    <a:pt x="0" y="264"/>
                  </a:lnTo>
                  <a:lnTo>
                    <a:pt x="17597" y="542"/>
                  </a:lnTo>
                  <a:lnTo>
                    <a:pt x="17597" y="1"/>
                  </a:lnTo>
                  <a:close/>
                </a:path>
              </a:pathLst>
            </a:custGeom>
            <a:solidFill>
              <a:schemeClr val="accent3"/>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05" name="Google Shape;805;p38"/>
            <p:cNvSpPr/>
            <p:nvPr/>
          </p:nvSpPr>
          <p:spPr>
            <a:xfrm>
              <a:off x="3891237" y="3873230"/>
              <a:ext cx="263820" cy="251115"/>
            </a:xfrm>
            <a:custGeom>
              <a:avLst/>
              <a:gdLst/>
              <a:ahLst/>
              <a:cxnLst/>
              <a:rect l="l" t="t" r="r" b="b"/>
              <a:pathLst>
                <a:path w="3569" h="3397" extrusionOk="0">
                  <a:moveTo>
                    <a:pt x="3058" y="1369"/>
                  </a:moveTo>
                  <a:cubicBezTo>
                    <a:pt x="3208" y="1369"/>
                    <a:pt x="3351" y="1459"/>
                    <a:pt x="3382" y="1728"/>
                  </a:cubicBezTo>
                  <a:cubicBezTo>
                    <a:pt x="3441" y="2196"/>
                    <a:pt x="2723" y="2328"/>
                    <a:pt x="2723" y="2328"/>
                  </a:cubicBezTo>
                  <a:lnTo>
                    <a:pt x="2723" y="1508"/>
                  </a:lnTo>
                  <a:cubicBezTo>
                    <a:pt x="2797" y="1434"/>
                    <a:pt x="2930" y="1369"/>
                    <a:pt x="3058" y="1369"/>
                  </a:cubicBezTo>
                  <a:close/>
                  <a:moveTo>
                    <a:pt x="0" y="0"/>
                  </a:moveTo>
                  <a:lnTo>
                    <a:pt x="162" y="3397"/>
                  </a:lnTo>
                  <a:lnTo>
                    <a:pt x="2738" y="3353"/>
                  </a:lnTo>
                  <a:lnTo>
                    <a:pt x="2723" y="2547"/>
                  </a:lnTo>
                  <a:lnTo>
                    <a:pt x="2723" y="2547"/>
                  </a:lnTo>
                  <a:cubicBezTo>
                    <a:pt x="2723" y="2547"/>
                    <a:pt x="2730" y="2548"/>
                    <a:pt x="2743" y="2548"/>
                  </a:cubicBezTo>
                  <a:cubicBezTo>
                    <a:pt x="2870" y="2548"/>
                    <a:pt x="3569" y="2512"/>
                    <a:pt x="3529" y="1713"/>
                  </a:cubicBezTo>
                  <a:cubicBezTo>
                    <a:pt x="3493" y="1186"/>
                    <a:pt x="3205" y="1081"/>
                    <a:pt x="2980" y="1081"/>
                  </a:cubicBezTo>
                  <a:cubicBezTo>
                    <a:pt x="2831" y="1081"/>
                    <a:pt x="2709" y="1127"/>
                    <a:pt x="2709" y="1127"/>
                  </a:cubicBezTo>
                  <a:lnTo>
                    <a:pt x="2709" y="0"/>
                  </a:lnTo>
                  <a:close/>
                </a:path>
              </a:pathLst>
            </a:custGeom>
            <a:solidFill>
              <a:schemeClr val="l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06" name="Google Shape;806;p38"/>
            <p:cNvSpPr/>
            <p:nvPr/>
          </p:nvSpPr>
          <p:spPr>
            <a:xfrm>
              <a:off x="3887985" y="3181099"/>
              <a:ext cx="215403" cy="667668"/>
            </a:xfrm>
            <a:custGeom>
              <a:avLst/>
              <a:gdLst/>
              <a:ahLst/>
              <a:cxnLst/>
              <a:rect l="l" t="t" r="r" b="b"/>
              <a:pathLst>
                <a:path w="2914" h="9032" extrusionOk="0">
                  <a:moveTo>
                    <a:pt x="1346" y="1"/>
                  </a:moveTo>
                  <a:cubicBezTo>
                    <a:pt x="1176" y="1"/>
                    <a:pt x="1084" y="56"/>
                    <a:pt x="1084" y="96"/>
                  </a:cubicBezTo>
                  <a:cubicBezTo>
                    <a:pt x="1084" y="170"/>
                    <a:pt x="1245" y="213"/>
                    <a:pt x="1421" y="360"/>
                  </a:cubicBezTo>
                  <a:cubicBezTo>
                    <a:pt x="1611" y="536"/>
                    <a:pt x="1860" y="828"/>
                    <a:pt x="1831" y="1224"/>
                  </a:cubicBezTo>
                  <a:cubicBezTo>
                    <a:pt x="1816" y="1429"/>
                    <a:pt x="1743" y="1634"/>
                    <a:pt x="1596" y="1795"/>
                  </a:cubicBezTo>
                  <a:cubicBezTo>
                    <a:pt x="1450" y="1970"/>
                    <a:pt x="1201" y="2146"/>
                    <a:pt x="879" y="2366"/>
                  </a:cubicBezTo>
                  <a:cubicBezTo>
                    <a:pt x="733" y="2468"/>
                    <a:pt x="557" y="2614"/>
                    <a:pt x="410" y="2805"/>
                  </a:cubicBezTo>
                  <a:cubicBezTo>
                    <a:pt x="264" y="2995"/>
                    <a:pt x="118" y="3215"/>
                    <a:pt x="59" y="3537"/>
                  </a:cubicBezTo>
                  <a:cubicBezTo>
                    <a:pt x="1" y="3844"/>
                    <a:pt x="74" y="4195"/>
                    <a:pt x="249" y="4444"/>
                  </a:cubicBezTo>
                  <a:cubicBezTo>
                    <a:pt x="410" y="4708"/>
                    <a:pt x="630" y="4883"/>
                    <a:pt x="806" y="5015"/>
                  </a:cubicBezTo>
                  <a:cubicBezTo>
                    <a:pt x="1201" y="5264"/>
                    <a:pt x="1538" y="5454"/>
                    <a:pt x="1743" y="5630"/>
                  </a:cubicBezTo>
                  <a:cubicBezTo>
                    <a:pt x="1860" y="5733"/>
                    <a:pt x="1889" y="5806"/>
                    <a:pt x="1904" y="5879"/>
                  </a:cubicBezTo>
                  <a:cubicBezTo>
                    <a:pt x="1948" y="5952"/>
                    <a:pt x="1933" y="6025"/>
                    <a:pt x="1889" y="6113"/>
                  </a:cubicBezTo>
                  <a:cubicBezTo>
                    <a:pt x="1860" y="6201"/>
                    <a:pt x="1787" y="6318"/>
                    <a:pt x="1684" y="6406"/>
                  </a:cubicBezTo>
                  <a:cubicBezTo>
                    <a:pt x="1596" y="6508"/>
                    <a:pt x="1508" y="6582"/>
                    <a:pt x="1377" y="6684"/>
                  </a:cubicBezTo>
                  <a:cubicBezTo>
                    <a:pt x="1128" y="6860"/>
                    <a:pt x="850" y="7021"/>
                    <a:pt x="630" y="7270"/>
                  </a:cubicBezTo>
                  <a:cubicBezTo>
                    <a:pt x="513" y="7372"/>
                    <a:pt x="410" y="7504"/>
                    <a:pt x="337" y="7636"/>
                  </a:cubicBezTo>
                  <a:cubicBezTo>
                    <a:pt x="249" y="7782"/>
                    <a:pt x="206" y="7943"/>
                    <a:pt x="191" y="8075"/>
                  </a:cubicBezTo>
                  <a:cubicBezTo>
                    <a:pt x="176" y="8338"/>
                    <a:pt x="220" y="8587"/>
                    <a:pt x="337" y="8748"/>
                  </a:cubicBezTo>
                  <a:cubicBezTo>
                    <a:pt x="440" y="8909"/>
                    <a:pt x="586" y="8997"/>
                    <a:pt x="689" y="9026"/>
                  </a:cubicBezTo>
                  <a:cubicBezTo>
                    <a:pt x="714" y="9030"/>
                    <a:pt x="737" y="9032"/>
                    <a:pt x="757" y="9032"/>
                  </a:cubicBezTo>
                  <a:cubicBezTo>
                    <a:pt x="817" y="9032"/>
                    <a:pt x="850" y="9016"/>
                    <a:pt x="850" y="8983"/>
                  </a:cubicBezTo>
                  <a:cubicBezTo>
                    <a:pt x="864" y="8909"/>
                    <a:pt x="718" y="8822"/>
                    <a:pt x="689" y="8602"/>
                  </a:cubicBezTo>
                  <a:cubicBezTo>
                    <a:pt x="659" y="8485"/>
                    <a:pt x="689" y="8338"/>
                    <a:pt x="733" y="8192"/>
                  </a:cubicBezTo>
                  <a:cubicBezTo>
                    <a:pt x="776" y="8119"/>
                    <a:pt x="806" y="8046"/>
                    <a:pt x="864" y="8002"/>
                  </a:cubicBezTo>
                  <a:cubicBezTo>
                    <a:pt x="923" y="7929"/>
                    <a:pt x="996" y="7870"/>
                    <a:pt x="1084" y="7797"/>
                  </a:cubicBezTo>
                  <a:cubicBezTo>
                    <a:pt x="1274" y="7665"/>
                    <a:pt x="1523" y="7533"/>
                    <a:pt x="1816" y="7372"/>
                  </a:cubicBezTo>
                  <a:cubicBezTo>
                    <a:pt x="1962" y="7299"/>
                    <a:pt x="2153" y="7167"/>
                    <a:pt x="2299" y="7050"/>
                  </a:cubicBezTo>
                  <a:cubicBezTo>
                    <a:pt x="2445" y="6918"/>
                    <a:pt x="2606" y="6728"/>
                    <a:pt x="2709" y="6508"/>
                  </a:cubicBezTo>
                  <a:cubicBezTo>
                    <a:pt x="2826" y="6289"/>
                    <a:pt x="2914" y="5981"/>
                    <a:pt x="2841" y="5689"/>
                  </a:cubicBezTo>
                  <a:cubicBezTo>
                    <a:pt x="2826" y="5542"/>
                    <a:pt x="2767" y="5396"/>
                    <a:pt x="2694" y="5264"/>
                  </a:cubicBezTo>
                  <a:cubicBezTo>
                    <a:pt x="2636" y="5191"/>
                    <a:pt x="2606" y="5147"/>
                    <a:pt x="2562" y="5088"/>
                  </a:cubicBezTo>
                  <a:cubicBezTo>
                    <a:pt x="2533" y="5030"/>
                    <a:pt x="2475" y="5001"/>
                    <a:pt x="2445" y="4942"/>
                  </a:cubicBezTo>
                  <a:cubicBezTo>
                    <a:pt x="2079" y="4576"/>
                    <a:pt x="1684" y="4386"/>
                    <a:pt x="1391" y="4195"/>
                  </a:cubicBezTo>
                  <a:cubicBezTo>
                    <a:pt x="1245" y="4093"/>
                    <a:pt x="1142" y="3990"/>
                    <a:pt x="1084" y="3917"/>
                  </a:cubicBezTo>
                  <a:cubicBezTo>
                    <a:pt x="1055" y="3873"/>
                    <a:pt x="1025" y="3844"/>
                    <a:pt x="1025" y="3800"/>
                  </a:cubicBezTo>
                  <a:cubicBezTo>
                    <a:pt x="1011" y="3771"/>
                    <a:pt x="1011" y="3727"/>
                    <a:pt x="1011" y="3698"/>
                  </a:cubicBezTo>
                  <a:cubicBezTo>
                    <a:pt x="1025" y="3595"/>
                    <a:pt x="1084" y="3493"/>
                    <a:pt x="1157" y="3376"/>
                  </a:cubicBezTo>
                  <a:cubicBezTo>
                    <a:pt x="1245" y="3273"/>
                    <a:pt x="1347" y="3185"/>
                    <a:pt x="1465" y="3068"/>
                  </a:cubicBezTo>
                  <a:cubicBezTo>
                    <a:pt x="1728" y="2878"/>
                    <a:pt x="2035" y="2629"/>
                    <a:pt x="2270" y="2307"/>
                  </a:cubicBezTo>
                  <a:cubicBezTo>
                    <a:pt x="2401" y="2146"/>
                    <a:pt x="2489" y="1941"/>
                    <a:pt x="2533" y="1751"/>
                  </a:cubicBezTo>
                  <a:cubicBezTo>
                    <a:pt x="2592" y="1575"/>
                    <a:pt x="2592" y="1370"/>
                    <a:pt x="2562" y="1209"/>
                  </a:cubicBezTo>
                  <a:cubicBezTo>
                    <a:pt x="2533" y="858"/>
                    <a:pt x="2372" y="565"/>
                    <a:pt x="2182" y="389"/>
                  </a:cubicBezTo>
                  <a:cubicBezTo>
                    <a:pt x="1977" y="184"/>
                    <a:pt x="1772" y="96"/>
                    <a:pt x="1611" y="38"/>
                  </a:cubicBezTo>
                  <a:cubicBezTo>
                    <a:pt x="1509" y="11"/>
                    <a:pt x="1420" y="1"/>
                    <a:pt x="1346" y="1"/>
                  </a:cubicBezTo>
                  <a:close/>
                </a:path>
              </a:pathLst>
            </a:custGeom>
            <a:solidFill>
              <a:schemeClr val="lt1"/>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07" name="Google Shape;807;p38"/>
            <p:cNvSpPr/>
            <p:nvPr/>
          </p:nvSpPr>
          <p:spPr>
            <a:xfrm>
              <a:off x="4910994" y="3873230"/>
              <a:ext cx="263747" cy="251115"/>
            </a:xfrm>
            <a:custGeom>
              <a:avLst/>
              <a:gdLst/>
              <a:ahLst/>
              <a:cxnLst/>
              <a:rect l="l" t="t" r="r" b="b"/>
              <a:pathLst>
                <a:path w="3568" h="3397" extrusionOk="0">
                  <a:moveTo>
                    <a:pt x="487" y="1366"/>
                  </a:moveTo>
                  <a:cubicBezTo>
                    <a:pt x="614" y="1366"/>
                    <a:pt x="750" y="1426"/>
                    <a:pt x="830" y="1493"/>
                  </a:cubicBezTo>
                  <a:lnTo>
                    <a:pt x="830" y="2313"/>
                  </a:lnTo>
                  <a:cubicBezTo>
                    <a:pt x="830" y="2314"/>
                    <a:pt x="829" y="2314"/>
                    <a:pt x="825" y="2314"/>
                  </a:cubicBezTo>
                  <a:cubicBezTo>
                    <a:pt x="763" y="2314"/>
                    <a:pt x="116" y="2173"/>
                    <a:pt x="172" y="1713"/>
                  </a:cubicBezTo>
                  <a:cubicBezTo>
                    <a:pt x="195" y="1451"/>
                    <a:pt x="335" y="1366"/>
                    <a:pt x="487" y="1366"/>
                  </a:cubicBezTo>
                  <a:close/>
                  <a:moveTo>
                    <a:pt x="860" y="0"/>
                  </a:moveTo>
                  <a:lnTo>
                    <a:pt x="860" y="1127"/>
                  </a:lnTo>
                  <a:cubicBezTo>
                    <a:pt x="854" y="1127"/>
                    <a:pt x="726" y="1081"/>
                    <a:pt x="573" y="1081"/>
                  </a:cubicBezTo>
                  <a:cubicBezTo>
                    <a:pt x="344" y="1081"/>
                    <a:pt x="57" y="1186"/>
                    <a:pt x="40" y="1713"/>
                  </a:cubicBezTo>
                  <a:cubicBezTo>
                    <a:pt x="1" y="2502"/>
                    <a:pt x="660" y="2548"/>
                    <a:pt x="813" y="2548"/>
                  </a:cubicBezTo>
                  <a:cubicBezTo>
                    <a:pt x="834" y="2548"/>
                    <a:pt x="845" y="2547"/>
                    <a:pt x="845" y="2547"/>
                  </a:cubicBezTo>
                  <a:lnTo>
                    <a:pt x="845" y="2547"/>
                  </a:lnTo>
                  <a:lnTo>
                    <a:pt x="816" y="3353"/>
                  </a:lnTo>
                  <a:lnTo>
                    <a:pt x="3407" y="3397"/>
                  </a:lnTo>
                  <a:lnTo>
                    <a:pt x="3568" y="0"/>
                  </a:lnTo>
                  <a:close/>
                </a:path>
              </a:pathLst>
            </a:custGeom>
            <a:solidFill>
              <a:schemeClr val="accent5"/>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08" name="Google Shape;808;p38"/>
            <p:cNvSpPr/>
            <p:nvPr/>
          </p:nvSpPr>
          <p:spPr>
            <a:xfrm>
              <a:off x="4959339" y="3181173"/>
              <a:ext cx="214368" cy="668703"/>
            </a:xfrm>
            <a:custGeom>
              <a:avLst/>
              <a:gdLst/>
              <a:ahLst/>
              <a:cxnLst/>
              <a:rect l="l" t="t" r="r" b="b"/>
              <a:pathLst>
                <a:path w="2900" h="9046" extrusionOk="0">
                  <a:moveTo>
                    <a:pt x="1622" y="1"/>
                  </a:moveTo>
                  <a:cubicBezTo>
                    <a:pt x="1535" y="1"/>
                    <a:pt x="1424" y="15"/>
                    <a:pt x="1289" y="51"/>
                  </a:cubicBezTo>
                  <a:cubicBezTo>
                    <a:pt x="1099" y="110"/>
                    <a:pt x="908" y="212"/>
                    <a:pt x="718" y="403"/>
                  </a:cubicBezTo>
                  <a:cubicBezTo>
                    <a:pt x="542" y="578"/>
                    <a:pt x="367" y="871"/>
                    <a:pt x="337" y="1223"/>
                  </a:cubicBezTo>
                  <a:cubicBezTo>
                    <a:pt x="323" y="1384"/>
                    <a:pt x="337" y="1589"/>
                    <a:pt x="367" y="1764"/>
                  </a:cubicBezTo>
                  <a:cubicBezTo>
                    <a:pt x="425" y="1955"/>
                    <a:pt x="513" y="2160"/>
                    <a:pt x="630" y="2321"/>
                  </a:cubicBezTo>
                  <a:cubicBezTo>
                    <a:pt x="864" y="2643"/>
                    <a:pt x="1172" y="2862"/>
                    <a:pt x="1435" y="3082"/>
                  </a:cubicBezTo>
                  <a:cubicBezTo>
                    <a:pt x="1567" y="3184"/>
                    <a:pt x="1670" y="3287"/>
                    <a:pt x="1743" y="3404"/>
                  </a:cubicBezTo>
                  <a:cubicBezTo>
                    <a:pt x="1831" y="3506"/>
                    <a:pt x="1875" y="3638"/>
                    <a:pt x="1889" y="3711"/>
                  </a:cubicBezTo>
                  <a:cubicBezTo>
                    <a:pt x="1889" y="3741"/>
                    <a:pt x="1889" y="3785"/>
                    <a:pt x="1875" y="3814"/>
                  </a:cubicBezTo>
                  <a:lnTo>
                    <a:pt x="1816" y="3931"/>
                  </a:lnTo>
                  <a:cubicBezTo>
                    <a:pt x="1757" y="4004"/>
                    <a:pt x="1655" y="4092"/>
                    <a:pt x="1509" y="4209"/>
                  </a:cubicBezTo>
                  <a:cubicBezTo>
                    <a:pt x="1216" y="4429"/>
                    <a:pt x="835" y="4590"/>
                    <a:pt x="469" y="4956"/>
                  </a:cubicBezTo>
                  <a:cubicBezTo>
                    <a:pt x="425" y="5014"/>
                    <a:pt x="367" y="5044"/>
                    <a:pt x="337" y="5102"/>
                  </a:cubicBezTo>
                  <a:cubicBezTo>
                    <a:pt x="279" y="5175"/>
                    <a:pt x="250" y="5234"/>
                    <a:pt x="206" y="5292"/>
                  </a:cubicBezTo>
                  <a:cubicBezTo>
                    <a:pt x="132" y="5410"/>
                    <a:pt x="74" y="5556"/>
                    <a:pt x="59" y="5702"/>
                  </a:cubicBezTo>
                  <a:cubicBezTo>
                    <a:pt x="1" y="5995"/>
                    <a:pt x="74" y="6317"/>
                    <a:pt x="191" y="6537"/>
                  </a:cubicBezTo>
                  <a:cubicBezTo>
                    <a:pt x="293" y="6756"/>
                    <a:pt x="469" y="6917"/>
                    <a:pt x="616" y="7064"/>
                  </a:cubicBezTo>
                  <a:cubicBezTo>
                    <a:pt x="777" y="7196"/>
                    <a:pt x="938" y="7313"/>
                    <a:pt x="1084" y="7386"/>
                  </a:cubicBezTo>
                  <a:cubicBezTo>
                    <a:pt x="1391" y="7562"/>
                    <a:pt x="1640" y="7679"/>
                    <a:pt x="1816" y="7810"/>
                  </a:cubicBezTo>
                  <a:cubicBezTo>
                    <a:pt x="1889" y="7884"/>
                    <a:pt x="1977" y="7942"/>
                    <a:pt x="2036" y="8015"/>
                  </a:cubicBezTo>
                  <a:cubicBezTo>
                    <a:pt x="2094" y="8074"/>
                    <a:pt x="2123" y="8147"/>
                    <a:pt x="2167" y="8220"/>
                  </a:cubicBezTo>
                  <a:cubicBezTo>
                    <a:pt x="2226" y="8367"/>
                    <a:pt x="2240" y="8513"/>
                    <a:pt x="2226" y="8616"/>
                  </a:cubicBezTo>
                  <a:cubicBezTo>
                    <a:pt x="2182" y="8835"/>
                    <a:pt x="2036" y="8923"/>
                    <a:pt x="2050" y="8996"/>
                  </a:cubicBezTo>
                  <a:cubicBezTo>
                    <a:pt x="2072" y="9029"/>
                    <a:pt x="2102" y="9046"/>
                    <a:pt x="2159" y="9046"/>
                  </a:cubicBezTo>
                  <a:cubicBezTo>
                    <a:pt x="2178" y="9046"/>
                    <a:pt x="2200" y="9044"/>
                    <a:pt x="2226" y="9040"/>
                  </a:cubicBezTo>
                  <a:cubicBezTo>
                    <a:pt x="2314" y="9025"/>
                    <a:pt x="2460" y="8923"/>
                    <a:pt x="2563" y="8762"/>
                  </a:cubicBezTo>
                  <a:cubicBezTo>
                    <a:pt x="2680" y="8601"/>
                    <a:pt x="2753" y="8367"/>
                    <a:pt x="2709" y="8089"/>
                  </a:cubicBezTo>
                  <a:cubicBezTo>
                    <a:pt x="2694" y="7942"/>
                    <a:pt x="2665" y="7796"/>
                    <a:pt x="2563" y="7649"/>
                  </a:cubicBezTo>
                  <a:cubicBezTo>
                    <a:pt x="2489" y="7518"/>
                    <a:pt x="2387" y="7386"/>
                    <a:pt x="2270" y="7283"/>
                  </a:cubicBezTo>
                  <a:cubicBezTo>
                    <a:pt x="2036" y="7049"/>
                    <a:pt x="1757" y="6873"/>
                    <a:pt x="1523" y="6698"/>
                  </a:cubicBezTo>
                  <a:cubicBezTo>
                    <a:pt x="1391" y="6610"/>
                    <a:pt x="1304" y="6507"/>
                    <a:pt x="1216" y="6420"/>
                  </a:cubicBezTo>
                  <a:cubicBezTo>
                    <a:pt x="1128" y="6332"/>
                    <a:pt x="1055" y="6215"/>
                    <a:pt x="1011" y="6127"/>
                  </a:cubicBezTo>
                  <a:cubicBezTo>
                    <a:pt x="967" y="6039"/>
                    <a:pt x="967" y="5966"/>
                    <a:pt x="996" y="5893"/>
                  </a:cubicBezTo>
                  <a:cubicBezTo>
                    <a:pt x="1011" y="5819"/>
                    <a:pt x="1040" y="5746"/>
                    <a:pt x="1157" y="5658"/>
                  </a:cubicBezTo>
                  <a:cubicBezTo>
                    <a:pt x="1333" y="5468"/>
                    <a:pt x="1699" y="5307"/>
                    <a:pt x="2094" y="5029"/>
                  </a:cubicBezTo>
                  <a:cubicBezTo>
                    <a:pt x="2270" y="4897"/>
                    <a:pt x="2489" y="4736"/>
                    <a:pt x="2650" y="4458"/>
                  </a:cubicBezTo>
                  <a:cubicBezTo>
                    <a:pt x="2826" y="4194"/>
                    <a:pt x="2899" y="3858"/>
                    <a:pt x="2841" y="3550"/>
                  </a:cubicBezTo>
                  <a:cubicBezTo>
                    <a:pt x="2782" y="3243"/>
                    <a:pt x="2636" y="2994"/>
                    <a:pt x="2489" y="2818"/>
                  </a:cubicBezTo>
                  <a:cubicBezTo>
                    <a:pt x="2343" y="2628"/>
                    <a:pt x="2182" y="2482"/>
                    <a:pt x="2021" y="2379"/>
                  </a:cubicBezTo>
                  <a:cubicBezTo>
                    <a:pt x="1713" y="2145"/>
                    <a:pt x="1450" y="1999"/>
                    <a:pt x="1304" y="1808"/>
                  </a:cubicBezTo>
                  <a:cubicBezTo>
                    <a:pt x="1143" y="1647"/>
                    <a:pt x="1084" y="1442"/>
                    <a:pt x="1069" y="1237"/>
                  </a:cubicBezTo>
                  <a:cubicBezTo>
                    <a:pt x="1055" y="842"/>
                    <a:pt x="1289" y="549"/>
                    <a:pt x="1494" y="388"/>
                  </a:cubicBezTo>
                  <a:cubicBezTo>
                    <a:pt x="1684" y="212"/>
                    <a:pt x="1860" y="169"/>
                    <a:pt x="1860" y="95"/>
                  </a:cubicBezTo>
                  <a:cubicBezTo>
                    <a:pt x="1860" y="48"/>
                    <a:pt x="1781" y="1"/>
                    <a:pt x="1622" y="1"/>
                  </a:cubicBezTo>
                  <a:close/>
                </a:path>
              </a:pathLst>
            </a:custGeom>
            <a:solidFill>
              <a:schemeClr val="lt1"/>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grpSp>
      <p:grpSp>
        <p:nvGrpSpPr>
          <p:cNvPr id="809" name="Google Shape;809;p38"/>
          <p:cNvGrpSpPr/>
          <p:nvPr/>
        </p:nvGrpSpPr>
        <p:grpSpPr>
          <a:xfrm>
            <a:off x="2340117" y="3347199"/>
            <a:ext cx="1044556" cy="1849595"/>
            <a:chOff x="311967" y="3329599"/>
            <a:chExt cx="1044556" cy="1849595"/>
          </a:xfrm>
        </p:grpSpPr>
        <p:sp>
          <p:nvSpPr>
            <p:cNvPr id="810" name="Google Shape;810;p38"/>
            <p:cNvSpPr/>
            <p:nvPr/>
          </p:nvSpPr>
          <p:spPr>
            <a:xfrm flipH="1">
              <a:off x="655040" y="40999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11" name="Google Shape;811;p38"/>
            <p:cNvSpPr/>
            <p:nvPr/>
          </p:nvSpPr>
          <p:spPr>
            <a:xfrm flipH="1">
              <a:off x="784098" y="41095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12" name="Google Shape;812;p38"/>
            <p:cNvSpPr/>
            <p:nvPr/>
          </p:nvSpPr>
          <p:spPr>
            <a:xfrm flipH="1">
              <a:off x="384746" y="40999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13" name="Google Shape;813;p38"/>
            <p:cNvSpPr/>
            <p:nvPr/>
          </p:nvSpPr>
          <p:spPr>
            <a:xfrm flipH="1">
              <a:off x="571983" y="45249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14" name="Google Shape;814;p38"/>
            <p:cNvSpPr/>
            <p:nvPr/>
          </p:nvSpPr>
          <p:spPr>
            <a:xfrm flipH="1">
              <a:off x="311967" y="33295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15" name="Google Shape;815;p38"/>
            <p:cNvSpPr/>
            <p:nvPr/>
          </p:nvSpPr>
          <p:spPr>
            <a:xfrm flipH="1">
              <a:off x="324974" y="33298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16" name="Google Shape;816;p38"/>
            <p:cNvSpPr/>
            <p:nvPr/>
          </p:nvSpPr>
          <p:spPr>
            <a:xfrm flipH="1">
              <a:off x="584400" y="36141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17" name="Google Shape;817;p38"/>
            <p:cNvSpPr/>
            <p:nvPr/>
          </p:nvSpPr>
          <p:spPr>
            <a:xfrm flipH="1">
              <a:off x="565851" y="35432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18" name="Google Shape;818;p38"/>
            <p:cNvSpPr/>
            <p:nvPr/>
          </p:nvSpPr>
          <p:spPr>
            <a:xfrm flipH="1">
              <a:off x="592693" y="36077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grpSp>
      <p:grpSp>
        <p:nvGrpSpPr>
          <p:cNvPr id="819" name="Google Shape;819;p38"/>
          <p:cNvGrpSpPr/>
          <p:nvPr/>
        </p:nvGrpSpPr>
        <p:grpSpPr>
          <a:xfrm>
            <a:off x="5681342" y="3347199"/>
            <a:ext cx="1044556" cy="1849595"/>
            <a:chOff x="5681342" y="3347199"/>
            <a:chExt cx="1044556" cy="1849595"/>
          </a:xfrm>
        </p:grpSpPr>
        <p:sp>
          <p:nvSpPr>
            <p:cNvPr id="820" name="Google Shape;820;p38"/>
            <p:cNvSpPr/>
            <p:nvPr/>
          </p:nvSpPr>
          <p:spPr>
            <a:xfrm>
              <a:off x="6267778" y="41175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1" name="Google Shape;821;p38"/>
            <p:cNvSpPr/>
            <p:nvPr/>
          </p:nvSpPr>
          <p:spPr>
            <a:xfrm>
              <a:off x="6106117" y="41271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2" name="Google Shape;822;p38"/>
            <p:cNvSpPr/>
            <p:nvPr/>
          </p:nvSpPr>
          <p:spPr>
            <a:xfrm>
              <a:off x="6348303" y="41175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3" name="Google Shape;823;p38"/>
            <p:cNvSpPr/>
            <p:nvPr/>
          </p:nvSpPr>
          <p:spPr>
            <a:xfrm>
              <a:off x="6200696" y="45425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4" name="Google Shape;824;p38"/>
            <p:cNvSpPr/>
            <p:nvPr/>
          </p:nvSpPr>
          <p:spPr>
            <a:xfrm>
              <a:off x="5681342" y="33471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l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5" name="Google Shape;825;p38"/>
            <p:cNvSpPr/>
            <p:nvPr/>
          </p:nvSpPr>
          <p:spPr>
            <a:xfrm>
              <a:off x="5716739" y="33474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lt2"/>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6" name="Google Shape;826;p38"/>
            <p:cNvSpPr/>
            <p:nvPr/>
          </p:nvSpPr>
          <p:spPr>
            <a:xfrm>
              <a:off x="6421474" y="36317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dk1"/>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7" name="Google Shape;827;p38"/>
            <p:cNvSpPr/>
            <p:nvPr/>
          </p:nvSpPr>
          <p:spPr>
            <a:xfrm>
              <a:off x="6422739" y="35608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dk1"/>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8" name="Google Shape;828;p38"/>
            <p:cNvSpPr/>
            <p:nvPr/>
          </p:nvSpPr>
          <p:spPr>
            <a:xfrm>
              <a:off x="6385074" y="36253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dk1"/>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sp>
          <p:nvSpPr>
            <p:cNvPr id="829" name="Google Shape;829;p38"/>
            <p:cNvSpPr/>
            <p:nvPr/>
          </p:nvSpPr>
          <p:spPr>
            <a:xfrm>
              <a:off x="5716739" y="33474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rgbClr val="151F29">
                <a:alpha val="32890"/>
              </a:srgbClr>
            </a:solidFill>
            <a:ln>
              <a:noFill/>
            </a:ln>
          </p:spPr>
          <p:txBody>
            <a:bodyPr spcFirstLastPara="1" wrap="square" lIns="91425" tIns="91425" rIns="91425" bIns="91425" anchor="ctr" anchorCtr="0"/>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44"/>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Key Business Logic Concepts</a:t>
            </a:r>
            <a:endParaRPr/>
          </a:p>
        </p:txBody>
      </p:sp>
      <p:sp>
        <p:nvSpPr>
          <p:cNvPr id="968" name="Google Shape;968;p44"/>
          <p:cNvSpPr txBox="1">
            <a:spLocks noGrp="1"/>
          </p:cNvSpPr>
          <p:nvPr>
            <p:ph type="ctrTitle" idx="2"/>
          </p:nvPr>
        </p:nvSpPr>
        <p:spPr>
          <a:xfrm flipH="1">
            <a:off x="2145875" y="3057060"/>
            <a:ext cx="2190300" cy="4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YTD Analysis</a:t>
            </a:r>
            <a:endParaRPr/>
          </a:p>
        </p:txBody>
      </p:sp>
      <p:sp>
        <p:nvSpPr>
          <p:cNvPr id="969" name="Google Shape;969;p44"/>
          <p:cNvSpPr txBox="1">
            <a:spLocks noGrp="1"/>
          </p:cNvSpPr>
          <p:nvPr>
            <p:ph type="subTitle" idx="1"/>
          </p:nvPr>
        </p:nvSpPr>
        <p:spPr>
          <a:xfrm flipH="1">
            <a:off x="2145866" y="3432725"/>
            <a:ext cx="1930800" cy="68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Year-to-Date rows track Jan 1 through current month for planning target vs. actual comparisons</a:t>
            </a:r>
            <a:endParaRPr/>
          </a:p>
        </p:txBody>
      </p:sp>
      <p:sp>
        <p:nvSpPr>
          <p:cNvPr id="970" name="Google Shape;970;p44"/>
          <p:cNvSpPr txBox="1">
            <a:spLocks noGrp="1"/>
          </p:cNvSpPr>
          <p:nvPr>
            <p:ph type="ctrTitle" idx="3"/>
          </p:nvPr>
        </p:nvSpPr>
        <p:spPr>
          <a:xfrm flipH="1">
            <a:off x="5377031" y="3146236"/>
            <a:ext cx="2190300" cy="4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LC Value</a:t>
            </a:r>
            <a:endParaRPr/>
          </a:p>
        </p:txBody>
      </p:sp>
      <p:sp>
        <p:nvSpPr>
          <p:cNvPr id="971" name="Google Shape;971;p44"/>
          <p:cNvSpPr txBox="1">
            <a:spLocks noGrp="1"/>
          </p:cNvSpPr>
          <p:nvPr>
            <p:ph type="subTitle" idx="4"/>
          </p:nvPr>
        </p:nvSpPr>
        <p:spPr>
          <a:xfrm flipH="1">
            <a:off x="5368641" y="3428525"/>
            <a:ext cx="1930800" cy="68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Local Currency Value in EGP = Units x Retail Price; primary revenue KPI and market share denominator</a:t>
            </a:r>
            <a:endParaRPr/>
          </a:p>
        </p:txBody>
      </p:sp>
      <p:sp>
        <p:nvSpPr>
          <p:cNvPr id="972" name="Google Shape;972;p44"/>
          <p:cNvSpPr txBox="1">
            <a:spLocks noGrp="1"/>
          </p:cNvSpPr>
          <p:nvPr>
            <p:ph type="ctrTitle" idx="5"/>
          </p:nvPr>
        </p:nvSpPr>
        <p:spPr>
          <a:xfrm flipH="1">
            <a:off x="5368650" y="1430675"/>
            <a:ext cx="2190300" cy="43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MAT Analysis</a:t>
            </a:r>
            <a:endParaRPr/>
          </a:p>
        </p:txBody>
      </p:sp>
      <p:sp>
        <p:nvSpPr>
          <p:cNvPr id="973" name="Google Shape;973;p44"/>
          <p:cNvSpPr txBox="1">
            <a:spLocks noGrp="1"/>
          </p:cNvSpPr>
          <p:nvPr>
            <p:ph type="subTitle" idx="6"/>
          </p:nvPr>
        </p:nvSpPr>
        <p:spPr>
          <a:xfrm flipH="1">
            <a:off x="5368641" y="1806071"/>
            <a:ext cx="1930800" cy="68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Moving Annual Total = cumulative 12-month rolling sales; removes seasonal distortion for trend analysis</a:t>
            </a:r>
            <a:endParaRPr/>
          </a:p>
        </p:txBody>
      </p:sp>
      <p:sp>
        <p:nvSpPr>
          <p:cNvPr id="974" name="Google Shape;974;p44"/>
          <p:cNvSpPr txBox="1">
            <a:spLocks noGrp="1"/>
          </p:cNvSpPr>
          <p:nvPr>
            <p:ph type="ctrTitle" idx="7"/>
          </p:nvPr>
        </p:nvSpPr>
        <p:spPr>
          <a:xfrm flipH="1">
            <a:off x="2145875" y="1208053"/>
            <a:ext cx="2190300" cy="43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ATC Hierarchy</a:t>
            </a:r>
            <a:endParaRPr dirty="0"/>
          </a:p>
        </p:txBody>
      </p:sp>
      <p:sp>
        <p:nvSpPr>
          <p:cNvPr id="975" name="Google Shape;975;p44"/>
          <p:cNvSpPr txBox="1">
            <a:spLocks noGrp="1"/>
          </p:cNvSpPr>
          <p:nvPr>
            <p:ph type="subTitle" idx="8"/>
          </p:nvPr>
        </p:nvSpPr>
        <p:spPr>
          <a:xfrm flipH="1">
            <a:off x="2145866" y="1806071"/>
            <a:ext cx="1930800" cy="68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 4-level classification (ATC1→ATC4); market share calculated at ATC4 chemical class level</a:t>
            </a:r>
            <a:endParaRPr/>
          </a:p>
        </p:txBody>
      </p:sp>
      <p:grpSp>
        <p:nvGrpSpPr>
          <p:cNvPr id="976" name="Google Shape;976;p44"/>
          <p:cNvGrpSpPr/>
          <p:nvPr/>
        </p:nvGrpSpPr>
        <p:grpSpPr>
          <a:xfrm>
            <a:off x="4758032" y="1693503"/>
            <a:ext cx="528861" cy="526168"/>
            <a:chOff x="4758032" y="1693503"/>
            <a:chExt cx="528861" cy="526168"/>
          </a:xfrm>
        </p:grpSpPr>
        <p:sp>
          <p:nvSpPr>
            <p:cNvPr id="977" name="Google Shape;977;p44"/>
            <p:cNvSpPr/>
            <p:nvPr/>
          </p:nvSpPr>
          <p:spPr>
            <a:xfrm>
              <a:off x="4758032" y="1785519"/>
              <a:ext cx="434152" cy="434152"/>
            </a:xfrm>
            <a:custGeom>
              <a:avLst/>
              <a:gdLst/>
              <a:ahLst/>
              <a:cxnLst/>
              <a:rect l="l" t="t" r="r" b="b"/>
              <a:pathLst>
                <a:path w="11286" h="11286" extrusionOk="0">
                  <a:moveTo>
                    <a:pt x="5639" y="0"/>
                  </a:moveTo>
                  <a:cubicBezTo>
                    <a:pt x="2525" y="0"/>
                    <a:pt x="0" y="2525"/>
                    <a:pt x="0" y="5646"/>
                  </a:cubicBezTo>
                  <a:cubicBezTo>
                    <a:pt x="0" y="8760"/>
                    <a:pt x="2525" y="11285"/>
                    <a:pt x="5639" y="11285"/>
                  </a:cubicBezTo>
                  <a:cubicBezTo>
                    <a:pt x="8761" y="11285"/>
                    <a:pt x="11285" y="8760"/>
                    <a:pt x="11285" y="5646"/>
                  </a:cubicBezTo>
                  <a:cubicBezTo>
                    <a:pt x="11285" y="2525"/>
                    <a:pt x="8761" y="0"/>
                    <a:pt x="56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4"/>
            <p:cNvSpPr/>
            <p:nvPr/>
          </p:nvSpPr>
          <p:spPr>
            <a:xfrm>
              <a:off x="4974955" y="1993901"/>
              <a:ext cx="217230" cy="17388"/>
            </a:xfrm>
            <a:custGeom>
              <a:avLst/>
              <a:gdLst/>
              <a:ahLst/>
              <a:cxnLst/>
              <a:rect l="l" t="t" r="r" b="b"/>
              <a:pathLst>
                <a:path w="5647" h="452" extrusionOk="0">
                  <a:moveTo>
                    <a:pt x="0" y="0"/>
                  </a:moveTo>
                  <a:lnTo>
                    <a:pt x="0" y="451"/>
                  </a:lnTo>
                  <a:lnTo>
                    <a:pt x="5639" y="451"/>
                  </a:lnTo>
                  <a:cubicBezTo>
                    <a:pt x="5639" y="375"/>
                    <a:pt x="5646" y="305"/>
                    <a:pt x="5646" y="229"/>
                  </a:cubicBezTo>
                  <a:cubicBezTo>
                    <a:pt x="5646" y="153"/>
                    <a:pt x="5646" y="76"/>
                    <a:pt x="5639"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4"/>
            <p:cNvSpPr/>
            <p:nvPr/>
          </p:nvSpPr>
          <p:spPr>
            <a:xfrm>
              <a:off x="5157448" y="1693503"/>
              <a:ext cx="129445" cy="126714"/>
            </a:xfrm>
            <a:custGeom>
              <a:avLst/>
              <a:gdLst/>
              <a:ahLst/>
              <a:cxnLst/>
              <a:rect l="l" t="t" r="r" b="b"/>
              <a:pathLst>
                <a:path w="3365" h="3294" extrusionOk="0">
                  <a:moveTo>
                    <a:pt x="2029" y="0"/>
                  </a:moveTo>
                  <a:cubicBezTo>
                    <a:pt x="1974" y="0"/>
                    <a:pt x="1918" y="21"/>
                    <a:pt x="1873" y="68"/>
                  </a:cubicBezTo>
                  <a:lnTo>
                    <a:pt x="202" y="1740"/>
                  </a:lnTo>
                  <a:cubicBezTo>
                    <a:pt x="70" y="1865"/>
                    <a:pt x="1" y="2038"/>
                    <a:pt x="1" y="2219"/>
                  </a:cubicBezTo>
                  <a:lnTo>
                    <a:pt x="1" y="3294"/>
                  </a:lnTo>
                  <a:lnTo>
                    <a:pt x="1069" y="3294"/>
                  </a:lnTo>
                  <a:cubicBezTo>
                    <a:pt x="1249" y="3294"/>
                    <a:pt x="1423" y="3224"/>
                    <a:pt x="1547" y="3099"/>
                  </a:cubicBezTo>
                  <a:lnTo>
                    <a:pt x="3226" y="1421"/>
                  </a:lnTo>
                  <a:cubicBezTo>
                    <a:pt x="3365" y="1282"/>
                    <a:pt x="3268" y="1039"/>
                    <a:pt x="3066" y="1039"/>
                  </a:cubicBezTo>
                  <a:lnTo>
                    <a:pt x="2255" y="1039"/>
                  </a:lnTo>
                  <a:lnTo>
                    <a:pt x="2255" y="228"/>
                  </a:lnTo>
                  <a:cubicBezTo>
                    <a:pt x="2255" y="92"/>
                    <a:pt x="2144" y="0"/>
                    <a:pt x="202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4"/>
            <p:cNvSpPr/>
            <p:nvPr/>
          </p:nvSpPr>
          <p:spPr>
            <a:xfrm>
              <a:off x="5157448" y="1693503"/>
              <a:ext cx="86938" cy="126714"/>
            </a:xfrm>
            <a:custGeom>
              <a:avLst/>
              <a:gdLst/>
              <a:ahLst/>
              <a:cxnLst/>
              <a:rect l="l" t="t" r="r" b="b"/>
              <a:pathLst>
                <a:path w="2260" h="3294" extrusionOk="0">
                  <a:moveTo>
                    <a:pt x="2031" y="0"/>
                  </a:moveTo>
                  <a:cubicBezTo>
                    <a:pt x="1975" y="0"/>
                    <a:pt x="1918" y="21"/>
                    <a:pt x="1873" y="68"/>
                  </a:cubicBezTo>
                  <a:lnTo>
                    <a:pt x="202" y="1740"/>
                  </a:lnTo>
                  <a:cubicBezTo>
                    <a:pt x="70" y="1865"/>
                    <a:pt x="1" y="2038"/>
                    <a:pt x="1" y="2219"/>
                  </a:cubicBezTo>
                  <a:lnTo>
                    <a:pt x="1" y="3294"/>
                  </a:lnTo>
                  <a:lnTo>
                    <a:pt x="2255" y="1039"/>
                  </a:lnTo>
                  <a:lnTo>
                    <a:pt x="2255" y="228"/>
                  </a:lnTo>
                  <a:cubicBezTo>
                    <a:pt x="2260" y="92"/>
                    <a:pt x="2147" y="0"/>
                    <a:pt x="2031"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44"/>
            <p:cNvSpPr/>
            <p:nvPr/>
          </p:nvSpPr>
          <p:spPr>
            <a:xfrm>
              <a:off x="4810041" y="1837528"/>
              <a:ext cx="330096" cy="330096"/>
            </a:xfrm>
            <a:custGeom>
              <a:avLst/>
              <a:gdLst/>
              <a:ahLst/>
              <a:cxnLst/>
              <a:rect l="l" t="t" r="r" b="b"/>
              <a:pathLst>
                <a:path w="8581" h="8581" extrusionOk="0">
                  <a:moveTo>
                    <a:pt x="4287" y="1"/>
                  </a:moveTo>
                  <a:cubicBezTo>
                    <a:pt x="1922" y="1"/>
                    <a:pt x="1" y="1922"/>
                    <a:pt x="1" y="4294"/>
                  </a:cubicBezTo>
                  <a:cubicBezTo>
                    <a:pt x="1" y="6659"/>
                    <a:pt x="1922" y="8581"/>
                    <a:pt x="4287" y="8581"/>
                  </a:cubicBezTo>
                  <a:cubicBezTo>
                    <a:pt x="6659" y="8581"/>
                    <a:pt x="8581" y="6659"/>
                    <a:pt x="8581" y="4294"/>
                  </a:cubicBezTo>
                  <a:cubicBezTo>
                    <a:pt x="8581" y="1922"/>
                    <a:pt x="6659" y="1"/>
                    <a:pt x="42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4"/>
            <p:cNvSpPr/>
            <p:nvPr/>
          </p:nvSpPr>
          <p:spPr>
            <a:xfrm>
              <a:off x="4974955" y="1993901"/>
              <a:ext cx="165182" cy="17388"/>
            </a:xfrm>
            <a:custGeom>
              <a:avLst/>
              <a:gdLst/>
              <a:ahLst/>
              <a:cxnLst/>
              <a:rect l="l" t="t" r="r" b="b"/>
              <a:pathLst>
                <a:path w="4294" h="452" extrusionOk="0">
                  <a:moveTo>
                    <a:pt x="0" y="0"/>
                  </a:moveTo>
                  <a:lnTo>
                    <a:pt x="0" y="451"/>
                  </a:lnTo>
                  <a:lnTo>
                    <a:pt x="4280" y="451"/>
                  </a:lnTo>
                  <a:cubicBezTo>
                    <a:pt x="4280" y="375"/>
                    <a:pt x="4294" y="305"/>
                    <a:pt x="4294" y="229"/>
                  </a:cubicBezTo>
                  <a:cubicBezTo>
                    <a:pt x="4294" y="153"/>
                    <a:pt x="4287" y="76"/>
                    <a:pt x="428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4"/>
            <p:cNvSpPr/>
            <p:nvPr/>
          </p:nvSpPr>
          <p:spPr>
            <a:xfrm>
              <a:off x="4853549" y="1881035"/>
              <a:ext cx="243119" cy="243119"/>
            </a:xfrm>
            <a:custGeom>
              <a:avLst/>
              <a:gdLst/>
              <a:ahLst/>
              <a:cxnLst/>
              <a:rect l="l" t="t" r="r" b="b"/>
              <a:pathLst>
                <a:path w="6320" h="6320" extrusionOk="0">
                  <a:moveTo>
                    <a:pt x="3156" y="0"/>
                  </a:moveTo>
                  <a:cubicBezTo>
                    <a:pt x="1415" y="0"/>
                    <a:pt x="0" y="1415"/>
                    <a:pt x="0" y="3163"/>
                  </a:cubicBezTo>
                  <a:cubicBezTo>
                    <a:pt x="0" y="4904"/>
                    <a:pt x="1415" y="6319"/>
                    <a:pt x="3156" y="6319"/>
                  </a:cubicBezTo>
                  <a:cubicBezTo>
                    <a:pt x="4904" y="6319"/>
                    <a:pt x="6319" y="4904"/>
                    <a:pt x="6319" y="3163"/>
                  </a:cubicBezTo>
                  <a:cubicBezTo>
                    <a:pt x="6319" y="1415"/>
                    <a:pt x="4904" y="0"/>
                    <a:pt x="31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44"/>
            <p:cNvSpPr/>
            <p:nvPr/>
          </p:nvSpPr>
          <p:spPr>
            <a:xfrm>
              <a:off x="4974955" y="1993901"/>
              <a:ext cx="121713" cy="17388"/>
            </a:xfrm>
            <a:custGeom>
              <a:avLst/>
              <a:gdLst/>
              <a:ahLst/>
              <a:cxnLst/>
              <a:rect l="l" t="t" r="r" b="b"/>
              <a:pathLst>
                <a:path w="3164" h="452" extrusionOk="0">
                  <a:moveTo>
                    <a:pt x="0" y="0"/>
                  </a:moveTo>
                  <a:lnTo>
                    <a:pt x="0" y="451"/>
                  </a:lnTo>
                  <a:lnTo>
                    <a:pt x="3149" y="451"/>
                  </a:lnTo>
                  <a:cubicBezTo>
                    <a:pt x="3156" y="375"/>
                    <a:pt x="3163" y="305"/>
                    <a:pt x="3163" y="229"/>
                  </a:cubicBezTo>
                  <a:cubicBezTo>
                    <a:pt x="3163" y="153"/>
                    <a:pt x="3156" y="76"/>
                    <a:pt x="3149"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44"/>
            <p:cNvSpPr/>
            <p:nvPr/>
          </p:nvSpPr>
          <p:spPr>
            <a:xfrm>
              <a:off x="4905558" y="1933044"/>
              <a:ext cx="139063" cy="139063"/>
            </a:xfrm>
            <a:custGeom>
              <a:avLst/>
              <a:gdLst/>
              <a:ahLst/>
              <a:cxnLst/>
              <a:rect l="l" t="t" r="r" b="b"/>
              <a:pathLst>
                <a:path w="3615" h="3615" extrusionOk="0">
                  <a:moveTo>
                    <a:pt x="1804" y="1"/>
                  </a:moveTo>
                  <a:cubicBezTo>
                    <a:pt x="812" y="1"/>
                    <a:pt x="1" y="812"/>
                    <a:pt x="1" y="1811"/>
                  </a:cubicBezTo>
                  <a:cubicBezTo>
                    <a:pt x="1" y="2803"/>
                    <a:pt x="812" y="3614"/>
                    <a:pt x="1804" y="3614"/>
                  </a:cubicBezTo>
                  <a:cubicBezTo>
                    <a:pt x="2803" y="3614"/>
                    <a:pt x="3615" y="2803"/>
                    <a:pt x="3615" y="1811"/>
                  </a:cubicBezTo>
                  <a:cubicBezTo>
                    <a:pt x="3615" y="812"/>
                    <a:pt x="2803" y="1"/>
                    <a:pt x="18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4"/>
            <p:cNvSpPr/>
            <p:nvPr/>
          </p:nvSpPr>
          <p:spPr>
            <a:xfrm>
              <a:off x="4974955" y="1993901"/>
              <a:ext cx="69935" cy="17388"/>
            </a:xfrm>
            <a:custGeom>
              <a:avLst/>
              <a:gdLst/>
              <a:ahLst/>
              <a:cxnLst/>
              <a:rect l="l" t="t" r="r" b="b"/>
              <a:pathLst>
                <a:path w="1818" h="452" extrusionOk="0">
                  <a:moveTo>
                    <a:pt x="0" y="0"/>
                  </a:moveTo>
                  <a:lnTo>
                    <a:pt x="0" y="451"/>
                  </a:lnTo>
                  <a:lnTo>
                    <a:pt x="1797" y="451"/>
                  </a:lnTo>
                  <a:cubicBezTo>
                    <a:pt x="1818" y="305"/>
                    <a:pt x="1818" y="153"/>
                    <a:pt x="179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4"/>
            <p:cNvSpPr/>
            <p:nvPr/>
          </p:nvSpPr>
          <p:spPr>
            <a:xfrm>
              <a:off x="4949065" y="1976552"/>
              <a:ext cx="52047" cy="52047"/>
            </a:xfrm>
            <a:custGeom>
              <a:avLst/>
              <a:gdLst/>
              <a:ahLst/>
              <a:cxnLst/>
              <a:rect l="l" t="t" r="r" b="b"/>
              <a:pathLst>
                <a:path w="1353" h="1353" extrusionOk="0">
                  <a:moveTo>
                    <a:pt x="673" y="0"/>
                  </a:moveTo>
                  <a:cubicBezTo>
                    <a:pt x="299" y="0"/>
                    <a:pt x="0" y="306"/>
                    <a:pt x="0" y="680"/>
                  </a:cubicBezTo>
                  <a:cubicBezTo>
                    <a:pt x="0" y="1055"/>
                    <a:pt x="299" y="1353"/>
                    <a:pt x="673" y="1353"/>
                  </a:cubicBezTo>
                  <a:cubicBezTo>
                    <a:pt x="1048" y="1353"/>
                    <a:pt x="1353" y="1055"/>
                    <a:pt x="1353" y="680"/>
                  </a:cubicBezTo>
                  <a:cubicBezTo>
                    <a:pt x="1353" y="306"/>
                    <a:pt x="1048" y="0"/>
                    <a:pt x="6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44"/>
            <p:cNvSpPr/>
            <p:nvPr/>
          </p:nvSpPr>
          <p:spPr>
            <a:xfrm>
              <a:off x="4974955" y="1993901"/>
              <a:ext cx="26697" cy="17388"/>
            </a:xfrm>
            <a:custGeom>
              <a:avLst/>
              <a:gdLst/>
              <a:ahLst/>
              <a:cxnLst/>
              <a:rect l="l" t="t" r="r" b="b"/>
              <a:pathLst>
                <a:path w="694" h="452" extrusionOk="0">
                  <a:moveTo>
                    <a:pt x="0" y="0"/>
                  </a:moveTo>
                  <a:lnTo>
                    <a:pt x="0" y="451"/>
                  </a:lnTo>
                  <a:lnTo>
                    <a:pt x="638" y="451"/>
                  </a:lnTo>
                  <a:cubicBezTo>
                    <a:pt x="694" y="305"/>
                    <a:pt x="694" y="146"/>
                    <a:pt x="638" y="0"/>
                  </a:cubicBezTo>
                  <a:close/>
                </a:path>
              </a:pathLst>
            </a:custGeom>
            <a:solidFill>
              <a:srgbClr val="8282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4"/>
            <p:cNvSpPr/>
            <p:nvPr/>
          </p:nvSpPr>
          <p:spPr>
            <a:xfrm>
              <a:off x="4962683" y="1952778"/>
              <a:ext cx="62203" cy="58587"/>
            </a:xfrm>
            <a:custGeom>
              <a:avLst/>
              <a:gdLst/>
              <a:ahLst/>
              <a:cxnLst/>
              <a:rect l="l" t="t" r="r" b="b"/>
              <a:pathLst>
                <a:path w="1617" h="1523" extrusionOk="0">
                  <a:moveTo>
                    <a:pt x="1297" y="1"/>
                  </a:moveTo>
                  <a:lnTo>
                    <a:pt x="160" y="1132"/>
                  </a:lnTo>
                  <a:cubicBezTo>
                    <a:pt x="0" y="1296"/>
                    <a:pt x="150" y="1522"/>
                    <a:pt x="323" y="1522"/>
                  </a:cubicBezTo>
                  <a:cubicBezTo>
                    <a:pt x="375" y="1522"/>
                    <a:pt x="430" y="1501"/>
                    <a:pt x="479" y="1451"/>
                  </a:cubicBezTo>
                  <a:lnTo>
                    <a:pt x="1616" y="320"/>
                  </a:lnTo>
                  <a:lnTo>
                    <a:pt x="129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4"/>
            <p:cNvSpPr/>
            <p:nvPr/>
          </p:nvSpPr>
          <p:spPr>
            <a:xfrm>
              <a:off x="5002421" y="1711506"/>
              <a:ext cx="267315" cy="260814"/>
            </a:xfrm>
            <a:custGeom>
              <a:avLst/>
              <a:gdLst/>
              <a:ahLst/>
              <a:cxnLst/>
              <a:rect l="l" t="t" r="r" b="b"/>
              <a:pathLst>
                <a:path w="6949" h="6780" extrusionOk="0">
                  <a:moveTo>
                    <a:pt x="6625" y="1"/>
                  </a:moveTo>
                  <a:cubicBezTo>
                    <a:pt x="6572" y="1"/>
                    <a:pt x="6516" y="22"/>
                    <a:pt x="6465" y="72"/>
                  </a:cubicBezTo>
                  <a:lnTo>
                    <a:pt x="146" y="6391"/>
                  </a:lnTo>
                  <a:cubicBezTo>
                    <a:pt x="1" y="6537"/>
                    <a:pt x="105" y="6779"/>
                    <a:pt x="306" y="6779"/>
                  </a:cubicBezTo>
                  <a:cubicBezTo>
                    <a:pt x="368" y="6772"/>
                    <a:pt x="424" y="6752"/>
                    <a:pt x="465" y="6710"/>
                  </a:cubicBezTo>
                  <a:lnTo>
                    <a:pt x="6784" y="391"/>
                  </a:lnTo>
                  <a:cubicBezTo>
                    <a:pt x="6949" y="226"/>
                    <a:pt x="6800" y="1"/>
                    <a:pt x="66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1" name="Google Shape;991;p44"/>
          <p:cNvGrpSpPr/>
          <p:nvPr/>
        </p:nvGrpSpPr>
        <p:grpSpPr>
          <a:xfrm>
            <a:off x="1587641" y="1730512"/>
            <a:ext cx="452582" cy="452174"/>
            <a:chOff x="1587641" y="1730512"/>
            <a:chExt cx="452582" cy="452174"/>
          </a:xfrm>
        </p:grpSpPr>
        <p:sp>
          <p:nvSpPr>
            <p:cNvPr id="992" name="Google Shape;992;p44"/>
            <p:cNvSpPr/>
            <p:nvPr/>
          </p:nvSpPr>
          <p:spPr>
            <a:xfrm>
              <a:off x="1587641" y="1730512"/>
              <a:ext cx="343198" cy="225993"/>
            </a:xfrm>
            <a:custGeom>
              <a:avLst/>
              <a:gdLst/>
              <a:ahLst/>
              <a:cxnLst/>
              <a:rect l="l" t="t" r="r" b="b"/>
              <a:pathLst>
                <a:path w="10925" h="7194" extrusionOk="0">
                  <a:moveTo>
                    <a:pt x="6983" y="1"/>
                  </a:moveTo>
                  <a:cubicBezTo>
                    <a:pt x="6979" y="1"/>
                    <a:pt x="6975" y="1"/>
                    <a:pt x="6971" y="1"/>
                  </a:cubicBezTo>
                  <a:lnTo>
                    <a:pt x="930" y="1"/>
                  </a:lnTo>
                  <a:cubicBezTo>
                    <a:pt x="417" y="1"/>
                    <a:pt x="7" y="417"/>
                    <a:pt x="7" y="931"/>
                  </a:cubicBezTo>
                  <a:lnTo>
                    <a:pt x="7" y="6965"/>
                  </a:lnTo>
                  <a:cubicBezTo>
                    <a:pt x="0" y="7090"/>
                    <a:pt x="104" y="7194"/>
                    <a:pt x="236" y="7194"/>
                  </a:cubicBezTo>
                  <a:lnTo>
                    <a:pt x="2560" y="7194"/>
                  </a:lnTo>
                  <a:cubicBezTo>
                    <a:pt x="2816" y="7194"/>
                    <a:pt x="3025" y="6986"/>
                    <a:pt x="3025" y="6729"/>
                  </a:cubicBezTo>
                  <a:lnTo>
                    <a:pt x="3025" y="6264"/>
                  </a:lnTo>
                  <a:cubicBezTo>
                    <a:pt x="3031" y="6063"/>
                    <a:pt x="2948" y="5876"/>
                    <a:pt x="2796" y="5744"/>
                  </a:cubicBezTo>
                  <a:cubicBezTo>
                    <a:pt x="1873" y="4981"/>
                    <a:pt x="2407" y="3483"/>
                    <a:pt x="3600" y="3476"/>
                  </a:cubicBezTo>
                  <a:cubicBezTo>
                    <a:pt x="3603" y="3476"/>
                    <a:pt x="3606" y="3476"/>
                    <a:pt x="3609" y="3476"/>
                  </a:cubicBezTo>
                  <a:cubicBezTo>
                    <a:pt x="4796" y="3476"/>
                    <a:pt x="5339" y="4962"/>
                    <a:pt x="4426" y="5730"/>
                  </a:cubicBezTo>
                  <a:cubicBezTo>
                    <a:pt x="4273" y="5862"/>
                    <a:pt x="4183" y="6056"/>
                    <a:pt x="4190" y="6258"/>
                  </a:cubicBezTo>
                  <a:lnTo>
                    <a:pt x="4190" y="6729"/>
                  </a:lnTo>
                  <a:cubicBezTo>
                    <a:pt x="4190" y="6986"/>
                    <a:pt x="4391" y="7194"/>
                    <a:pt x="4648" y="7194"/>
                  </a:cubicBezTo>
                  <a:lnTo>
                    <a:pt x="7207" y="7194"/>
                  </a:lnTo>
                  <a:lnTo>
                    <a:pt x="7207" y="4641"/>
                  </a:lnTo>
                  <a:cubicBezTo>
                    <a:pt x="7207" y="4385"/>
                    <a:pt x="7415" y="4177"/>
                    <a:pt x="7672" y="4177"/>
                  </a:cubicBezTo>
                  <a:lnTo>
                    <a:pt x="8143" y="4177"/>
                  </a:lnTo>
                  <a:cubicBezTo>
                    <a:pt x="8345" y="4177"/>
                    <a:pt x="8539" y="4267"/>
                    <a:pt x="8671" y="4419"/>
                  </a:cubicBezTo>
                  <a:cubicBezTo>
                    <a:pt x="8935" y="4737"/>
                    <a:pt x="9286" y="4878"/>
                    <a:pt x="9633" y="4878"/>
                  </a:cubicBezTo>
                  <a:cubicBezTo>
                    <a:pt x="10288" y="4878"/>
                    <a:pt x="10925" y="4374"/>
                    <a:pt x="10925" y="3594"/>
                  </a:cubicBezTo>
                  <a:cubicBezTo>
                    <a:pt x="10920" y="2815"/>
                    <a:pt x="10288" y="2317"/>
                    <a:pt x="9636" y="2317"/>
                  </a:cubicBezTo>
                  <a:cubicBezTo>
                    <a:pt x="9283" y="2317"/>
                    <a:pt x="8925" y="2463"/>
                    <a:pt x="8657" y="2789"/>
                  </a:cubicBezTo>
                  <a:cubicBezTo>
                    <a:pt x="8530" y="2930"/>
                    <a:pt x="8345" y="3019"/>
                    <a:pt x="8157" y="3019"/>
                  </a:cubicBezTo>
                  <a:cubicBezTo>
                    <a:pt x="8150" y="3019"/>
                    <a:pt x="8143" y="3019"/>
                    <a:pt x="8137" y="3018"/>
                  </a:cubicBezTo>
                  <a:lnTo>
                    <a:pt x="7672" y="3018"/>
                  </a:lnTo>
                  <a:cubicBezTo>
                    <a:pt x="7415" y="3018"/>
                    <a:pt x="7207" y="2810"/>
                    <a:pt x="7207" y="2554"/>
                  </a:cubicBezTo>
                  <a:lnTo>
                    <a:pt x="7207" y="230"/>
                  </a:lnTo>
                  <a:cubicBezTo>
                    <a:pt x="7207" y="102"/>
                    <a:pt x="7103" y="1"/>
                    <a:pt x="69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4"/>
            <p:cNvSpPr/>
            <p:nvPr/>
          </p:nvSpPr>
          <p:spPr>
            <a:xfrm>
              <a:off x="1814042" y="1730544"/>
              <a:ext cx="226181" cy="342758"/>
            </a:xfrm>
            <a:custGeom>
              <a:avLst/>
              <a:gdLst/>
              <a:ahLst/>
              <a:cxnLst/>
              <a:rect l="l" t="t" r="r" b="b"/>
              <a:pathLst>
                <a:path w="7200" h="10911" extrusionOk="0">
                  <a:moveTo>
                    <a:pt x="229" y="0"/>
                  </a:moveTo>
                  <a:cubicBezTo>
                    <a:pt x="104" y="0"/>
                    <a:pt x="0" y="104"/>
                    <a:pt x="0" y="229"/>
                  </a:cubicBezTo>
                  <a:lnTo>
                    <a:pt x="0" y="2553"/>
                  </a:lnTo>
                  <a:cubicBezTo>
                    <a:pt x="0" y="2809"/>
                    <a:pt x="208" y="3017"/>
                    <a:pt x="465" y="3017"/>
                  </a:cubicBezTo>
                  <a:lnTo>
                    <a:pt x="930" y="3017"/>
                  </a:lnTo>
                  <a:cubicBezTo>
                    <a:pt x="937" y="3018"/>
                    <a:pt x="944" y="3018"/>
                    <a:pt x="951" y="3018"/>
                  </a:cubicBezTo>
                  <a:cubicBezTo>
                    <a:pt x="1144" y="3018"/>
                    <a:pt x="1323" y="2929"/>
                    <a:pt x="1450" y="2788"/>
                  </a:cubicBezTo>
                  <a:cubicBezTo>
                    <a:pt x="1718" y="2462"/>
                    <a:pt x="2076" y="2316"/>
                    <a:pt x="2429" y="2316"/>
                  </a:cubicBezTo>
                  <a:cubicBezTo>
                    <a:pt x="3081" y="2316"/>
                    <a:pt x="3713" y="2814"/>
                    <a:pt x="3718" y="3593"/>
                  </a:cubicBezTo>
                  <a:cubicBezTo>
                    <a:pt x="3722" y="4373"/>
                    <a:pt x="3087" y="4877"/>
                    <a:pt x="2431" y="4877"/>
                  </a:cubicBezTo>
                  <a:cubicBezTo>
                    <a:pt x="2083" y="4877"/>
                    <a:pt x="1730" y="4736"/>
                    <a:pt x="1464" y="4418"/>
                  </a:cubicBezTo>
                  <a:cubicBezTo>
                    <a:pt x="1332" y="4266"/>
                    <a:pt x="1138" y="4176"/>
                    <a:pt x="936" y="4176"/>
                  </a:cubicBezTo>
                  <a:lnTo>
                    <a:pt x="465" y="4176"/>
                  </a:lnTo>
                  <a:cubicBezTo>
                    <a:pt x="208" y="4176"/>
                    <a:pt x="0" y="4384"/>
                    <a:pt x="0" y="4640"/>
                  </a:cubicBezTo>
                  <a:lnTo>
                    <a:pt x="0" y="7193"/>
                  </a:lnTo>
                  <a:lnTo>
                    <a:pt x="2553" y="7193"/>
                  </a:lnTo>
                  <a:cubicBezTo>
                    <a:pt x="2809" y="7193"/>
                    <a:pt x="3017" y="7401"/>
                    <a:pt x="3017" y="7658"/>
                  </a:cubicBezTo>
                  <a:lnTo>
                    <a:pt x="3017" y="8129"/>
                  </a:lnTo>
                  <a:cubicBezTo>
                    <a:pt x="3017" y="8330"/>
                    <a:pt x="2927" y="8525"/>
                    <a:pt x="2775" y="8656"/>
                  </a:cubicBezTo>
                  <a:cubicBezTo>
                    <a:pt x="1861" y="9425"/>
                    <a:pt x="2404" y="10911"/>
                    <a:pt x="3592" y="10911"/>
                  </a:cubicBezTo>
                  <a:cubicBezTo>
                    <a:pt x="3594" y="10911"/>
                    <a:pt x="3597" y="10911"/>
                    <a:pt x="3600" y="10911"/>
                  </a:cubicBezTo>
                  <a:cubicBezTo>
                    <a:pt x="4800" y="10904"/>
                    <a:pt x="5334" y="9406"/>
                    <a:pt x="4405" y="8649"/>
                  </a:cubicBezTo>
                  <a:cubicBezTo>
                    <a:pt x="4259" y="8518"/>
                    <a:pt x="4169" y="8323"/>
                    <a:pt x="4176" y="8122"/>
                  </a:cubicBezTo>
                  <a:lnTo>
                    <a:pt x="4176" y="7658"/>
                  </a:lnTo>
                  <a:cubicBezTo>
                    <a:pt x="4176" y="7401"/>
                    <a:pt x="4384" y="7193"/>
                    <a:pt x="4640" y="7193"/>
                  </a:cubicBezTo>
                  <a:lnTo>
                    <a:pt x="6964" y="7193"/>
                  </a:lnTo>
                  <a:cubicBezTo>
                    <a:pt x="7096" y="7193"/>
                    <a:pt x="7200" y="7089"/>
                    <a:pt x="7193" y="6964"/>
                  </a:cubicBezTo>
                  <a:lnTo>
                    <a:pt x="7193" y="930"/>
                  </a:lnTo>
                  <a:cubicBezTo>
                    <a:pt x="7193" y="416"/>
                    <a:pt x="6784" y="0"/>
                    <a:pt x="6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4"/>
            <p:cNvSpPr/>
            <p:nvPr/>
          </p:nvSpPr>
          <p:spPr>
            <a:xfrm>
              <a:off x="1697088" y="1956473"/>
              <a:ext cx="342916" cy="226212"/>
            </a:xfrm>
            <a:custGeom>
              <a:avLst/>
              <a:gdLst/>
              <a:ahLst/>
              <a:cxnLst/>
              <a:rect l="l" t="t" r="r" b="b"/>
              <a:pathLst>
                <a:path w="10916" h="7201" extrusionOk="0">
                  <a:moveTo>
                    <a:pt x="3716" y="1"/>
                  </a:moveTo>
                  <a:lnTo>
                    <a:pt x="3716" y="2560"/>
                  </a:lnTo>
                  <a:cubicBezTo>
                    <a:pt x="3716" y="2817"/>
                    <a:pt x="3508" y="3025"/>
                    <a:pt x="3258" y="3025"/>
                  </a:cubicBezTo>
                  <a:lnTo>
                    <a:pt x="2787" y="3025"/>
                  </a:lnTo>
                  <a:cubicBezTo>
                    <a:pt x="2586" y="3025"/>
                    <a:pt x="2391" y="2935"/>
                    <a:pt x="2260" y="2782"/>
                  </a:cubicBezTo>
                  <a:cubicBezTo>
                    <a:pt x="1993" y="2465"/>
                    <a:pt x="1640" y="2324"/>
                    <a:pt x="1292" y="2324"/>
                  </a:cubicBezTo>
                  <a:cubicBezTo>
                    <a:pt x="636" y="2324"/>
                    <a:pt x="1" y="2828"/>
                    <a:pt x="5" y="3608"/>
                  </a:cubicBezTo>
                  <a:cubicBezTo>
                    <a:pt x="10" y="4383"/>
                    <a:pt x="644" y="4880"/>
                    <a:pt x="1295" y="4880"/>
                  </a:cubicBezTo>
                  <a:cubicBezTo>
                    <a:pt x="1646" y="4880"/>
                    <a:pt x="2002" y="4735"/>
                    <a:pt x="2266" y="4412"/>
                  </a:cubicBezTo>
                  <a:cubicBezTo>
                    <a:pt x="2393" y="4266"/>
                    <a:pt x="2578" y="4183"/>
                    <a:pt x="2770" y="4183"/>
                  </a:cubicBezTo>
                  <a:cubicBezTo>
                    <a:pt x="2778" y="4183"/>
                    <a:pt x="2786" y="4183"/>
                    <a:pt x="2794" y="4183"/>
                  </a:cubicBezTo>
                  <a:lnTo>
                    <a:pt x="3258" y="4183"/>
                  </a:lnTo>
                  <a:cubicBezTo>
                    <a:pt x="3515" y="4183"/>
                    <a:pt x="3723" y="4392"/>
                    <a:pt x="3723" y="4648"/>
                  </a:cubicBezTo>
                  <a:lnTo>
                    <a:pt x="3723" y="6965"/>
                  </a:lnTo>
                  <a:cubicBezTo>
                    <a:pt x="3723" y="7097"/>
                    <a:pt x="3820" y="7201"/>
                    <a:pt x="3952" y="7201"/>
                  </a:cubicBezTo>
                  <a:lnTo>
                    <a:pt x="9986" y="7201"/>
                  </a:lnTo>
                  <a:cubicBezTo>
                    <a:pt x="10500" y="7201"/>
                    <a:pt x="10916" y="6784"/>
                    <a:pt x="10916" y="6271"/>
                  </a:cubicBezTo>
                  <a:lnTo>
                    <a:pt x="10916" y="237"/>
                  </a:lnTo>
                  <a:cubicBezTo>
                    <a:pt x="10916" y="105"/>
                    <a:pt x="10812" y="1"/>
                    <a:pt x="10687" y="1"/>
                  </a:cubicBezTo>
                  <a:lnTo>
                    <a:pt x="8363" y="1"/>
                  </a:lnTo>
                  <a:cubicBezTo>
                    <a:pt x="8107" y="1"/>
                    <a:pt x="7899" y="209"/>
                    <a:pt x="7899" y="466"/>
                  </a:cubicBezTo>
                  <a:lnTo>
                    <a:pt x="7899" y="930"/>
                  </a:lnTo>
                  <a:cubicBezTo>
                    <a:pt x="7892" y="1131"/>
                    <a:pt x="7975" y="1326"/>
                    <a:pt x="8128" y="1457"/>
                  </a:cubicBezTo>
                  <a:cubicBezTo>
                    <a:pt x="9050" y="2214"/>
                    <a:pt x="8516" y="3712"/>
                    <a:pt x="7323" y="3719"/>
                  </a:cubicBezTo>
                  <a:cubicBezTo>
                    <a:pt x="7320" y="3719"/>
                    <a:pt x="7317" y="3719"/>
                    <a:pt x="7315" y="3719"/>
                  </a:cubicBezTo>
                  <a:cubicBezTo>
                    <a:pt x="6127" y="3719"/>
                    <a:pt x="5584" y="2233"/>
                    <a:pt x="6498" y="1464"/>
                  </a:cubicBezTo>
                  <a:cubicBezTo>
                    <a:pt x="6650" y="1333"/>
                    <a:pt x="6740" y="1138"/>
                    <a:pt x="6740" y="937"/>
                  </a:cubicBezTo>
                  <a:lnTo>
                    <a:pt x="6740" y="466"/>
                  </a:lnTo>
                  <a:cubicBezTo>
                    <a:pt x="6740" y="209"/>
                    <a:pt x="6532" y="1"/>
                    <a:pt x="62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4"/>
            <p:cNvSpPr/>
            <p:nvPr/>
          </p:nvSpPr>
          <p:spPr>
            <a:xfrm>
              <a:off x="1587861" y="1839707"/>
              <a:ext cx="226212" cy="342978"/>
            </a:xfrm>
            <a:custGeom>
              <a:avLst/>
              <a:gdLst/>
              <a:ahLst/>
              <a:cxnLst/>
              <a:rect l="l" t="t" r="r" b="b"/>
              <a:pathLst>
                <a:path w="7201" h="10918" extrusionOk="0">
                  <a:moveTo>
                    <a:pt x="3586" y="0"/>
                  </a:moveTo>
                  <a:cubicBezTo>
                    <a:pt x="2393" y="7"/>
                    <a:pt x="1859" y="1505"/>
                    <a:pt x="2782" y="2268"/>
                  </a:cubicBezTo>
                  <a:cubicBezTo>
                    <a:pt x="2934" y="2400"/>
                    <a:pt x="3018" y="2594"/>
                    <a:pt x="3018" y="2795"/>
                  </a:cubicBezTo>
                  <a:lnTo>
                    <a:pt x="3018" y="3253"/>
                  </a:lnTo>
                  <a:cubicBezTo>
                    <a:pt x="3018" y="3510"/>
                    <a:pt x="2809" y="3718"/>
                    <a:pt x="2553" y="3718"/>
                  </a:cubicBezTo>
                  <a:lnTo>
                    <a:pt x="229" y="3718"/>
                  </a:lnTo>
                  <a:cubicBezTo>
                    <a:pt x="104" y="3725"/>
                    <a:pt x="0" y="3822"/>
                    <a:pt x="0" y="3954"/>
                  </a:cubicBezTo>
                  <a:lnTo>
                    <a:pt x="0" y="9988"/>
                  </a:lnTo>
                  <a:cubicBezTo>
                    <a:pt x="0" y="10501"/>
                    <a:pt x="416" y="10911"/>
                    <a:pt x="930" y="10918"/>
                  </a:cubicBezTo>
                  <a:lnTo>
                    <a:pt x="6964" y="10918"/>
                  </a:lnTo>
                  <a:cubicBezTo>
                    <a:pt x="7096" y="10918"/>
                    <a:pt x="7200" y="10814"/>
                    <a:pt x="7200" y="10682"/>
                  </a:cubicBezTo>
                  <a:lnTo>
                    <a:pt x="7200" y="8365"/>
                  </a:lnTo>
                  <a:cubicBezTo>
                    <a:pt x="7200" y="8109"/>
                    <a:pt x="6992" y="7900"/>
                    <a:pt x="6735" y="7900"/>
                  </a:cubicBezTo>
                  <a:lnTo>
                    <a:pt x="6264" y="7900"/>
                  </a:lnTo>
                  <a:cubicBezTo>
                    <a:pt x="6256" y="7900"/>
                    <a:pt x="6248" y="7900"/>
                    <a:pt x="6240" y="7900"/>
                  </a:cubicBezTo>
                  <a:cubicBezTo>
                    <a:pt x="6048" y="7900"/>
                    <a:pt x="5870" y="7983"/>
                    <a:pt x="5743" y="8129"/>
                  </a:cubicBezTo>
                  <a:cubicBezTo>
                    <a:pt x="5476" y="8452"/>
                    <a:pt x="5119" y="8597"/>
                    <a:pt x="4767" y="8597"/>
                  </a:cubicBezTo>
                  <a:cubicBezTo>
                    <a:pt x="4114" y="8597"/>
                    <a:pt x="3480" y="8100"/>
                    <a:pt x="3475" y="7325"/>
                  </a:cubicBezTo>
                  <a:cubicBezTo>
                    <a:pt x="3471" y="6545"/>
                    <a:pt x="4106" y="6041"/>
                    <a:pt x="4762" y="6041"/>
                  </a:cubicBezTo>
                  <a:cubicBezTo>
                    <a:pt x="5110" y="6041"/>
                    <a:pt x="5463" y="6182"/>
                    <a:pt x="5730" y="6499"/>
                  </a:cubicBezTo>
                  <a:cubicBezTo>
                    <a:pt x="5861" y="6652"/>
                    <a:pt x="6056" y="6742"/>
                    <a:pt x="6257" y="6742"/>
                  </a:cubicBezTo>
                  <a:lnTo>
                    <a:pt x="6728" y="6742"/>
                  </a:lnTo>
                  <a:cubicBezTo>
                    <a:pt x="6985" y="6742"/>
                    <a:pt x="7193" y="6534"/>
                    <a:pt x="7193" y="6277"/>
                  </a:cubicBezTo>
                  <a:lnTo>
                    <a:pt x="7193" y="3718"/>
                  </a:lnTo>
                  <a:lnTo>
                    <a:pt x="4641" y="3718"/>
                  </a:lnTo>
                  <a:cubicBezTo>
                    <a:pt x="4384" y="3718"/>
                    <a:pt x="4176" y="3510"/>
                    <a:pt x="4176" y="3253"/>
                  </a:cubicBezTo>
                  <a:lnTo>
                    <a:pt x="4176" y="2782"/>
                  </a:lnTo>
                  <a:cubicBezTo>
                    <a:pt x="4176" y="2580"/>
                    <a:pt x="4266" y="2386"/>
                    <a:pt x="4419" y="2254"/>
                  </a:cubicBezTo>
                  <a:cubicBezTo>
                    <a:pt x="5334" y="1491"/>
                    <a:pt x="4786" y="0"/>
                    <a:pt x="358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44"/>
          <p:cNvGrpSpPr/>
          <p:nvPr/>
        </p:nvGrpSpPr>
        <p:grpSpPr>
          <a:xfrm>
            <a:off x="1584879" y="3358081"/>
            <a:ext cx="452583" cy="489032"/>
            <a:chOff x="1584879" y="3358081"/>
            <a:chExt cx="452583" cy="489032"/>
          </a:xfrm>
        </p:grpSpPr>
        <p:sp>
          <p:nvSpPr>
            <p:cNvPr id="997" name="Google Shape;997;p44"/>
            <p:cNvSpPr/>
            <p:nvPr/>
          </p:nvSpPr>
          <p:spPr>
            <a:xfrm>
              <a:off x="1584879" y="3394562"/>
              <a:ext cx="452582" cy="452551"/>
            </a:xfrm>
            <a:custGeom>
              <a:avLst/>
              <a:gdLst/>
              <a:ahLst/>
              <a:cxnLst/>
              <a:rect l="l" t="t" r="r" b="b"/>
              <a:pathLst>
                <a:path w="20605" h="20605" extrusionOk="0">
                  <a:moveTo>
                    <a:pt x="905" y="0"/>
                  </a:moveTo>
                  <a:cubicBezTo>
                    <a:pt x="400" y="0"/>
                    <a:pt x="1" y="400"/>
                    <a:pt x="1" y="904"/>
                  </a:cubicBezTo>
                  <a:lnTo>
                    <a:pt x="1" y="19700"/>
                  </a:lnTo>
                  <a:cubicBezTo>
                    <a:pt x="1" y="20205"/>
                    <a:pt x="400" y="20604"/>
                    <a:pt x="905" y="20604"/>
                  </a:cubicBezTo>
                  <a:lnTo>
                    <a:pt x="19701" y="20604"/>
                  </a:lnTo>
                  <a:cubicBezTo>
                    <a:pt x="20184" y="20604"/>
                    <a:pt x="20584" y="20205"/>
                    <a:pt x="20605" y="19721"/>
                  </a:cubicBezTo>
                  <a:lnTo>
                    <a:pt x="20605" y="904"/>
                  </a:lnTo>
                  <a:cubicBezTo>
                    <a:pt x="20605" y="400"/>
                    <a:pt x="20184" y="0"/>
                    <a:pt x="19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4"/>
            <p:cNvSpPr/>
            <p:nvPr/>
          </p:nvSpPr>
          <p:spPr>
            <a:xfrm>
              <a:off x="1986656" y="3394562"/>
              <a:ext cx="50805" cy="452537"/>
            </a:xfrm>
            <a:custGeom>
              <a:avLst/>
              <a:gdLst/>
              <a:ahLst/>
              <a:cxnLst/>
              <a:rect l="l" t="t" r="r" b="b"/>
              <a:pathLst>
                <a:path w="2313" h="20605" extrusionOk="0">
                  <a:moveTo>
                    <a:pt x="0" y="0"/>
                  </a:moveTo>
                  <a:lnTo>
                    <a:pt x="0" y="20604"/>
                  </a:lnTo>
                  <a:lnTo>
                    <a:pt x="1409" y="20604"/>
                  </a:lnTo>
                  <a:cubicBezTo>
                    <a:pt x="1892" y="20604"/>
                    <a:pt x="2313" y="20205"/>
                    <a:pt x="2313" y="19700"/>
                  </a:cubicBezTo>
                  <a:lnTo>
                    <a:pt x="2313" y="904"/>
                  </a:lnTo>
                  <a:cubicBezTo>
                    <a:pt x="2313" y="400"/>
                    <a:pt x="1892" y="0"/>
                    <a:pt x="1409"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4"/>
            <p:cNvSpPr/>
            <p:nvPr/>
          </p:nvSpPr>
          <p:spPr>
            <a:xfrm>
              <a:off x="1584879" y="3394562"/>
              <a:ext cx="452582" cy="81747"/>
            </a:xfrm>
            <a:custGeom>
              <a:avLst/>
              <a:gdLst/>
              <a:ahLst/>
              <a:cxnLst/>
              <a:rect l="l" t="t" r="r" b="b"/>
              <a:pathLst>
                <a:path w="20605" h="3722" extrusionOk="0">
                  <a:moveTo>
                    <a:pt x="905" y="0"/>
                  </a:moveTo>
                  <a:cubicBezTo>
                    <a:pt x="400" y="0"/>
                    <a:pt x="1" y="400"/>
                    <a:pt x="1" y="904"/>
                  </a:cubicBezTo>
                  <a:lnTo>
                    <a:pt x="1" y="3721"/>
                  </a:lnTo>
                  <a:lnTo>
                    <a:pt x="20605" y="3721"/>
                  </a:lnTo>
                  <a:lnTo>
                    <a:pt x="20605" y="904"/>
                  </a:lnTo>
                  <a:cubicBezTo>
                    <a:pt x="20605" y="400"/>
                    <a:pt x="20184" y="0"/>
                    <a:pt x="197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4"/>
            <p:cNvSpPr/>
            <p:nvPr/>
          </p:nvSpPr>
          <p:spPr>
            <a:xfrm>
              <a:off x="1986656" y="3394562"/>
              <a:ext cx="50804" cy="81747"/>
            </a:xfrm>
            <a:custGeom>
              <a:avLst/>
              <a:gdLst/>
              <a:ahLst/>
              <a:cxnLst/>
              <a:rect l="l" t="t" r="r" b="b"/>
              <a:pathLst>
                <a:path w="2313" h="3722" extrusionOk="0">
                  <a:moveTo>
                    <a:pt x="0" y="0"/>
                  </a:moveTo>
                  <a:lnTo>
                    <a:pt x="0" y="3721"/>
                  </a:lnTo>
                  <a:lnTo>
                    <a:pt x="2313" y="3721"/>
                  </a:lnTo>
                  <a:lnTo>
                    <a:pt x="2313" y="904"/>
                  </a:lnTo>
                  <a:cubicBezTo>
                    <a:pt x="2313" y="400"/>
                    <a:pt x="1892" y="0"/>
                    <a:pt x="1409"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4"/>
            <p:cNvSpPr/>
            <p:nvPr/>
          </p:nvSpPr>
          <p:spPr>
            <a:xfrm>
              <a:off x="1631531" y="3358081"/>
              <a:ext cx="42040" cy="72984"/>
            </a:xfrm>
            <a:custGeom>
              <a:avLst/>
              <a:gdLst/>
              <a:ahLst/>
              <a:cxnLst/>
              <a:rect l="l" t="t" r="r" b="b"/>
              <a:pathLst>
                <a:path w="1914" h="3323" extrusionOk="0">
                  <a:moveTo>
                    <a:pt x="968" y="0"/>
                  </a:moveTo>
                  <a:cubicBezTo>
                    <a:pt x="442" y="0"/>
                    <a:pt x="0" y="442"/>
                    <a:pt x="0" y="967"/>
                  </a:cubicBezTo>
                  <a:lnTo>
                    <a:pt x="0" y="2376"/>
                  </a:lnTo>
                  <a:cubicBezTo>
                    <a:pt x="0" y="2902"/>
                    <a:pt x="442" y="3322"/>
                    <a:pt x="968" y="3322"/>
                  </a:cubicBezTo>
                  <a:cubicBezTo>
                    <a:pt x="1472" y="3322"/>
                    <a:pt x="1914" y="2902"/>
                    <a:pt x="1914" y="2376"/>
                  </a:cubicBezTo>
                  <a:lnTo>
                    <a:pt x="1914" y="967"/>
                  </a:lnTo>
                  <a:cubicBezTo>
                    <a:pt x="1914" y="442"/>
                    <a:pt x="1472" y="0"/>
                    <a:pt x="96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4"/>
            <p:cNvSpPr/>
            <p:nvPr/>
          </p:nvSpPr>
          <p:spPr>
            <a:xfrm>
              <a:off x="1737269" y="3358081"/>
              <a:ext cx="41601" cy="72984"/>
            </a:xfrm>
            <a:custGeom>
              <a:avLst/>
              <a:gdLst/>
              <a:ahLst/>
              <a:cxnLst/>
              <a:rect l="l" t="t" r="r" b="b"/>
              <a:pathLst>
                <a:path w="1894" h="3323" extrusionOk="0">
                  <a:moveTo>
                    <a:pt x="947" y="0"/>
                  </a:moveTo>
                  <a:cubicBezTo>
                    <a:pt x="421" y="0"/>
                    <a:pt x="1" y="442"/>
                    <a:pt x="1" y="967"/>
                  </a:cubicBezTo>
                  <a:lnTo>
                    <a:pt x="1" y="2376"/>
                  </a:lnTo>
                  <a:cubicBezTo>
                    <a:pt x="1" y="2902"/>
                    <a:pt x="421" y="3322"/>
                    <a:pt x="947" y="3322"/>
                  </a:cubicBezTo>
                  <a:cubicBezTo>
                    <a:pt x="1473" y="3322"/>
                    <a:pt x="1893" y="2902"/>
                    <a:pt x="1893" y="2376"/>
                  </a:cubicBezTo>
                  <a:lnTo>
                    <a:pt x="1893" y="967"/>
                  </a:lnTo>
                  <a:cubicBezTo>
                    <a:pt x="1893" y="442"/>
                    <a:pt x="1473" y="0"/>
                    <a:pt x="94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4"/>
            <p:cNvSpPr/>
            <p:nvPr/>
          </p:nvSpPr>
          <p:spPr>
            <a:xfrm>
              <a:off x="1843029" y="3358081"/>
              <a:ext cx="41579" cy="72984"/>
            </a:xfrm>
            <a:custGeom>
              <a:avLst/>
              <a:gdLst/>
              <a:ahLst/>
              <a:cxnLst/>
              <a:rect l="l" t="t" r="r" b="b"/>
              <a:pathLst>
                <a:path w="1893" h="3323" extrusionOk="0">
                  <a:moveTo>
                    <a:pt x="947" y="0"/>
                  </a:moveTo>
                  <a:cubicBezTo>
                    <a:pt x="421" y="0"/>
                    <a:pt x="1" y="442"/>
                    <a:pt x="1" y="967"/>
                  </a:cubicBezTo>
                  <a:lnTo>
                    <a:pt x="1" y="2376"/>
                  </a:lnTo>
                  <a:cubicBezTo>
                    <a:pt x="1" y="2902"/>
                    <a:pt x="421" y="3322"/>
                    <a:pt x="947" y="3322"/>
                  </a:cubicBezTo>
                  <a:cubicBezTo>
                    <a:pt x="1472" y="3322"/>
                    <a:pt x="1893" y="2902"/>
                    <a:pt x="1893" y="2376"/>
                  </a:cubicBezTo>
                  <a:lnTo>
                    <a:pt x="1893" y="967"/>
                  </a:lnTo>
                  <a:cubicBezTo>
                    <a:pt x="1893" y="442"/>
                    <a:pt x="1472" y="0"/>
                    <a:pt x="94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4"/>
            <p:cNvSpPr/>
            <p:nvPr/>
          </p:nvSpPr>
          <p:spPr>
            <a:xfrm>
              <a:off x="1948328" y="3358081"/>
              <a:ext cx="42040" cy="72984"/>
            </a:xfrm>
            <a:custGeom>
              <a:avLst/>
              <a:gdLst/>
              <a:ahLst/>
              <a:cxnLst/>
              <a:rect l="l" t="t" r="r" b="b"/>
              <a:pathLst>
                <a:path w="1914" h="3323" extrusionOk="0">
                  <a:moveTo>
                    <a:pt x="967" y="0"/>
                  </a:moveTo>
                  <a:cubicBezTo>
                    <a:pt x="442" y="0"/>
                    <a:pt x="0" y="442"/>
                    <a:pt x="0" y="967"/>
                  </a:cubicBezTo>
                  <a:lnTo>
                    <a:pt x="0" y="2376"/>
                  </a:lnTo>
                  <a:cubicBezTo>
                    <a:pt x="0" y="2902"/>
                    <a:pt x="442" y="3322"/>
                    <a:pt x="967" y="3322"/>
                  </a:cubicBezTo>
                  <a:cubicBezTo>
                    <a:pt x="1493" y="3322"/>
                    <a:pt x="1913" y="2902"/>
                    <a:pt x="1913" y="2376"/>
                  </a:cubicBezTo>
                  <a:lnTo>
                    <a:pt x="1913" y="967"/>
                  </a:lnTo>
                  <a:cubicBezTo>
                    <a:pt x="1913" y="442"/>
                    <a:pt x="1493" y="0"/>
                    <a:pt x="9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5" name="Google Shape;1005;p44"/>
          <p:cNvGrpSpPr/>
          <p:nvPr/>
        </p:nvGrpSpPr>
        <p:grpSpPr>
          <a:xfrm>
            <a:off x="4776877" y="3385679"/>
            <a:ext cx="491175" cy="452170"/>
            <a:chOff x="4776877" y="3385679"/>
            <a:chExt cx="491175" cy="452170"/>
          </a:xfrm>
        </p:grpSpPr>
        <p:sp>
          <p:nvSpPr>
            <p:cNvPr id="1006" name="Google Shape;1006;p44"/>
            <p:cNvSpPr/>
            <p:nvPr/>
          </p:nvSpPr>
          <p:spPr>
            <a:xfrm>
              <a:off x="4788567" y="3666530"/>
              <a:ext cx="32595" cy="73672"/>
            </a:xfrm>
            <a:custGeom>
              <a:avLst/>
              <a:gdLst/>
              <a:ahLst/>
              <a:cxnLst/>
              <a:rect l="l" t="t" r="r" b="b"/>
              <a:pathLst>
                <a:path w="987" h="2231" extrusionOk="0">
                  <a:moveTo>
                    <a:pt x="604" y="1"/>
                  </a:moveTo>
                  <a:lnTo>
                    <a:pt x="1" y="2231"/>
                  </a:lnTo>
                  <a:lnTo>
                    <a:pt x="374" y="2231"/>
                  </a:lnTo>
                  <a:lnTo>
                    <a:pt x="986" y="1"/>
                  </a:lnTo>
                  <a:close/>
                </a:path>
              </a:pathLst>
            </a:custGeom>
            <a:solidFill>
              <a:srgbClr val="829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4"/>
            <p:cNvSpPr/>
            <p:nvPr/>
          </p:nvSpPr>
          <p:spPr>
            <a:xfrm>
              <a:off x="4823639" y="3521795"/>
              <a:ext cx="128994" cy="130866"/>
            </a:xfrm>
            <a:custGeom>
              <a:avLst/>
              <a:gdLst/>
              <a:ahLst/>
              <a:cxnLst/>
              <a:rect l="l" t="t" r="r" b="b"/>
              <a:pathLst>
                <a:path w="3906" h="3963" extrusionOk="0">
                  <a:moveTo>
                    <a:pt x="633" y="1"/>
                  </a:moveTo>
                  <a:lnTo>
                    <a:pt x="671" y="508"/>
                  </a:lnTo>
                  <a:cubicBezTo>
                    <a:pt x="709" y="958"/>
                    <a:pt x="700" y="1924"/>
                    <a:pt x="211" y="3341"/>
                  </a:cubicBezTo>
                  <a:lnTo>
                    <a:pt x="1" y="3963"/>
                  </a:lnTo>
                  <a:lnTo>
                    <a:pt x="3906" y="3963"/>
                  </a:lnTo>
                  <a:lnTo>
                    <a:pt x="3695" y="3341"/>
                  </a:lnTo>
                  <a:cubicBezTo>
                    <a:pt x="3207" y="1924"/>
                    <a:pt x="3197" y="958"/>
                    <a:pt x="3236" y="508"/>
                  </a:cubicBezTo>
                  <a:lnTo>
                    <a:pt x="327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4"/>
            <p:cNvSpPr/>
            <p:nvPr/>
          </p:nvSpPr>
          <p:spPr>
            <a:xfrm>
              <a:off x="4823639" y="3521795"/>
              <a:ext cx="34808" cy="130866"/>
            </a:xfrm>
            <a:custGeom>
              <a:avLst/>
              <a:gdLst/>
              <a:ahLst/>
              <a:cxnLst/>
              <a:rect l="l" t="t" r="r" b="b"/>
              <a:pathLst>
                <a:path w="1054" h="3963" extrusionOk="0">
                  <a:moveTo>
                    <a:pt x="633" y="1"/>
                  </a:moveTo>
                  <a:lnTo>
                    <a:pt x="671" y="508"/>
                  </a:lnTo>
                  <a:cubicBezTo>
                    <a:pt x="709" y="958"/>
                    <a:pt x="690" y="1924"/>
                    <a:pt x="211" y="3341"/>
                  </a:cubicBezTo>
                  <a:lnTo>
                    <a:pt x="1" y="3963"/>
                  </a:lnTo>
                  <a:lnTo>
                    <a:pt x="345" y="3963"/>
                  </a:lnTo>
                  <a:lnTo>
                    <a:pt x="556" y="3341"/>
                  </a:lnTo>
                  <a:cubicBezTo>
                    <a:pt x="1034" y="1924"/>
                    <a:pt x="1054" y="958"/>
                    <a:pt x="1015" y="508"/>
                  </a:cubicBezTo>
                  <a:lnTo>
                    <a:pt x="9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4"/>
            <p:cNvSpPr/>
            <p:nvPr/>
          </p:nvSpPr>
          <p:spPr>
            <a:xfrm>
              <a:off x="4816704" y="3635556"/>
              <a:ext cx="143195" cy="48080"/>
            </a:xfrm>
            <a:custGeom>
              <a:avLst/>
              <a:gdLst/>
              <a:ahLst/>
              <a:cxnLst/>
              <a:rect l="l" t="t" r="r" b="b"/>
              <a:pathLst>
                <a:path w="4336" h="1456" extrusionOk="0">
                  <a:moveTo>
                    <a:pt x="287" y="1"/>
                  </a:moveTo>
                  <a:cubicBezTo>
                    <a:pt x="268" y="1"/>
                    <a:pt x="249" y="11"/>
                    <a:pt x="240" y="39"/>
                  </a:cubicBezTo>
                  <a:lnTo>
                    <a:pt x="0" y="1398"/>
                  </a:lnTo>
                  <a:cubicBezTo>
                    <a:pt x="0" y="1427"/>
                    <a:pt x="19" y="1456"/>
                    <a:pt x="48" y="1456"/>
                  </a:cubicBezTo>
                  <a:lnTo>
                    <a:pt x="4278" y="1456"/>
                  </a:lnTo>
                  <a:cubicBezTo>
                    <a:pt x="4307" y="1456"/>
                    <a:pt x="4336" y="1427"/>
                    <a:pt x="4326" y="1398"/>
                  </a:cubicBezTo>
                  <a:lnTo>
                    <a:pt x="4087" y="39"/>
                  </a:lnTo>
                  <a:cubicBezTo>
                    <a:pt x="4077" y="11"/>
                    <a:pt x="4058" y="1"/>
                    <a:pt x="4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4"/>
            <p:cNvSpPr/>
            <p:nvPr/>
          </p:nvSpPr>
          <p:spPr>
            <a:xfrm>
              <a:off x="4776877" y="3738485"/>
              <a:ext cx="185862" cy="33649"/>
            </a:xfrm>
            <a:custGeom>
              <a:avLst/>
              <a:gdLst/>
              <a:ahLst/>
              <a:cxnLst/>
              <a:rect l="l" t="t" r="r" b="b"/>
              <a:pathLst>
                <a:path w="5628" h="1019" extrusionOk="0">
                  <a:moveTo>
                    <a:pt x="5593" y="0"/>
                  </a:moveTo>
                  <a:cubicBezTo>
                    <a:pt x="5590" y="0"/>
                    <a:pt x="5585" y="1"/>
                    <a:pt x="5580" y="4"/>
                  </a:cubicBezTo>
                  <a:lnTo>
                    <a:pt x="48" y="4"/>
                  </a:lnTo>
                  <a:cubicBezTo>
                    <a:pt x="20" y="4"/>
                    <a:pt x="0" y="23"/>
                    <a:pt x="0" y="42"/>
                  </a:cubicBezTo>
                  <a:lnTo>
                    <a:pt x="0" y="970"/>
                  </a:lnTo>
                  <a:cubicBezTo>
                    <a:pt x="0" y="999"/>
                    <a:pt x="20" y="1018"/>
                    <a:pt x="48" y="1018"/>
                  </a:cubicBezTo>
                  <a:lnTo>
                    <a:pt x="5207" y="1018"/>
                  </a:lnTo>
                  <a:cubicBezTo>
                    <a:pt x="5226" y="1018"/>
                    <a:pt x="5245" y="1009"/>
                    <a:pt x="5255" y="990"/>
                  </a:cubicBezTo>
                  <a:lnTo>
                    <a:pt x="5628" y="61"/>
                  </a:lnTo>
                  <a:cubicBezTo>
                    <a:pt x="5628" y="52"/>
                    <a:pt x="5628" y="33"/>
                    <a:pt x="5618" y="23"/>
                  </a:cubicBezTo>
                  <a:cubicBezTo>
                    <a:pt x="5611" y="9"/>
                    <a:pt x="5604" y="0"/>
                    <a:pt x="55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4"/>
            <p:cNvSpPr/>
            <p:nvPr/>
          </p:nvSpPr>
          <p:spPr>
            <a:xfrm>
              <a:off x="4788567" y="3666530"/>
              <a:ext cx="191245" cy="73672"/>
            </a:xfrm>
            <a:custGeom>
              <a:avLst/>
              <a:gdLst/>
              <a:ahLst/>
              <a:cxnLst/>
              <a:rect l="l" t="t" r="r" b="b"/>
              <a:pathLst>
                <a:path w="5791" h="2231" extrusionOk="0">
                  <a:moveTo>
                    <a:pt x="604" y="1"/>
                  </a:moveTo>
                  <a:lnTo>
                    <a:pt x="1" y="2231"/>
                  </a:lnTo>
                  <a:lnTo>
                    <a:pt x="5484" y="2231"/>
                  </a:lnTo>
                  <a:lnTo>
                    <a:pt x="5628" y="1456"/>
                  </a:lnTo>
                  <a:lnTo>
                    <a:pt x="5791" y="1312"/>
                  </a:lnTo>
                  <a:lnTo>
                    <a:pt x="5704" y="1025"/>
                  </a:lnTo>
                  <a:lnTo>
                    <a:pt x="54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4"/>
            <p:cNvSpPr/>
            <p:nvPr/>
          </p:nvSpPr>
          <p:spPr>
            <a:xfrm>
              <a:off x="4817662" y="3385679"/>
              <a:ext cx="140982" cy="151637"/>
            </a:xfrm>
            <a:custGeom>
              <a:avLst/>
              <a:gdLst/>
              <a:ahLst/>
              <a:cxnLst/>
              <a:rect l="l" t="t" r="r" b="b"/>
              <a:pathLst>
                <a:path w="4269" h="4592" extrusionOk="0">
                  <a:moveTo>
                    <a:pt x="2133" y="0"/>
                  </a:moveTo>
                  <a:cubicBezTo>
                    <a:pt x="2003" y="0"/>
                    <a:pt x="1871" y="70"/>
                    <a:pt x="1895" y="208"/>
                  </a:cubicBezTo>
                  <a:lnTo>
                    <a:pt x="1895" y="792"/>
                  </a:lnTo>
                  <a:cubicBezTo>
                    <a:pt x="756" y="945"/>
                    <a:pt x="86" y="2161"/>
                    <a:pt x="565" y="3204"/>
                  </a:cubicBezTo>
                  <a:lnTo>
                    <a:pt x="546" y="3204"/>
                  </a:lnTo>
                  <a:cubicBezTo>
                    <a:pt x="239" y="3204"/>
                    <a:pt x="0" y="3453"/>
                    <a:pt x="0" y="3749"/>
                  </a:cubicBezTo>
                  <a:lnTo>
                    <a:pt x="0" y="4046"/>
                  </a:lnTo>
                  <a:cubicBezTo>
                    <a:pt x="0" y="4343"/>
                    <a:pt x="239" y="4592"/>
                    <a:pt x="546" y="4592"/>
                  </a:cubicBezTo>
                  <a:lnTo>
                    <a:pt x="3723" y="4592"/>
                  </a:lnTo>
                  <a:cubicBezTo>
                    <a:pt x="4020" y="4592"/>
                    <a:pt x="4268" y="4343"/>
                    <a:pt x="4268" y="4046"/>
                  </a:cubicBezTo>
                  <a:lnTo>
                    <a:pt x="4268" y="3749"/>
                  </a:lnTo>
                  <a:cubicBezTo>
                    <a:pt x="4268" y="3453"/>
                    <a:pt x="4020" y="3204"/>
                    <a:pt x="3723" y="3204"/>
                  </a:cubicBezTo>
                  <a:lnTo>
                    <a:pt x="3704" y="3204"/>
                  </a:lnTo>
                  <a:cubicBezTo>
                    <a:pt x="4173" y="2161"/>
                    <a:pt x="3512" y="945"/>
                    <a:pt x="2364" y="792"/>
                  </a:cubicBezTo>
                  <a:lnTo>
                    <a:pt x="2364" y="208"/>
                  </a:lnTo>
                  <a:cubicBezTo>
                    <a:pt x="2393" y="70"/>
                    <a:pt x="2263" y="0"/>
                    <a:pt x="21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4"/>
            <p:cNvSpPr/>
            <p:nvPr/>
          </p:nvSpPr>
          <p:spPr>
            <a:xfrm>
              <a:off x="4817662" y="3411832"/>
              <a:ext cx="62582" cy="125483"/>
            </a:xfrm>
            <a:custGeom>
              <a:avLst/>
              <a:gdLst/>
              <a:ahLst/>
              <a:cxnLst/>
              <a:rect l="l" t="t" r="r" b="b"/>
              <a:pathLst>
                <a:path w="1895" h="3800" extrusionOk="0">
                  <a:moveTo>
                    <a:pt x="1895" y="0"/>
                  </a:moveTo>
                  <a:lnTo>
                    <a:pt x="1895" y="0"/>
                  </a:lnTo>
                  <a:cubicBezTo>
                    <a:pt x="756" y="163"/>
                    <a:pt x="86" y="1369"/>
                    <a:pt x="565" y="2421"/>
                  </a:cubicBezTo>
                  <a:lnTo>
                    <a:pt x="546" y="2421"/>
                  </a:lnTo>
                  <a:cubicBezTo>
                    <a:pt x="239" y="2421"/>
                    <a:pt x="0" y="2661"/>
                    <a:pt x="0" y="2957"/>
                  </a:cubicBezTo>
                  <a:lnTo>
                    <a:pt x="0" y="3254"/>
                  </a:lnTo>
                  <a:cubicBezTo>
                    <a:pt x="0" y="3551"/>
                    <a:pt x="239" y="3800"/>
                    <a:pt x="546" y="3800"/>
                  </a:cubicBezTo>
                  <a:lnTo>
                    <a:pt x="890" y="3800"/>
                  </a:lnTo>
                  <a:cubicBezTo>
                    <a:pt x="584" y="3800"/>
                    <a:pt x="345" y="3551"/>
                    <a:pt x="345" y="3254"/>
                  </a:cubicBezTo>
                  <a:lnTo>
                    <a:pt x="345" y="2957"/>
                  </a:lnTo>
                  <a:cubicBezTo>
                    <a:pt x="345" y="2661"/>
                    <a:pt x="584" y="2421"/>
                    <a:pt x="890" y="2421"/>
                  </a:cubicBezTo>
                  <a:lnTo>
                    <a:pt x="909" y="2421"/>
                  </a:lnTo>
                  <a:cubicBezTo>
                    <a:pt x="718" y="1991"/>
                    <a:pt x="708" y="1512"/>
                    <a:pt x="871" y="1082"/>
                  </a:cubicBezTo>
                  <a:cubicBezTo>
                    <a:pt x="1005" y="689"/>
                    <a:pt x="1302" y="287"/>
                    <a:pt x="18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4"/>
            <p:cNvSpPr/>
            <p:nvPr/>
          </p:nvSpPr>
          <p:spPr>
            <a:xfrm>
              <a:off x="4822715" y="3491448"/>
              <a:ext cx="89794" cy="20441"/>
            </a:xfrm>
            <a:custGeom>
              <a:avLst/>
              <a:gdLst/>
              <a:ahLst/>
              <a:cxnLst/>
              <a:rect l="l" t="t" r="r" b="b"/>
              <a:pathLst>
                <a:path w="2719" h="619" extrusionOk="0">
                  <a:moveTo>
                    <a:pt x="431" y="1"/>
                  </a:moveTo>
                  <a:cubicBezTo>
                    <a:pt x="364" y="1"/>
                    <a:pt x="316" y="30"/>
                    <a:pt x="287" y="87"/>
                  </a:cubicBezTo>
                  <a:lnTo>
                    <a:pt x="144" y="116"/>
                  </a:lnTo>
                  <a:cubicBezTo>
                    <a:pt x="67" y="135"/>
                    <a:pt x="0" y="307"/>
                    <a:pt x="0" y="326"/>
                  </a:cubicBezTo>
                  <a:cubicBezTo>
                    <a:pt x="0" y="349"/>
                    <a:pt x="94" y="618"/>
                    <a:pt x="153" y="618"/>
                  </a:cubicBezTo>
                  <a:cubicBezTo>
                    <a:pt x="170" y="618"/>
                    <a:pt x="183" y="598"/>
                    <a:pt x="192" y="546"/>
                  </a:cubicBezTo>
                  <a:cubicBezTo>
                    <a:pt x="201" y="422"/>
                    <a:pt x="306" y="326"/>
                    <a:pt x="440" y="326"/>
                  </a:cubicBezTo>
                  <a:lnTo>
                    <a:pt x="2498" y="326"/>
                  </a:lnTo>
                  <a:cubicBezTo>
                    <a:pt x="2718" y="326"/>
                    <a:pt x="2718" y="1"/>
                    <a:pt x="2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4"/>
            <p:cNvSpPr/>
            <p:nvPr/>
          </p:nvSpPr>
          <p:spPr>
            <a:xfrm>
              <a:off x="5092625" y="3521795"/>
              <a:ext cx="128664" cy="130866"/>
            </a:xfrm>
            <a:custGeom>
              <a:avLst/>
              <a:gdLst/>
              <a:ahLst/>
              <a:cxnLst/>
              <a:rect l="l" t="t" r="r" b="b"/>
              <a:pathLst>
                <a:path w="3896" h="3963" extrusionOk="0">
                  <a:moveTo>
                    <a:pt x="632" y="1"/>
                  </a:moveTo>
                  <a:lnTo>
                    <a:pt x="670" y="508"/>
                  </a:lnTo>
                  <a:cubicBezTo>
                    <a:pt x="708" y="958"/>
                    <a:pt x="689" y="1924"/>
                    <a:pt x="211" y="3341"/>
                  </a:cubicBezTo>
                  <a:lnTo>
                    <a:pt x="0" y="3963"/>
                  </a:lnTo>
                  <a:lnTo>
                    <a:pt x="3895" y="3963"/>
                  </a:lnTo>
                  <a:lnTo>
                    <a:pt x="3685" y="3341"/>
                  </a:lnTo>
                  <a:cubicBezTo>
                    <a:pt x="3206" y="1924"/>
                    <a:pt x="3187" y="958"/>
                    <a:pt x="3225" y="508"/>
                  </a:cubicBezTo>
                  <a:lnTo>
                    <a:pt x="32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4"/>
            <p:cNvSpPr/>
            <p:nvPr/>
          </p:nvSpPr>
          <p:spPr>
            <a:xfrm>
              <a:off x="5092625" y="3521795"/>
              <a:ext cx="34478" cy="130866"/>
            </a:xfrm>
            <a:custGeom>
              <a:avLst/>
              <a:gdLst/>
              <a:ahLst/>
              <a:cxnLst/>
              <a:rect l="l" t="t" r="r" b="b"/>
              <a:pathLst>
                <a:path w="1044" h="3963" extrusionOk="0">
                  <a:moveTo>
                    <a:pt x="632" y="1"/>
                  </a:moveTo>
                  <a:lnTo>
                    <a:pt x="670" y="508"/>
                  </a:lnTo>
                  <a:cubicBezTo>
                    <a:pt x="708" y="958"/>
                    <a:pt x="689" y="1924"/>
                    <a:pt x="211" y="3341"/>
                  </a:cubicBezTo>
                  <a:lnTo>
                    <a:pt x="0" y="3963"/>
                  </a:lnTo>
                  <a:lnTo>
                    <a:pt x="345" y="3963"/>
                  </a:lnTo>
                  <a:lnTo>
                    <a:pt x="555" y="3341"/>
                  </a:lnTo>
                  <a:cubicBezTo>
                    <a:pt x="1034" y="1924"/>
                    <a:pt x="1043" y="958"/>
                    <a:pt x="1005" y="508"/>
                  </a:cubicBezTo>
                  <a:lnTo>
                    <a:pt x="9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4"/>
            <p:cNvSpPr/>
            <p:nvPr/>
          </p:nvSpPr>
          <p:spPr>
            <a:xfrm>
              <a:off x="5085359" y="3635556"/>
              <a:ext cx="143195" cy="48080"/>
            </a:xfrm>
            <a:custGeom>
              <a:avLst/>
              <a:gdLst/>
              <a:ahLst/>
              <a:cxnLst/>
              <a:rect l="l" t="t" r="r" b="b"/>
              <a:pathLst>
                <a:path w="4336" h="1456" extrusionOk="0">
                  <a:moveTo>
                    <a:pt x="287" y="1"/>
                  </a:moveTo>
                  <a:cubicBezTo>
                    <a:pt x="268" y="1"/>
                    <a:pt x="249" y="11"/>
                    <a:pt x="249" y="39"/>
                  </a:cubicBezTo>
                  <a:lnTo>
                    <a:pt x="10" y="1398"/>
                  </a:lnTo>
                  <a:cubicBezTo>
                    <a:pt x="0" y="1427"/>
                    <a:pt x="19" y="1456"/>
                    <a:pt x="48" y="1456"/>
                  </a:cubicBezTo>
                  <a:lnTo>
                    <a:pt x="4278" y="1456"/>
                  </a:lnTo>
                  <a:cubicBezTo>
                    <a:pt x="4307" y="1456"/>
                    <a:pt x="4335" y="1427"/>
                    <a:pt x="4326" y="1398"/>
                  </a:cubicBezTo>
                  <a:lnTo>
                    <a:pt x="4087" y="39"/>
                  </a:lnTo>
                  <a:cubicBezTo>
                    <a:pt x="4077" y="11"/>
                    <a:pt x="4058" y="1"/>
                    <a:pt x="40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4"/>
            <p:cNvSpPr/>
            <p:nvPr/>
          </p:nvSpPr>
          <p:spPr>
            <a:xfrm>
              <a:off x="5081859" y="3738915"/>
              <a:ext cx="186193" cy="33220"/>
            </a:xfrm>
            <a:custGeom>
              <a:avLst/>
              <a:gdLst/>
              <a:ahLst/>
              <a:cxnLst/>
              <a:rect l="l" t="t" r="r" b="b"/>
              <a:pathLst>
                <a:path w="5638" h="1006" extrusionOk="0">
                  <a:moveTo>
                    <a:pt x="58" y="0"/>
                  </a:moveTo>
                  <a:cubicBezTo>
                    <a:pt x="20" y="0"/>
                    <a:pt x="1" y="29"/>
                    <a:pt x="10" y="67"/>
                  </a:cubicBezTo>
                  <a:lnTo>
                    <a:pt x="384" y="977"/>
                  </a:lnTo>
                  <a:cubicBezTo>
                    <a:pt x="393" y="996"/>
                    <a:pt x="412" y="1005"/>
                    <a:pt x="432" y="1005"/>
                  </a:cubicBezTo>
                  <a:lnTo>
                    <a:pt x="5590" y="1005"/>
                  </a:lnTo>
                  <a:cubicBezTo>
                    <a:pt x="5609" y="1005"/>
                    <a:pt x="5638" y="986"/>
                    <a:pt x="5638" y="957"/>
                  </a:cubicBezTo>
                  <a:lnTo>
                    <a:pt x="5638" y="48"/>
                  </a:lnTo>
                  <a:cubicBezTo>
                    <a:pt x="5638" y="20"/>
                    <a:pt x="5609" y="0"/>
                    <a:pt x="55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4"/>
            <p:cNvSpPr/>
            <p:nvPr/>
          </p:nvSpPr>
          <p:spPr>
            <a:xfrm>
              <a:off x="5065115" y="3666530"/>
              <a:ext cx="191245" cy="73672"/>
            </a:xfrm>
            <a:custGeom>
              <a:avLst/>
              <a:gdLst/>
              <a:ahLst/>
              <a:cxnLst/>
              <a:rect l="l" t="t" r="r" b="b"/>
              <a:pathLst>
                <a:path w="5791" h="2231" extrusionOk="0">
                  <a:moveTo>
                    <a:pt x="374" y="1"/>
                  </a:moveTo>
                  <a:lnTo>
                    <a:pt x="96" y="1015"/>
                  </a:lnTo>
                  <a:lnTo>
                    <a:pt x="1" y="1302"/>
                  </a:lnTo>
                  <a:lnTo>
                    <a:pt x="163" y="1456"/>
                  </a:lnTo>
                  <a:lnTo>
                    <a:pt x="307" y="2231"/>
                  </a:lnTo>
                  <a:lnTo>
                    <a:pt x="5791" y="2231"/>
                  </a:lnTo>
                  <a:lnTo>
                    <a:pt x="518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4"/>
            <p:cNvSpPr/>
            <p:nvPr/>
          </p:nvSpPr>
          <p:spPr>
            <a:xfrm>
              <a:off x="5065115" y="3666530"/>
              <a:ext cx="24702" cy="73672"/>
            </a:xfrm>
            <a:custGeom>
              <a:avLst/>
              <a:gdLst/>
              <a:ahLst/>
              <a:cxnLst/>
              <a:rect l="l" t="t" r="r" b="b"/>
              <a:pathLst>
                <a:path w="748" h="2231" extrusionOk="0">
                  <a:moveTo>
                    <a:pt x="374" y="1"/>
                  </a:moveTo>
                  <a:lnTo>
                    <a:pt x="96" y="1015"/>
                  </a:lnTo>
                  <a:lnTo>
                    <a:pt x="1" y="1302"/>
                  </a:lnTo>
                  <a:lnTo>
                    <a:pt x="163" y="1456"/>
                  </a:lnTo>
                  <a:lnTo>
                    <a:pt x="307" y="2231"/>
                  </a:lnTo>
                  <a:lnTo>
                    <a:pt x="680" y="2231"/>
                  </a:lnTo>
                  <a:lnTo>
                    <a:pt x="546" y="1456"/>
                  </a:lnTo>
                  <a:lnTo>
                    <a:pt x="374" y="1302"/>
                  </a:lnTo>
                  <a:lnTo>
                    <a:pt x="470" y="1015"/>
                  </a:lnTo>
                  <a:lnTo>
                    <a:pt x="7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4"/>
            <p:cNvSpPr/>
            <p:nvPr/>
          </p:nvSpPr>
          <p:spPr>
            <a:xfrm>
              <a:off x="4957983" y="3587542"/>
              <a:ext cx="34808" cy="130866"/>
            </a:xfrm>
            <a:custGeom>
              <a:avLst/>
              <a:gdLst/>
              <a:ahLst/>
              <a:cxnLst/>
              <a:rect l="l" t="t" r="r" b="b"/>
              <a:pathLst>
                <a:path w="1054" h="3963" extrusionOk="0">
                  <a:moveTo>
                    <a:pt x="632" y="0"/>
                  </a:moveTo>
                  <a:lnTo>
                    <a:pt x="670" y="507"/>
                  </a:lnTo>
                  <a:cubicBezTo>
                    <a:pt x="708" y="957"/>
                    <a:pt x="699" y="1924"/>
                    <a:pt x="211" y="3340"/>
                  </a:cubicBezTo>
                  <a:lnTo>
                    <a:pt x="0" y="3962"/>
                  </a:lnTo>
                  <a:lnTo>
                    <a:pt x="345" y="3962"/>
                  </a:lnTo>
                  <a:lnTo>
                    <a:pt x="555" y="3340"/>
                  </a:lnTo>
                  <a:cubicBezTo>
                    <a:pt x="1043" y="1924"/>
                    <a:pt x="1053" y="957"/>
                    <a:pt x="1015" y="507"/>
                  </a:cubicBezTo>
                  <a:lnTo>
                    <a:pt x="976" y="0"/>
                  </a:lnTo>
                  <a:close/>
                </a:path>
              </a:pathLst>
            </a:custGeom>
            <a:solidFill>
              <a:srgbClr val="829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4"/>
            <p:cNvSpPr/>
            <p:nvPr/>
          </p:nvSpPr>
          <p:spPr>
            <a:xfrm>
              <a:off x="4926379" y="3734787"/>
              <a:ext cx="31010" cy="68620"/>
            </a:xfrm>
            <a:custGeom>
              <a:avLst/>
              <a:gdLst/>
              <a:ahLst/>
              <a:cxnLst/>
              <a:rect l="l" t="t" r="r" b="b"/>
              <a:pathLst>
                <a:path w="939" h="2078" extrusionOk="0">
                  <a:moveTo>
                    <a:pt x="565" y="1"/>
                  </a:moveTo>
                  <a:lnTo>
                    <a:pt x="0" y="2078"/>
                  </a:lnTo>
                  <a:lnTo>
                    <a:pt x="373" y="2078"/>
                  </a:lnTo>
                  <a:lnTo>
                    <a:pt x="938" y="1"/>
                  </a:lnTo>
                  <a:close/>
                </a:path>
              </a:pathLst>
            </a:custGeom>
            <a:solidFill>
              <a:srgbClr val="8297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4"/>
            <p:cNvSpPr/>
            <p:nvPr/>
          </p:nvSpPr>
          <p:spPr>
            <a:xfrm>
              <a:off x="5086614" y="3385679"/>
              <a:ext cx="140685" cy="151637"/>
            </a:xfrm>
            <a:custGeom>
              <a:avLst/>
              <a:gdLst/>
              <a:ahLst/>
              <a:cxnLst/>
              <a:rect l="l" t="t" r="r" b="b"/>
              <a:pathLst>
                <a:path w="4260" h="4592" extrusionOk="0">
                  <a:moveTo>
                    <a:pt x="2126" y="0"/>
                  </a:moveTo>
                  <a:cubicBezTo>
                    <a:pt x="1996" y="0"/>
                    <a:pt x="1867" y="70"/>
                    <a:pt x="1895" y="208"/>
                  </a:cubicBezTo>
                  <a:lnTo>
                    <a:pt x="1895" y="792"/>
                  </a:lnTo>
                  <a:cubicBezTo>
                    <a:pt x="756" y="945"/>
                    <a:pt x="87" y="2161"/>
                    <a:pt x="565" y="3204"/>
                  </a:cubicBezTo>
                  <a:lnTo>
                    <a:pt x="536" y="3204"/>
                  </a:lnTo>
                  <a:cubicBezTo>
                    <a:pt x="240" y="3204"/>
                    <a:pt x="0" y="3453"/>
                    <a:pt x="0" y="3749"/>
                  </a:cubicBezTo>
                  <a:lnTo>
                    <a:pt x="0" y="4046"/>
                  </a:lnTo>
                  <a:cubicBezTo>
                    <a:pt x="0" y="4343"/>
                    <a:pt x="240" y="4592"/>
                    <a:pt x="536" y="4592"/>
                  </a:cubicBezTo>
                  <a:lnTo>
                    <a:pt x="3723" y="4592"/>
                  </a:lnTo>
                  <a:cubicBezTo>
                    <a:pt x="4020" y="4592"/>
                    <a:pt x="4259" y="4343"/>
                    <a:pt x="4259" y="4046"/>
                  </a:cubicBezTo>
                  <a:lnTo>
                    <a:pt x="4259" y="3749"/>
                  </a:lnTo>
                  <a:cubicBezTo>
                    <a:pt x="4259" y="3453"/>
                    <a:pt x="4020" y="3204"/>
                    <a:pt x="3714" y="3204"/>
                  </a:cubicBezTo>
                  <a:lnTo>
                    <a:pt x="3695" y="3204"/>
                  </a:lnTo>
                  <a:cubicBezTo>
                    <a:pt x="4173" y="2161"/>
                    <a:pt x="3503" y="945"/>
                    <a:pt x="2364" y="792"/>
                  </a:cubicBezTo>
                  <a:lnTo>
                    <a:pt x="2364" y="208"/>
                  </a:lnTo>
                  <a:cubicBezTo>
                    <a:pt x="2388" y="70"/>
                    <a:pt x="2257" y="0"/>
                    <a:pt x="21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4"/>
            <p:cNvSpPr/>
            <p:nvPr/>
          </p:nvSpPr>
          <p:spPr>
            <a:xfrm>
              <a:off x="5086284" y="3411832"/>
              <a:ext cx="62945" cy="125483"/>
            </a:xfrm>
            <a:custGeom>
              <a:avLst/>
              <a:gdLst/>
              <a:ahLst/>
              <a:cxnLst/>
              <a:rect l="l" t="t" r="r" b="b"/>
              <a:pathLst>
                <a:path w="1906" h="3800" extrusionOk="0">
                  <a:moveTo>
                    <a:pt x="1905" y="0"/>
                  </a:moveTo>
                  <a:lnTo>
                    <a:pt x="1905" y="0"/>
                  </a:lnTo>
                  <a:cubicBezTo>
                    <a:pt x="757" y="163"/>
                    <a:pt x="97" y="1369"/>
                    <a:pt x="565" y="2421"/>
                  </a:cubicBezTo>
                  <a:lnTo>
                    <a:pt x="546" y="2421"/>
                  </a:lnTo>
                  <a:cubicBezTo>
                    <a:pt x="250" y="2421"/>
                    <a:pt x="1" y="2661"/>
                    <a:pt x="1" y="2957"/>
                  </a:cubicBezTo>
                  <a:lnTo>
                    <a:pt x="1" y="3254"/>
                  </a:lnTo>
                  <a:cubicBezTo>
                    <a:pt x="1" y="3551"/>
                    <a:pt x="250" y="3800"/>
                    <a:pt x="546" y="3800"/>
                  </a:cubicBezTo>
                  <a:lnTo>
                    <a:pt x="891" y="3800"/>
                  </a:lnTo>
                  <a:cubicBezTo>
                    <a:pt x="594" y="3800"/>
                    <a:pt x="345" y="3551"/>
                    <a:pt x="345" y="3254"/>
                  </a:cubicBezTo>
                  <a:lnTo>
                    <a:pt x="345" y="2957"/>
                  </a:lnTo>
                  <a:cubicBezTo>
                    <a:pt x="345" y="2661"/>
                    <a:pt x="594" y="2421"/>
                    <a:pt x="891" y="2421"/>
                  </a:cubicBezTo>
                  <a:lnTo>
                    <a:pt x="910" y="2421"/>
                  </a:lnTo>
                  <a:cubicBezTo>
                    <a:pt x="719" y="1991"/>
                    <a:pt x="709" y="1512"/>
                    <a:pt x="881" y="1082"/>
                  </a:cubicBezTo>
                  <a:cubicBezTo>
                    <a:pt x="1006" y="689"/>
                    <a:pt x="1302" y="287"/>
                    <a:pt x="19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4"/>
            <p:cNvSpPr/>
            <p:nvPr/>
          </p:nvSpPr>
          <p:spPr>
            <a:xfrm>
              <a:off x="5065118" y="3666233"/>
              <a:ext cx="49009" cy="73673"/>
            </a:xfrm>
            <a:custGeom>
              <a:avLst/>
              <a:gdLst/>
              <a:ahLst/>
              <a:cxnLst/>
              <a:rect l="l" t="t" r="r" b="b"/>
              <a:pathLst>
                <a:path w="1484" h="2231" extrusionOk="0">
                  <a:moveTo>
                    <a:pt x="383" y="0"/>
                  </a:moveTo>
                  <a:lnTo>
                    <a:pt x="105" y="1015"/>
                  </a:lnTo>
                  <a:lnTo>
                    <a:pt x="0" y="1302"/>
                  </a:lnTo>
                  <a:lnTo>
                    <a:pt x="172" y="1455"/>
                  </a:lnTo>
                  <a:lnTo>
                    <a:pt x="316" y="2230"/>
                  </a:lnTo>
                  <a:lnTo>
                    <a:pt x="1483" y="2230"/>
                  </a:lnTo>
                  <a:lnTo>
                    <a:pt x="1436" y="2077"/>
                  </a:lnTo>
                  <a:lnTo>
                    <a:pt x="1139" y="2077"/>
                  </a:lnTo>
                  <a:lnTo>
                    <a:pt x="967" y="1110"/>
                  </a:lnTo>
                  <a:lnTo>
                    <a:pt x="881" y="1110"/>
                  </a:lnTo>
                  <a:lnTo>
                    <a:pt x="833" y="957"/>
                  </a:lnTo>
                  <a:cubicBezTo>
                    <a:pt x="708" y="613"/>
                    <a:pt x="622" y="297"/>
                    <a:pt x="5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4"/>
            <p:cNvSpPr/>
            <p:nvPr/>
          </p:nvSpPr>
          <p:spPr>
            <a:xfrm>
              <a:off x="5091337" y="3491448"/>
              <a:ext cx="88869" cy="20441"/>
            </a:xfrm>
            <a:custGeom>
              <a:avLst/>
              <a:gdLst/>
              <a:ahLst/>
              <a:cxnLst/>
              <a:rect l="l" t="t" r="r" b="b"/>
              <a:pathLst>
                <a:path w="2691" h="619" extrusionOk="0">
                  <a:moveTo>
                    <a:pt x="432" y="1"/>
                  </a:moveTo>
                  <a:cubicBezTo>
                    <a:pt x="365" y="1"/>
                    <a:pt x="317" y="30"/>
                    <a:pt x="288" y="87"/>
                  </a:cubicBezTo>
                  <a:lnTo>
                    <a:pt x="145" y="116"/>
                  </a:lnTo>
                  <a:cubicBezTo>
                    <a:pt x="68" y="135"/>
                    <a:pt x="1" y="307"/>
                    <a:pt x="1" y="326"/>
                  </a:cubicBezTo>
                  <a:cubicBezTo>
                    <a:pt x="1" y="349"/>
                    <a:pt x="95" y="618"/>
                    <a:pt x="154" y="618"/>
                  </a:cubicBezTo>
                  <a:cubicBezTo>
                    <a:pt x="170" y="618"/>
                    <a:pt x="184" y="598"/>
                    <a:pt x="192" y="546"/>
                  </a:cubicBezTo>
                  <a:cubicBezTo>
                    <a:pt x="202" y="422"/>
                    <a:pt x="307" y="326"/>
                    <a:pt x="441" y="326"/>
                  </a:cubicBezTo>
                  <a:lnTo>
                    <a:pt x="2470" y="326"/>
                  </a:lnTo>
                  <a:cubicBezTo>
                    <a:pt x="2690" y="326"/>
                    <a:pt x="2690" y="1"/>
                    <a:pt x="24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4"/>
            <p:cNvSpPr/>
            <p:nvPr/>
          </p:nvSpPr>
          <p:spPr>
            <a:xfrm>
              <a:off x="4957983" y="3587542"/>
              <a:ext cx="128961" cy="130866"/>
            </a:xfrm>
            <a:custGeom>
              <a:avLst/>
              <a:gdLst/>
              <a:ahLst/>
              <a:cxnLst/>
              <a:rect l="l" t="t" r="r" b="b"/>
              <a:pathLst>
                <a:path w="3905" h="3963" extrusionOk="0">
                  <a:moveTo>
                    <a:pt x="632" y="0"/>
                  </a:moveTo>
                  <a:lnTo>
                    <a:pt x="670" y="507"/>
                  </a:lnTo>
                  <a:cubicBezTo>
                    <a:pt x="708" y="957"/>
                    <a:pt x="699" y="1924"/>
                    <a:pt x="211" y="3340"/>
                  </a:cubicBezTo>
                  <a:lnTo>
                    <a:pt x="0" y="3962"/>
                  </a:lnTo>
                  <a:lnTo>
                    <a:pt x="3905" y="3962"/>
                  </a:lnTo>
                  <a:lnTo>
                    <a:pt x="3694" y="3340"/>
                  </a:lnTo>
                  <a:cubicBezTo>
                    <a:pt x="3216" y="1924"/>
                    <a:pt x="3197" y="957"/>
                    <a:pt x="3235" y="507"/>
                  </a:cubicBezTo>
                  <a:lnTo>
                    <a:pt x="32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4"/>
            <p:cNvSpPr/>
            <p:nvPr/>
          </p:nvSpPr>
          <p:spPr>
            <a:xfrm>
              <a:off x="4957983" y="3587542"/>
              <a:ext cx="35733" cy="130866"/>
            </a:xfrm>
            <a:custGeom>
              <a:avLst/>
              <a:gdLst/>
              <a:ahLst/>
              <a:cxnLst/>
              <a:rect l="l" t="t" r="r" b="b"/>
              <a:pathLst>
                <a:path w="1082" h="3963" extrusionOk="0">
                  <a:moveTo>
                    <a:pt x="632" y="0"/>
                  </a:moveTo>
                  <a:lnTo>
                    <a:pt x="670" y="507"/>
                  </a:lnTo>
                  <a:cubicBezTo>
                    <a:pt x="708" y="957"/>
                    <a:pt x="699" y="1924"/>
                    <a:pt x="211" y="3340"/>
                  </a:cubicBezTo>
                  <a:lnTo>
                    <a:pt x="0" y="3962"/>
                  </a:lnTo>
                  <a:lnTo>
                    <a:pt x="383" y="3962"/>
                  </a:lnTo>
                  <a:lnTo>
                    <a:pt x="594" y="3340"/>
                  </a:lnTo>
                  <a:cubicBezTo>
                    <a:pt x="1072" y="1924"/>
                    <a:pt x="1082" y="957"/>
                    <a:pt x="1043" y="507"/>
                  </a:cubicBezTo>
                  <a:lnTo>
                    <a:pt x="10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4"/>
            <p:cNvSpPr/>
            <p:nvPr/>
          </p:nvSpPr>
          <p:spPr>
            <a:xfrm>
              <a:off x="4951015" y="3700972"/>
              <a:ext cx="143228" cy="48410"/>
            </a:xfrm>
            <a:custGeom>
              <a:avLst/>
              <a:gdLst/>
              <a:ahLst/>
              <a:cxnLst/>
              <a:rect l="l" t="t" r="r" b="b"/>
              <a:pathLst>
                <a:path w="4337" h="1466" extrusionOk="0">
                  <a:moveTo>
                    <a:pt x="288" y="1"/>
                  </a:moveTo>
                  <a:cubicBezTo>
                    <a:pt x="269" y="1"/>
                    <a:pt x="250" y="20"/>
                    <a:pt x="240" y="49"/>
                  </a:cubicBezTo>
                  <a:lnTo>
                    <a:pt x="1" y="1408"/>
                  </a:lnTo>
                  <a:cubicBezTo>
                    <a:pt x="1" y="1437"/>
                    <a:pt x="20" y="1465"/>
                    <a:pt x="49" y="1465"/>
                  </a:cubicBezTo>
                  <a:lnTo>
                    <a:pt x="4279" y="1465"/>
                  </a:lnTo>
                  <a:cubicBezTo>
                    <a:pt x="4307" y="1465"/>
                    <a:pt x="4336" y="1437"/>
                    <a:pt x="4327" y="1408"/>
                  </a:cubicBezTo>
                  <a:lnTo>
                    <a:pt x="4078" y="49"/>
                  </a:lnTo>
                  <a:cubicBezTo>
                    <a:pt x="4078" y="20"/>
                    <a:pt x="4059" y="1"/>
                    <a:pt x="40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4"/>
            <p:cNvSpPr/>
            <p:nvPr/>
          </p:nvSpPr>
          <p:spPr>
            <a:xfrm>
              <a:off x="4911187" y="3802746"/>
              <a:ext cx="222222" cy="35102"/>
            </a:xfrm>
            <a:custGeom>
              <a:avLst/>
              <a:gdLst/>
              <a:ahLst/>
              <a:cxnLst/>
              <a:rect l="l" t="t" r="r" b="b"/>
              <a:pathLst>
                <a:path w="6729" h="1063" extrusionOk="0">
                  <a:moveTo>
                    <a:pt x="49" y="1"/>
                  </a:moveTo>
                  <a:cubicBezTo>
                    <a:pt x="30" y="1"/>
                    <a:pt x="1" y="20"/>
                    <a:pt x="1" y="48"/>
                  </a:cubicBezTo>
                  <a:lnTo>
                    <a:pt x="1" y="1015"/>
                  </a:lnTo>
                  <a:cubicBezTo>
                    <a:pt x="1" y="1044"/>
                    <a:pt x="30" y="1063"/>
                    <a:pt x="49" y="1063"/>
                  </a:cubicBezTo>
                  <a:lnTo>
                    <a:pt x="6691" y="1063"/>
                  </a:lnTo>
                  <a:cubicBezTo>
                    <a:pt x="6710" y="1063"/>
                    <a:pt x="6729" y="1044"/>
                    <a:pt x="6729" y="1015"/>
                  </a:cubicBezTo>
                  <a:lnTo>
                    <a:pt x="6729" y="48"/>
                  </a:lnTo>
                  <a:cubicBezTo>
                    <a:pt x="6729" y="20"/>
                    <a:pt x="6710" y="1"/>
                    <a:pt x="6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4"/>
            <p:cNvSpPr/>
            <p:nvPr/>
          </p:nvSpPr>
          <p:spPr>
            <a:xfrm>
              <a:off x="4926379" y="3734787"/>
              <a:ext cx="192170" cy="68620"/>
            </a:xfrm>
            <a:custGeom>
              <a:avLst/>
              <a:gdLst/>
              <a:ahLst/>
              <a:cxnLst/>
              <a:rect l="l" t="t" r="r" b="b"/>
              <a:pathLst>
                <a:path w="5819" h="2078" extrusionOk="0">
                  <a:moveTo>
                    <a:pt x="565" y="1"/>
                  </a:moveTo>
                  <a:lnTo>
                    <a:pt x="0" y="2078"/>
                  </a:lnTo>
                  <a:lnTo>
                    <a:pt x="5819" y="2078"/>
                  </a:lnTo>
                  <a:lnTo>
                    <a:pt x="525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4"/>
            <p:cNvSpPr/>
            <p:nvPr/>
          </p:nvSpPr>
          <p:spPr>
            <a:xfrm>
              <a:off x="4788567" y="3666530"/>
              <a:ext cx="32595" cy="73672"/>
            </a:xfrm>
            <a:custGeom>
              <a:avLst/>
              <a:gdLst/>
              <a:ahLst/>
              <a:cxnLst/>
              <a:rect l="l" t="t" r="r" b="b"/>
              <a:pathLst>
                <a:path w="987" h="2231" extrusionOk="0">
                  <a:moveTo>
                    <a:pt x="604" y="1"/>
                  </a:moveTo>
                  <a:lnTo>
                    <a:pt x="1" y="2231"/>
                  </a:lnTo>
                  <a:lnTo>
                    <a:pt x="374" y="2231"/>
                  </a:lnTo>
                  <a:lnTo>
                    <a:pt x="9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4"/>
            <p:cNvSpPr/>
            <p:nvPr/>
          </p:nvSpPr>
          <p:spPr>
            <a:xfrm>
              <a:off x="4926379" y="3734787"/>
              <a:ext cx="31010" cy="68620"/>
            </a:xfrm>
            <a:custGeom>
              <a:avLst/>
              <a:gdLst/>
              <a:ahLst/>
              <a:cxnLst/>
              <a:rect l="l" t="t" r="r" b="b"/>
              <a:pathLst>
                <a:path w="939" h="2078" extrusionOk="0">
                  <a:moveTo>
                    <a:pt x="565" y="1"/>
                  </a:moveTo>
                  <a:lnTo>
                    <a:pt x="0" y="2078"/>
                  </a:lnTo>
                  <a:lnTo>
                    <a:pt x="373" y="2078"/>
                  </a:lnTo>
                  <a:lnTo>
                    <a:pt x="9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4"/>
            <p:cNvSpPr/>
            <p:nvPr/>
          </p:nvSpPr>
          <p:spPr>
            <a:xfrm>
              <a:off x="4952303" y="3451888"/>
              <a:ext cx="140652" cy="151174"/>
            </a:xfrm>
            <a:custGeom>
              <a:avLst/>
              <a:gdLst/>
              <a:ahLst/>
              <a:cxnLst/>
              <a:rect l="l" t="t" r="r" b="b"/>
              <a:pathLst>
                <a:path w="4259" h="4578" extrusionOk="0">
                  <a:moveTo>
                    <a:pt x="2129" y="0"/>
                  </a:moveTo>
                  <a:cubicBezTo>
                    <a:pt x="2024" y="0"/>
                    <a:pt x="1919" y="65"/>
                    <a:pt x="1895" y="194"/>
                  </a:cubicBezTo>
                  <a:lnTo>
                    <a:pt x="1895" y="778"/>
                  </a:lnTo>
                  <a:cubicBezTo>
                    <a:pt x="756" y="941"/>
                    <a:pt x="86" y="2146"/>
                    <a:pt x="565" y="3199"/>
                  </a:cubicBezTo>
                  <a:lnTo>
                    <a:pt x="536" y="3199"/>
                  </a:lnTo>
                  <a:cubicBezTo>
                    <a:pt x="239" y="3199"/>
                    <a:pt x="0" y="3438"/>
                    <a:pt x="0" y="3735"/>
                  </a:cubicBezTo>
                  <a:lnTo>
                    <a:pt x="0" y="4032"/>
                  </a:lnTo>
                  <a:cubicBezTo>
                    <a:pt x="0" y="4328"/>
                    <a:pt x="239" y="4577"/>
                    <a:pt x="536" y="4577"/>
                  </a:cubicBezTo>
                  <a:lnTo>
                    <a:pt x="3723" y="4577"/>
                  </a:lnTo>
                  <a:cubicBezTo>
                    <a:pt x="4020" y="4577"/>
                    <a:pt x="4259" y="4328"/>
                    <a:pt x="4259" y="4032"/>
                  </a:cubicBezTo>
                  <a:lnTo>
                    <a:pt x="4259" y="3735"/>
                  </a:lnTo>
                  <a:cubicBezTo>
                    <a:pt x="4259" y="3444"/>
                    <a:pt x="4028" y="3199"/>
                    <a:pt x="3730" y="3199"/>
                  </a:cubicBezTo>
                  <a:cubicBezTo>
                    <a:pt x="3725" y="3199"/>
                    <a:pt x="3719" y="3199"/>
                    <a:pt x="3713" y="3199"/>
                  </a:cubicBezTo>
                  <a:lnTo>
                    <a:pt x="3694" y="3199"/>
                  </a:lnTo>
                  <a:cubicBezTo>
                    <a:pt x="4163" y="2146"/>
                    <a:pt x="3503" y="941"/>
                    <a:pt x="2364" y="778"/>
                  </a:cubicBezTo>
                  <a:lnTo>
                    <a:pt x="2364" y="194"/>
                  </a:lnTo>
                  <a:cubicBezTo>
                    <a:pt x="2340" y="65"/>
                    <a:pt x="2235" y="0"/>
                    <a:pt x="21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4"/>
            <p:cNvSpPr/>
            <p:nvPr/>
          </p:nvSpPr>
          <p:spPr>
            <a:xfrm>
              <a:off x="4951973" y="3477546"/>
              <a:ext cx="62615" cy="125516"/>
            </a:xfrm>
            <a:custGeom>
              <a:avLst/>
              <a:gdLst/>
              <a:ahLst/>
              <a:cxnLst/>
              <a:rect l="l" t="t" r="r" b="b"/>
              <a:pathLst>
                <a:path w="1896" h="3801" extrusionOk="0">
                  <a:moveTo>
                    <a:pt x="1895" y="1"/>
                  </a:moveTo>
                  <a:cubicBezTo>
                    <a:pt x="756" y="164"/>
                    <a:pt x="96" y="1369"/>
                    <a:pt x="565" y="2422"/>
                  </a:cubicBezTo>
                  <a:lnTo>
                    <a:pt x="546" y="2422"/>
                  </a:lnTo>
                  <a:cubicBezTo>
                    <a:pt x="249" y="2422"/>
                    <a:pt x="0" y="2661"/>
                    <a:pt x="0" y="2968"/>
                  </a:cubicBezTo>
                  <a:lnTo>
                    <a:pt x="0" y="3255"/>
                  </a:lnTo>
                  <a:cubicBezTo>
                    <a:pt x="0" y="3561"/>
                    <a:pt x="249" y="3800"/>
                    <a:pt x="546" y="3800"/>
                  </a:cubicBezTo>
                  <a:lnTo>
                    <a:pt x="890" y="3800"/>
                  </a:lnTo>
                  <a:cubicBezTo>
                    <a:pt x="594" y="3800"/>
                    <a:pt x="345" y="3561"/>
                    <a:pt x="345" y="3255"/>
                  </a:cubicBezTo>
                  <a:lnTo>
                    <a:pt x="345" y="2968"/>
                  </a:lnTo>
                  <a:cubicBezTo>
                    <a:pt x="345" y="2661"/>
                    <a:pt x="594" y="2422"/>
                    <a:pt x="890" y="2422"/>
                  </a:cubicBezTo>
                  <a:lnTo>
                    <a:pt x="910" y="2422"/>
                  </a:lnTo>
                  <a:cubicBezTo>
                    <a:pt x="718" y="2001"/>
                    <a:pt x="709" y="1513"/>
                    <a:pt x="871" y="1082"/>
                  </a:cubicBezTo>
                  <a:cubicBezTo>
                    <a:pt x="1005" y="690"/>
                    <a:pt x="1302" y="288"/>
                    <a:pt x="18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4"/>
            <p:cNvSpPr/>
            <p:nvPr/>
          </p:nvSpPr>
          <p:spPr>
            <a:xfrm>
              <a:off x="4957026" y="3557195"/>
              <a:ext cx="89794" cy="20441"/>
            </a:xfrm>
            <a:custGeom>
              <a:avLst/>
              <a:gdLst/>
              <a:ahLst/>
              <a:cxnLst/>
              <a:rect l="l" t="t" r="r" b="b"/>
              <a:pathLst>
                <a:path w="2719" h="619" extrusionOk="0">
                  <a:moveTo>
                    <a:pt x="2498" y="1"/>
                  </a:moveTo>
                  <a:lnTo>
                    <a:pt x="2498" y="10"/>
                  </a:lnTo>
                  <a:lnTo>
                    <a:pt x="431" y="10"/>
                  </a:lnTo>
                  <a:cubicBezTo>
                    <a:pt x="364" y="10"/>
                    <a:pt x="316" y="39"/>
                    <a:pt x="288" y="87"/>
                  </a:cubicBezTo>
                  <a:lnTo>
                    <a:pt x="144" y="115"/>
                  </a:lnTo>
                  <a:cubicBezTo>
                    <a:pt x="68" y="144"/>
                    <a:pt x="1" y="307"/>
                    <a:pt x="1" y="335"/>
                  </a:cubicBezTo>
                  <a:cubicBezTo>
                    <a:pt x="1" y="350"/>
                    <a:pt x="95" y="618"/>
                    <a:pt x="154" y="618"/>
                  </a:cubicBezTo>
                  <a:cubicBezTo>
                    <a:pt x="170" y="618"/>
                    <a:pt x="184" y="598"/>
                    <a:pt x="192" y="546"/>
                  </a:cubicBezTo>
                  <a:cubicBezTo>
                    <a:pt x="201" y="427"/>
                    <a:pt x="297" y="335"/>
                    <a:pt x="422" y="335"/>
                  </a:cubicBezTo>
                  <a:cubicBezTo>
                    <a:pt x="428" y="335"/>
                    <a:pt x="435" y="335"/>
                    <a:pt x="441" y="335"/>
                  </a:cubicBezTo>
                  <a:lnTo>
                    <a:pt x="2498" y="335"/>
                  </a:lnTo>
                  <a:cubicBezTo>
                    <a:pt x="2719" y="335"/>
                    <a:pt x="2719" y="1"/>
                    <a:pt x="24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4"/>
            <p:cNvSpPr/>
            <p:nvPr/>
          </p:nvSpPr>
          <p:spPr>
            <a:xfrm>
              <a:off x="5189849" y="3491448"/>
              <a:ext cx="35534" cy="10171"/>
            </a:xfrm>
            <a:custGeom>
              <a:avLst/>
              <a:gdLst/>
              <a:ahLst/>
              <a:cxnLst/>
              <a:rect l="l" t="t" r="r" b="b"/>
              <a:pathLst>
                <a:path w="1076" h="308" extrusionOk="0">
                  <a:moveTo>
                    <a:pt x="206" y="0"/>
                  </a:moveTo>
                  <a:cubicBezTo>
                    <a:pt x="0" y="0"/>
                    <a:pt x="0" y="308"/>
                    <a:pt x="206" y="308"/>
                  </a:cubicBezTo>
                  <a:cubicBezTo>
                    <a:pt x="212" y="308"/>
                    <a:pt x="218" y="308"/>
                    <a:pt x="224" y="307"/>
                  </a:cubicBezTo>
                  <a:lnTo>
                    <a:pt x="1076" y="307"/>
                  </a:lnTo>
                  <a:cubicBezTo>
                    <a:pt x="990" y="125"/>
                    <a:pt x="798" y="1"/>
                    <a:pt x="588" y="1"/>
                  </a:cubicBezTo>
                  <a:lnTo>
                    <a:pt x="224" y="1"/>
                  </a:lnTo>
                  <a:cubicBezTo>
                    <a:pt x="218" y="0"/>
                    <a:pt x="212" y="0"/>
                    <a:pt x="2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4"/>
            <p:cNvSpPr/>
            <p:nvPr/>
          </p:nvSpPr>
          <p:spPr>
            <a:xfrm>
              <a:off x="5055505" y="3557459"/>
              <a:ext cx="35567" cy="10237"/>
            </a:xfrm>
            <a:custGeom>
              <a:avLst/>
              <a:gdLst/>
              <a:ahLst/>
              <a:cxnLst/>
              <a:rect l="l" t="t" r="r" b="b"/>
              <a:pathLst>
                <a:path w="1077" h="310" extrusionOk="0">
                  <a:moveTo>
                    <a:pt x="190" y="0"/>
                  </a:moveTo>
                  <a:cubicBezTo>
                    <a:pt x="1" y="0"/>
                    <a:pt x="3" y="309"/>
                    <a:pt x="198" y="309"/>
                  </a:cubicBezTo>
                  <a:cubicBezTo>
                    <a:pt x="204" y="309"/>
                    <a:pt x="209" y="309"/>
                    <a:pt x="215" y="308"/>
                  </a:cubicBezTo>
                  <a:lnTo>
                    <a:pt x="1076" y="308"/>
                  </a:lnTo>
                  <a:cubicBezTo>
                    <a:pt x="981" y="117"/>
                    <a:pt x="789" y="2"/>
                    <a:pt x="588" y="2"/>
                  </a:cubicBezTo>
                  <a:lnTo>
                    <a:pt x="215" y="2"/>
                  </a:lnTo>
                  <a:cubicBezTo>
                    <a:pt x="206" y="1"/>
                    <a:pt x="198" y="0"/>
                    <a:pt x="1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4"/>
            <p:cNvSpPr/>
            <p:nvPr/>
          </p:nvSpPr>
          <p:spPr>
            <a:xfrm>
              <a:off x="4921194" y="3491448"/>
              <a:ext cx="35534" cy="10171"/>
            </a:xfrm>
            <a:custGeom>
              <a:avLst/>
              <a:gdLst/>
              <a:ahLst/>
              <a:cxnLst/>
              <a:rect l="l" t="t" r="r" b="b"/>
              <a:pathLst>
                <a:path w="1076" h="308" extrusionOk="0">
                  <a:moveTo>
                    <a:pt x="206" y="0"/>
                  </a:moveTo>
                  <a:cubicBezTo>
                    <a:pt x="1" y="0"/>
                    <a:pt x="1" y="308"/>
                    <a:pt x="206" y="308"/>
                  </a:cubicBezTo>
                  <a:cubicBezTo>
                    <a:pt x="212" y="308"/>
                    <a:pt x="218" y="308"/>
                    <a:pt x="224" y="307"/>
                  </a:cubicBezTo>
                  <a:lnTo>
                    <a:pt x="1076" y="307"/>
                  </a:lnTo>
                  <a:cubicBezTo>
                    <a:pt x="990" y="125"/>
                    <a:pt x="798" y="1"/>
                    <a:pt x="588" y="1"/>
                  </a:cubicBezTo>
                  <a:lnTo>
                    <a:pt x="224" y="1"/>
                  </a:lnTo>
                  <a:cubicBezTo>
                    <a:pt x="218" y="0"/>
                    <a:pt x="212"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 name="Google Shape;1040;p44"/>
          <p:cNvGrpSpPr/>
          <p:nvPr/>
        </p:nvGrpSpPr>
        <p:grpSpPr>
          <a:xfrm>
            <a:off x="213921" y="161225"/>
            <a:ext cx="887400" cy="856500"/>
            <a:chOff x="213921" y="161225"/>
            <a:chExt cx="887400" cy="856500"/>
          </a:xfrm>
        </p:grpSpPr>
        <p:sp>
          <p:nvSpPr>
            <p:cNvPr id="1041" name="Google Shape;1041;p44"/>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p:cNvGrpSpPr/>
            <p:nvPr/>
          </p:nvGrpSpPr>
          <p:grpSpPr>
            <a:xfrm>
              <a:off x="451226" y="421855"/>
              <a:ext cx="470598" cy="335235"/>
              <a:chOff x="393289" y="3285780"/>
              <a:chExt cx="470598" cy="335235"/>
            </a:xfrm>
          </p:grpSpPr>
          <p:sp>
            <p:nvSpPr>
              <p:cNvPr id="1043" name="Google Shape;1043;p44"/>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C50D8D1C-C01F-F62B-4371-228250DCE2BB}"/>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07C7A994-A8CF-3FB9-E08A-EA8F7A7AA027}"/>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800" dirty="0"/>
              <a:t>Time Period Abbreviations</a:t>
            </a:r>
            <a:endParaRPr sz="2800" dirty="0"/>
          </a:p>
        </p:txBody>
      </p:sp>
      <p:grpSp>
        <p:nvGrpSpPr>
          <p:cNvPr id="1040" name="Google Shape;1040;p44">
            <a:extLst>
              <a:ext uri="{FF2B5EF4-FFF2-40B4-BE49-F238E27FC236}">
                <a16:creationId xmlns:a16="http://schemas.microsoft.com/office/drawing/2014/main" id="{67E4D0AA-8A4D-80B1-3087-BDBABEAFD0BF}"/>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4B602471-BD41-2D60-7621-559E625FCE83}"/>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F536E992-5967-038A-270C-BEA1CF92575D}"/>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9BEE454F-4E9E-413F-2885-636C4CF0F138}"/>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BEAA5527-B802-9BD8-C5A2-EB1A5E85758A}"/>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C0EC8669-D6F2-8C0E-E5CA-42CFD0EB8035}"/>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2AB6BDEF-37A9-FC9A-A18C-F821404D5F36}"/>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 name="Picture 18">
            <a:extLst>
              <a:ext uri="{FF2B5EF4-FFF2-40B4-BE49-F238E27FC236}">
                <a16:creationId xmlns:a16="http://schemas.microsoft.com/office/drawing/2014/main" id="{B13F2424-33C6-C1DC-CB6D-4F13AFD8402D}"/>
              </a:ext>
            </a:extLst>
          </p:cNvPr>
          <p:cNvPicPr>
            <a:picLocks noChangeAspect="1"/>
          </p:cNvPicPr>
          <p:nvPr/>
        </p:nvPicPr>
        <p:blipFill>
          <a:blip r:embed="rId3"/>
          <a:stretch>
            <a:fillRect/>
          </a:stretch>
        </p:blipFill>
        <p:spPr>
          <a:xfrm>
            <a:off x="986479" y="998083"/>
            <a:ext cx="7430021" cy="3390233"/>
          </a:xfrm>
          <a:prstGeom prst="rect">
            <a:avLst/>
          </a:prstGeom>
        </p:spPr>
      </p:pic>
    </p:spTree>
    <p:extLst>
      <p:ext uri="{BB962C8B-B14F-4D97-AF65-F5344CB8AC3E}">
        <p14:creationId xmlns:p14="http://schemas.microsoft.com/office/powerpoint/2010/main" val="3767270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E27283F7-4564-2451-2BA7-93F847321B01}"/>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615E3C2B-DA45-7F4D-1F19-1837843325BF}"/>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800" dirty="0"/>
              <a:t>Sales &amp; Value Abbreviations</a:t>
            </a:r>
            <a:endParaRPr sz="2800" dirty="0"/>
          </a:p>
        </p:txBody>
      </p:sp>
      <p:grpSp>
        <p:nvGrpSpPr>
          <p:cNvPr id="1040" name="Google Shape;1040;p44">
            <a:extLst>
              <a:ext uri="{FF2B5EF4-FFF2-40B4-BE49-F238E27FC236}">
                <a16:creationId xmlns:a16="http://schemas.microsoft.com/office/drawing/2014/main" id="{2DB86FD2-4162-9EB3-5264-5F10965ED2A3}"/>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805272FA-2759-E540-724A-64FF0A43C732}"/>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029AE542-8588-C106-2139-E0613C849A2C}"/>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CD6D9BBD-750B-5343-E021-DD373A0B610F}"/>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6FCCB89C-E6F0-5EFE-B283-EE1F6561D70B}"/>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27C93D0D-3191-3DA5-DF2D-322F8FF54983}"/>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48F502F3-7081-C6EF-F967-58BA160EF9E8}"/>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51A2E13A-11F0-B13B-CB0A-573C4D5E78FF}"/>
              </a:ext>
            </a:extLst>
          </p:cNvPr>
          <p:cNvPicPr>
            <a:picLocks noChangeAspect="1"/>
          </p:cNvPicPr>
          <p:nvPr/>
        </p:nvPicPr>
        <p:blipFill>
          <a:blip r:embed="rId3"/>
          <a:stretch>
            <a:fillRect/>
          </a:stretch>
        </p:blipFill>
        <p:spPr>
          <a:xfrm>
            <a:off x="864549" y="1093342"/>
            <a:ext cx="7342750" cy="3294974"/>
          </a:xfrm>
          <a:prstGeom prst="rect">
            <a:avLst/>
          </a:prstGeom>
        </p:spPr>
      </p:pic>
    </p:spTree>
    <p:extLst>
      <p:ext uri="{BB962C8B-B14F-4D97-AF65-F5344CB8AC3E}">
        <p14:creationId xmlns:p14="http://schemas.microsoft.com/office/powerpoint/2010/main" val="2643863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36AD377A-009A-5381-E5FC-1E871B478C25}"/>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22C7DA00-43EA-2200-1912-9772B10C1F06}"/>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800" dirty="0"/>
              <a:t>ATC Classification</a:t>
            </a:r>
            <a:endParaRPr sz="2800" dirty="0"/>
          </a:p>
        </p:txBody>
      </p:sp>
      <p:grpSp>
        <p:nvGrpSpPr>
          <p:cNvPr id="1040" name="Google Shape;1040;p44">
            <a:extLst>
              <a:ext uri="{FF2B5EF4-FFF2-40B4-BE49-F238E27FC236}">
                <a16:creationId xmlns:a16="http://schemas.microsoft.com/office/drawing/2014/main" id="{F0AF20B9-8FEB-3A16-0091-43C54E1CBDF6}"/>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4A4ABEEC-E7C3-3D62-388D-7CD811245515}"/>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8E4E70C5-4C19-86B5-8F51-DA755F24CD51}"/>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D5CBA830-82E2-C3D3-15AC-A28C5AC034A9}"/>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57618B5C-CB94-4307-9409-21CCCC4545FC}"/>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1C3E1014-4C86-4935-ACEB-36E1E46BF892}"/>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007BD68C-23F0-55D5-92A7-18233CD369F3}"/>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8F0C4BFD-E3E2-A3DD-F45A-62AF9E41D0C2}"/>
              </a:ext>
            </a:extLst>
          </p:cNvPr>
          <p:cNvPicPr>
            <a:picLocks noChangeAspect="1"/>
          </p:cNvPicPr>
          <p:nvPr/>
        </p:nvPicPr>
        <p:blipFill>
          <a:blip r:embed="rId3"/>
          <a:stretch>
            <a:fillRect/>
          </a:stretch>
        </p:blipFill>
        <p:spPr>
          <a:xfrm>
            <a:off x="1033346" y="1257186"/>
            <a:ext cx="7211446" cy="3131130"/>
          </a:xfrm>
          <a:prstGeom prst="rect">
            <a:avLst/>
          </a:prstGeom>
        </p:spPr>
      </p:pic>
    </p:spTree>
    <p:extLst>
      <p:ext uri="{BB962C8B-B14F-4D97-AF65-F5344CB8AC3E}">
        <p14:creationId xmlns:p14="http://schemas.microsoft.com/office/powerpoint/2010/main" val="2916066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9DD03BD9-4104-4ACE-BEE5-718734DD0E42}"/>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5EF1CDE5-C437-050B-0039-8DE0A07D972A}"/>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800" dirty="0"/>
              <a:t>ATC Symbols</a:t>
            </a:r>
            <a:endParaRPr sz="2800" dirty="0"/>
          </a:p>
        </p:txBody>
      </p:sp>
      <p:grpSp>
        <p:nvGrpSpPr>
          <p:cNvPr id="1040" name="Google Shape;1040;p44">
            <a:extLst>
              <a:ext uri="{FF2B5EF4-FFF2-40B4-BE49-F238E27FC236}">
                <a16:creationId xmlns:a16="http://schemas.microsoft.com/office/drawing/2014/main" id="{2CDE74A4-2620-0399-9312-E5F55217BD8B}"/>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01B8707A-AB66-09FB-2D80-078A5046F2C2}"/>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AAB81CEE-0FF5-BCD3-F54C-93AB39994537}"/>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AAC0E15C-7B9E-45B6-D5FC-7D6398237DAC}"/>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4110E3F8-482F-4E0D-3CBF-BEEE7928080D}"/>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7F925DC1-64C4-D910-1A4D-6D2F2022004D}"/>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2666A804-B39F-82B5-4812-BB0751EA93E0}"/>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B509A8D0-9CFF-FBCE-5955-AABF4C86997F}"/>
              </a:ext>
            </a:extLst>
          </p:cNvPr>
          <p:cNvPicPr>
            <a:picLocks noChangeAspect="1"/>
          </p:cNvPicPr>
          <p:nvPr/>
        </p:nvPicPr>
        <p:blipFill>
          <a:blip r:embed="rId3"/>
          <a:stretch>
            <a:fillRect/>
          </a:stretch>
        </p:blipFill>
        <p:spPr>
          <a:xfrm>
            <a:off x="895032" y="1017725"/>
            <a:ext cx="7267662" cy="3370591"/>
          </a:xfrm>
          <a:prstGeom prst="rect">
            <a:avLst/>
          </a:prstGeom>
        </p:spPr>
      </p:pic>
    </p:spTree>
    <p:extLst>
      <p:ext uri="{BB962C8B-B14F-4D97-AF65-F5344CB8AC3E}">
        <p14:creationId xmlns:p14="http://schemas.microsoft.com/office/powerpoint/2010/main" val="1690352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CBC87797-9234-1C6A-EB4F-9702FB8ADDC9}"/>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B3AD8B2C-067F-CFD1-4ACC-D4FACEEB4468}"/>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400" dirty="0"/>
              <a:t>NFC Classification (Pharmaceutical Form)</a:t>
            </a:r>
            <a:endParaRPr sz="2400" dirty="0"/>
          </a:p>
        </p:txBody>
      </p:sp>
      <p:grpSp>
        <p:nvGrpSpPr>
          <p:cNvPr id="1040" name="Google Shape;1040;p44">
            <a:extLst>
              <a:ext uri="{FF2B5EF4-FFF2-40B4-BE49-F238E27FC236}">
                <a16:creationId xmlns:a16="http://schemas.microsoft.com/office/drawing/2014/main" id="{1A4BA1CC-6493-47A4-F655-EC18FDC3B015}"/>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40E0DEE1-7F2D-6766-28AE-6F29C52DCBC0}"/>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83E2A982-4699-040F-F749-FA55753AFF65}"/>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8E4BD656-2524-55A4-5249-EB8E7DF31331}"/>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2CEE0F33-6CBB-18A0-3AD9-97ECEC7F3F4A}"/>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C349B4BF-3D70-0948-522F-2586AE8276BB}"/>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C2247FF5-D225-4086-A5EE-8A55C131B78A}"/>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D6657527-900D-13A7-3686-D3D6A2DC67B6}"/>
              </a:ext>
            </a:extLst>
          </p:cNvPr>
          <p:cNvPicPr>
            <a:picLocks noChangeAspect="1"/>
          </p:cNvPicPr>
          <p:nvPr/>
        </p:nvPicPr>
        <p:blipFill>
          <a:blip r:embed="rId3"/>
          <a:stretch>
            <a:fillRect/>
          </a:stretch>
        </p:blipFill>
        <p:spPr>
          <a:xfrm>
            <a:off x="1081737" y="1040896"/>
            <a:ext cx="6980525" cy="3347420"/>
          </a:xfrm>
          <a:prstGeom prst="rect">
            <a:avLst/>
          </a:prstGeom>
        </p:spPr>
      </p:pic>
    </p:spTree>
    <p:extLst>
      <p:ext uri="{BB962C8B-B14F-4D97-AF65-F5344CB8AC3E}">
        <p14:creationId xmlns:p14="http://schemas.microsoft.com/office/powerpoint/2010/main" val="3849140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BA930BE0-DA31-DFC9-1D1A-C22E059215BD}"/>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977D41F0-CEEC-6DA5-74EF-D21477DF1636}"/>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400" dirty="0"/>
              <a:t>NFC Classification (Pharmaceutical Form)</a:t>
            </a:r>
            <a:endParaRPr sz="2400" dirty="0"/>
          </a:p>
        </p:txBody>
      </p:sp>
      <p:grpSp>
        <p:nvGrpSpPr>
          <p:cNvPr id="1040" name="Google Shape;1040;p44">
            <a:extLst>
              <a:ext uri="{FF2B5EF4-FFF2-40B4-BE49-F238E27FC236}">
                <a16:creationId xmlns:a16="http://schemas.microsoft.com/office/drawing/2014/main" id="{C29250C9-9CEF-AA73-977A-638FAEE4212E}"/>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47149B36-9402-F3D3-6464-EEAB1478240D}"/>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1D02DE60-5C5D-07BA-00A4-51A6A971FC1D}"/>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F94FEEB9-AADD-E6B3-210F-54C278612D8C}"/>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56F283FD-A710-03F6-28E0-25C3B1100923}"/>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C84C53FC-6E58-6AA2-DDDE-95C9A13DF1A0}"/>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F5F9C35B-9519-EF7B-F800-BEB38D9EE4B3}"/>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2F4853C2-ED69-B32F-CBA7-32CFD3956AEE}"/>
              </a:ext>
            </a:extLst>
          </p:cNvPr>
          <p:cNvPicPr>
            <a:picLocks noChangeAspect="1"/>
          </p:cNvPicPr>
          <p:nvPr/>
        </p:nvPicPr>
        <p:blipFill>
          <a:blip r:embed="rId3"/>
          <a:stretch>
            <a:fillRect/>
          </a:stretch>
        </p:blipFill>
        <p:spPr>
          <a:xfrm>
            <a:off x="1081737" y="1040896"/>
            <a:ext cx="6980525" cy="3347420"/>
          </a:xfrm>
          <a:prstGeom prst="rect">
            <a:avLst/>
          </a:prstGeom>
        </p:spPr>
      </p:pic>
    </p:spTree>
    <p:extLst>
      <p:ext uri="{BB962C8B-B14F-4D97-AF65-F5344CB8AC3E}">
        <p14:creationId xmlns:p14="http://schemas.microsoft.com/office/powerpoint/2010/main" val="1871637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8FD29332-932C-AC82-E7F9-E2DBFF3780E5}"/>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8BBB4A9F-565C-4F6E-296A-6C74EAEA128C}"/>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400" dirty="0"/>
              <a:t>NFC Symbols</a:t>
            </a:r>
            <a:endParaRPr sz="2400" dirty="0"/>
          </a:p>
        </p:txBody>
      </p:sp>
      <p:grpSp>
        <p:nvGrpSpPr>
          <p:cNvPr id="1040" name="Google Shape;1040;p44">
            <a:extLst>
              <a:ext uri="{FF2B5EF4-FFF2-40B4-BE49-F238E27FC236}">
                <a16:creationId xmlns:a16="http://schemas.microsoft.com/office/drawing/2014/main" id="{E62DF13C-056C-9501-CBEF-A2E22C7C0392}"/>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B4EB91C0-7CAF-BAC5-9C77-95950A762441}"/>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70F3B7EB-08CD-7F82-CFD5-6E00BF760A02}"/>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70455E39-3820-1C5A-9E38-431F98B1DB41}"/>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EEE5472D-81C2-C9A1-9A90-305651297970}"/>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F8366E97-E613-E899-542F-5AAF7EC87274}"/>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96B63FF2-51F7-BB26-CABF-774BED5752E8}"/>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EA3F0CA8-FC83-4767-E245-9856B9B83F2E}"/>
              </a:ext>
            </a:extLst>
          </p:cNvPr>
          <p:cNvPicPr>
            <a:picLocks noChangeAspect="1"/>
          </p:cNvPicPr>
          <p:nvPr/>
        </p:nvPicPr>
        <p:blipFill>
          <a:blip r:embed="rId3"/>
          <a:stretch>
            <a:fillRect/>
          </a:stretch>
        </p:blipFill>
        <p:spPr>
          <a:xfrm>
            <a:off x="963617" y="1040897"/>
            <a:ext cx="7216765" cy="3285776"/>
          </a:xfrm>
          <a:prstGeom prst="rect">
            <a:avLst/>
          </a:prstGeom>
        </p:spPr>
      </p:pic>
    </p:spTree>
    <p:extLst>
      <p:ext uri="{BB962C8B-B14F-4D97-AF65-F5344CB8AC3E}">
        <p14:creationId xmlns:p14="http://schemas.microsoft.com/office/powerpoint/2010/main" val="2293515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D274FA59-225A-D8CC-278F-348F0B398D0B}"/>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B8E1E2C0-C7BF-4785-94DD-8907AD4D31D8}"/>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400" dirty="0"/>
              <a:t>Market Channel Abbreviations</a:t>
            </a:r>
            <a:endParaRPr sz="2400" dirty="0"/>
          </a:p>
        </p:txBody>
      </p:sp>
      <p:grpSp>
        <p:nvGrpSpPr>
          <p:cNvPr id="1040" name="Google Shape;1040;p44">
            <a:extLst>
              <a:ext uri="{FF2B5EF4-FFF2-40B4-BE49-F238E27FC236}">
                <a16:creationId xmlns:a16="http://schemas.microsoft.com/office/drawing/2014/main" id="{6BF86DA6-8736-CAE0-5D33-1040AD8487C1}"/>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D50282EC-86F0-5D28-043B-BE007F25817B}"/>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F8197D56-0A7F-BCE1-21AF-71BDED66DBBA}"/>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E49F7FC8-1C73-426D-D625-EC2CD8D76163}"/>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3ECC756E-6557-8C97-CAB1-D8FAFD96B9D1}"/>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0FED5607-CD30-2C92-6461-1FD2A02E929A}"/>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E00D79FF-ECC5-E344-2B19-012D7B2657D4}"/>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Picture 3">
            <a:extLst>
              <a:ext uri="{FF2B5EF4-FFF2-40B4-BE49-F238E27FC236}">
                <a16:creationId xmlns:a16="http://schemas.microsoft.com/office/drawing/2014/main" id="{AF218DD8-EBA4-F41F-6DED-3A63967197B9}"/>
              </a:ext>
            </a:extLst>
          </p:cNvPr>
          <p:cNvPicPr>
            <a:picLocks noChangeAspect="1"/>
          </p:cNvPicPr>
          <p:nvPr/>
        </p:nvPicPr>
        <p:blipFill>
          <a:blip r:embed="rId3"/>
          <a:stretch>
            <a:fillRect/>
          </a:stretch>
        </p:blipFill>
        <p:spPr>
          <a:xfrm>
            <a:off x="1055065" y="1040896"/>
            <a:ext cx="7033870" cy="3233738"/>
          </a:xfrm>
          <a:prstGeom prst="rect">
            <a:avLst/>
          </a:prstGeom>
        </p:spPr>
      </p:pic>
    </p:spTree>
    <p:extLst>
      <p:ext uri="{BB962C8B-B14F-4D97-AF65-F5344CB8AC3E}">
        <p14:creationId xmlns:p14="http://schemas.microsoft.com/office/powerpoint/2010/main" val="4093626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C1C8D495-3B76-2AF4-061C-24F9D8BFE814}"/>
            </a:ext>
          </a:extLst>
        </p:cNvPr>
        <p:cNvGrpSpPr/>
        <p:nvPr/>
      </p:nvGrpSpPr>
      <p:grpSpPr>
        <a:xfrm>
          <a:off x="0" y="0"/>
          <a:ext cx="0" cy="0"/>
          <a:chOff x="0" y="0"/>
          <a:chExt cx="0" cy="0"/>
        </a:xfrm>
      </p:grpSpPr>
      <p:sp>
        <p:nvSpPr>
          <p:cNvPr id="967" name="Google Shape;967;p44">
            <a:extLst>
              <a:ext uri="{FF2B5EF4-FFF2-40B4-BE49-F238E27FC236}">
                <a16:creationId xmlns:a16="http://schemas.microsoft.com/office/drawing/2014/main" id="{C80BDE09-DC1A-D43B-FF16-94DCCE306E99}"/>
              </a:ext>
            </a:extLst>
          </p:cNvPr>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lvl="0"/>
            <a:r>
              <a:rPr lang="en-US" sz="2400" dirty="0"/>
              <a:t>Diabetes-Specific ATC4 Abbreviations</a:t>
            </a:r>
            <a:endParaRPr sz="2400" dirty="0"/>
          </a:p>
        </p:txBody>
      </p:sp>
      <p:grpSp>
        <p:nvGrpSpPr>
          <p:cNvPr id="1040" name="Google Shape;1040;p44">
            <a:extLst>
              <a:ext uri="{FF2B5EF4-FFF2-40B4-BE49-F238E27FC236}">
                <a16:creationId xmlns:a16="http://schemas.microsoft.com/office/drawing/2014/main" id="{E5FF89EC-01CB-0DE6-F3FA-14A83F2E810F}"/>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881D7FE9-3F40-DEC0-EB8D-E1FFF17CCDE9}"/>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75561418-9E9D-2B62-A2F5-88267A6F250C}"/>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AD5475B8-C9B2-99B3-0416-FD15120B400D}"/>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FFC33C40-BBAB-7ECE-C4C1-0AC56C354793}"/>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4B3FE388-663E-7154-1FA9-EC191D1CAA77}"/>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B27B74D4-AC4C-BEFA-9457-0EA6966AE19E}"/>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88AE1D06-6957-A9CC-6EAF-7A4F9B929B35}"/>
              </a:ext>
            </a:extLst>
          </p:cNvPr>
          <p:cNvPicPr>
            <a:picLocks noChangeAspect="1"/>
          </p:cNvPicPr>
          <p:nvPr/>
        </p:nvPicPr>
        <p:blipFill>
          <a:blip r:embed="rId3"/>
          <a:stretch>
            <a:fillRect/>
          </a:stretch>
        </p:blipFill>
        <p:spPr>
          <a:xfrm>
            <a:off x="1058875" y="1026850"/>
            <a:ext cx="7026249" cy="3361466"/>
          </a:xfrm>
          <a:prstGeom prst="rect">
            <a:avLst/>
          </a:prstGeom>
        </p:spPr>
      </p:pic>
    </p:spTree>
    <p:extLst>
      <p:ext uri="{BB962C8B-B14F-4D97-AF65-F5344CB8AC3E}">
        <p14:creationId xmlns:p14="http://schemas.microsoft.com/office/powerpoint/2010/main" val="1231824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66">
          <a:extLst>
            <a:ext uri="{FF2B5EF4-FFF2-40B4-BE49-F238E27FC236}">
              <a16:creationId xmlns:a16="http://schemas.microsoft.com/office/drawing/2014/main" id="{839E3457-75BD-D031-3D93-69C9BFA2B1FD}"/>
            </a:ext>
          </a:extLst>
        </p:cNvPr>
        <p:cNvGrpSpPr/>
        <p:nvPr/>
      </p:nvGrpSpPr>
      <p:grpSpPr>
        <a:xfrm>
          <a:off x="0" y="0"/>
          <a:ext cx="0" cy="0"/>
          <a:chOff x="0" y="0"/>
          <a:chExt cx="0" cy="0"/>
        </a:xfrm>
      </p:grpSpPr>
      <p:grpSp>
        <p:nvGrpSpPr>
          <p:cNvPr id="1040" name="Google Shape;1040;p44">
            <a:extLst>
              <a:ext uri="{FF2B5EF4-FFF2-40B4-BE49-F238E27FC236}">
                <a16:creationId xmlns:a16="http://schemas.microsoft.com/office/drawing/2014/main" id="{471B3449-654D-3A50-9669-6CD60B26F206}"/>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F4AB21DF-8813-36B4-570B-D49832267429}"/>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19793A37-0DE8-D0DB-AEED-1369966DBFC8}"/>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89A8AA5B-A6E4-84EF-07FA-5423FA05DA4D}"/>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9F6AEE35-EF90-53B9-215F-1CEF54C36EAF}"/>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3A8F6917-AE3E-6611-4D57-73B1CF5A7F6A}"/>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95E7B6E7-96BB-DEAF-E9F1-C1510B68F1E2}"/>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itle 3">
            <a:extLst>
              <a:ext uri="{FF2B5EF4-FFF2-40B4-BE49-F238E27FC236}">
                <a16:creationId xmlns:a16="http://schemas.microsoft.com/office/drawing/2014/main" id="{64DAC6B0-A25D-01E9-9635-38FC8FE888C8}"/>
              </a:ext>
            </a:extLst>
          </p:cNvPr>
          <p:cNvSpPr>
            <a:spLocks noGrp="1"/>
          </p:cNvSpPr>
          <p:nvPr>
            <p:ph type="title"/>
          </p:nvPr>
        </p:nvSpPr>
        <p:spPr/>
        <p:txBody>
          <a:bodyPr/>
          <a:lstStyle/>
          <a:p>
            <a:r>
              <a:rPr lang="en-US" dirty="0"/>
              <a:t>Some </a:t>
            </a:r>
            <a:r>
              <a:rPr lang="en-US" sz="3200" dirty="0"/>
              <a:t>Abbreviations</a:t>
            </a:r>
            <a:endParaRPr lang="en-US" dirty="0"/>
          </a:p>
        </p:txBody>
      </p:sp>
      <p:pic>
        <p:nvPicPr>
          <p:cNvPr id="8" name="Picture 7">
            <a:extLst>
              <a:ext uri="{FF2B5EF4-FFF2-40B4-BE49-F238E27FC236}">
                <a16:creationId xmlns:a16="http://schemas.microsoft.com/office/drawing/2014/main" id="{EDB02882-DE7F-CBDC-5947-4276C74F0834}"/>
              </a:ext>
            </a:extLst>
          </p:cNvPr>
          <p:cNvPicPr>
            <a:picLocks noChangeAspect="1"/>
          </p:cNvPicPr>
          <p:nvPr/>
        </p:nvPicPr>
        <p:blipFill>
          <a:blip r:embed="rId3"/>
          <a:stretch>
            <a:fillRect/>
          </a:stretch>
        </p:blipFill>
        <p:spPr>
          <a:xfrm>
            <a:off x="921822" y="1040896"/>
            <a:ext cx="7322645" cy="3347420"/>
          </a:xfrm>
          <a:prstGeom prst="rect">
            <a:avLst/>
          </a:prstGeom>
        </p:spPr>
      </p:pic>
    </p:spTree>
    <p:extLst>
      <p:ext uri="{BB962C8B-B14F-4D97-AF65-F5344CB8AC3E}">
        <p14:creationId xmlns:p14="http://schemas.microsoft.com/office/powerpoint/2010/main" val="2389066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966">
          <a:extLst>
            <a:ext uri="{FF2B5EF4-FFF2-40B4-BE49-F238E27FC236}">
              <a16:creationId xmlns:a16="http://schemas.microsoft.com/office/drawing/2014/main" id="{7EE9DA6B-FDD1-4266-6906-7487C080FE4D}"/>
            </a:ext>
          </a:extLst>
        </p:cNvPr>
        <p:cNvGrpSpPr/>
        <p:nvPr/>
      </p:nvGrpSpPr>
      <p:grpSpPr>
        <a:xfrm>
          <a:off x="0" y="0"/>
          <a:ext cx="0" cy="0"/>
          <a:chOff x="0" y="0"/>
          <a:chExt cx="0" cy="0"/>
        </a:xfrm>
      </p:grpSpPr>
      <p:grpSp>
        <p:nvGrpSpPr>
          <p:cNvPr id="1040" name="Google Shape;1040;p44">
            <a:extLst>
              <a:ext uri="{FF2B5EF4-FFF2-40B4-BE49-F238E27FC236}">
                <a16:creationId xmlns:a16="http://schemas.microsoft.com/office/drawing/2014/main" id="{9F928C51-EFC8-F023-271C-977109F23FBD}"/>
              </a:ext>
            </a:extLst>
          </p:cNvPr>
          <p:cNvGrpSpPr/>
          <p:nvPr/>
        </p:nvGrpSpPr>
        <p:grpSpPr>
          <a:xfrm>
            <a:off x="213921" y="161225"/>
            <a:ext cx="887400" cy="856500"/>
            <a:chOff x="213921" y="161225"/>
            <a:chExt cx="887400" cy="856500"/>
          </a:xfrm>
        </p:grpSpPr>
        <p:sp>
          <p:nvSpPr>
            <p:cNvPr id="1041" name="Google Shape;1041;p44">
              <a:extLst>
                <a:ext uri="{FF2B5EF4-FFF2-40B4-BE49-F238E27FC236}">
                  <a16:creationId xmlns:a16="http://schemas.microsoft.com/office/drawing/2014/main" id="{8807B246-CBC5-6D09-DC3E-3E009BAE2721}"/>
                </a:ext>
              </a:extLst>
            </p:cNvPr>
            <p:cNvSpPr/>
            <p:nvPr/>
          </p:nvSpPr>
          <p:spPr>
            <a:xfrm rot="1645945">
              <a:off x="316402" y="2840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2" name="Google Shape;1042;p44">
              <a:extLst>
                <a:ext uri="{FF2B5EF4-FFF2-40B4-BE49-F238E27FC236}">
                  <a16:creationId xmlns:a16="http://schemas.microsoft.com/office/drawing/2014/main" id="{38676472-357D-46AC-F116-2F39CAEB9B1E}"/>
                </a:ext>
              </a:extLst>
            </p:cNvPr>
            <p:cNvGrpSpPr/>
            <p:nvPr/>
          </p:nvGrpSpPr>
          <p:grpSpPr>
            <a:xfrm>
              <a:off x="451226" y="421855"/>
              <a:ext cx="470598" cy="335235"/>
              <a:chOff x="393289" y="3285780"/>
              <a:chExt cx="470598" cy="335235"/>
            </a:xfrm>
          </p:grpSpPr>
          <p:sp>
            <p:nvSpPr>
              <p:cNvPr id="1043" name="Google Shape;1043;p44">
                <a:extLst>
                  <a:ext uri="{FF2B5EF4-FFF2-40B4-BE49-F238E27FC236}">
                    <a16:creationId xmlns:a16="http://schemas.microsoft.com/office/drawing/2014/main" id="{D8643E9B-DFC2-45B9-D761-3BAA7666F240}"/>
                  </a:ext>
                </a:extLst>
              </p:cNvPr>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4">
                <a:extLst>
                  <a:ext uri="{FF2B5EF4-FFF2-40B4-BE49-F238E27FC236}">
                    <a16:creationId xmlns:a16="http://schemas.microsoft.com/office/drawing/2014/main" id="{A00E9CC7-D19F-E709-FA90-322683F1EFDB}"/>
                  </a:ext>
                </a:extLst>
              </p:cNvPr>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4">
                <a:extLst>
                  <a:ext uri="{FF2B5EF4-FFF2-40B4-BE49-F238E27FC236}">
                    <a16:creationId xmlns:a16="http://schemas.microsoft.com/office/drawing/2014/main" id="{591E73A4-2513-FC3C-28D4-269C893DC0D2}"/>
                  </a:ext>
                </a:extLst>
              </p:cNvPr>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46" name="Google Shape;1046;p44">
            <a:extLst>
              <a:ext uri="{FF2B5EF4-FFF2-40B4-BE49-F238E27FC236}">
                <a16:creationId xmlns:a16="http://schemas.microsoft.com/office/drawing/2014/main" id="{C9B1AE5A-6F7E-C16F-6BF5-659569F0FD76}"/>
              </a:ext>
            </a:extLst>
          </p:cNvPr>
          <p:cNvSpPr/>
          <p:nvPr/>
        </p:nvSpPr>
        <p:spPr>
          <a:xfrm rot="-1456987">
            <a:off x="8361828" y="4447048"/>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itle 3">
            <a:extLst>
              <a:ext uri="{FF2B5EF4-FFF2-40B4-BE49-F238E27FC236}">
                <a16:creationId xmlns:a16="http://schemas.microsoft.com/office/drawing/2014/main" id="{B606168E-E352-2DE0-700E-9246EFC061FF}"/>
              </a:ext>
            </a:extLst>
          </p:cNvPr>
          <p:cNvSpPr>
            <a:spLocks noGrp="1"/>
          </p:cNvSpPr>
          <p:nvPr>
            <p:ph type="title"/>
          </p:nvPr>
        </p:nvSpPr>
        <p:spPr/>
        <p:txBody>
          <a:bodyPr/>
          <a:lstStyle/>
          <a:p>
            <a:r>
              <a:rPr lang="en-US" dirty="0"/>
              <a:t>Contribution % vs Market Share %</a:t>
            </a:r>
          </a:p>
        </p:txBody>
      </p:sp>
      <p:sp>
        <p:nvSpPr>
          <p:cNvPr id="2" name="Title 3">
            <a:extLst>
              <a:ext uri="{FF2B5EF4-FFF2-40B4-BE49-F238E27FC236}">
                <a16:creationId xmlns:a16="http://schemas.microsoft.com/office/drawing/2014/main" id="{61297EA2-B669-C6A5-36FD-8E49CBF18AC0}"/>
              </a:ext>
            </a:extLst>
          </p:cNvPr>
          <p:cNvSpPr txBox="1">
            <a:spLocks/>
          </p:cNvSpPr>
          <p:nvPr/>
        </p:nvSpPr>
        <p:spPr>
          <a:xfrm>
            <a:off x="648399" y="1278483"/>
            <a:ext cx="7696500" cy="10325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Archivo Black"/>
              <a:buNone/>
              <a:defRPr sz="30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1800" b="1" dirty="0"/>
              <a:t>Contribution %</a:t>
            </a:r>
            <a:r>
              <a:rPr lang="en-US" sz="1800" dirty="0"/>
              <a:t> = Your share of the </a:t>
            </a:r>
            <a:r>
              <a:rPr lang="en-US" sz="1800" b="1" dirty="0"/>
              <a:t>entire market</a:t>
            </a:r>
            <a:endParaRPr lang="en-US" sz="1800" dirty="0"/>
          </a:p>
          <a:p>
            <a:r>
              <a:rPr lang="en-US" sz="1800" b="1" dirty="0"/>
              <a:t>      Market Share %</a:t>
            </a:r>
            <a:r>
              <a:rPr lang="en-US" sz="1800" dirty="0"/>
              <a:t> = Your share of your </a:t>
            </a:r>
            <a:r>
              <a:rPr lang="en-US" sz="1800" b="1" dirty="0"/>
              <a:t>competitive market (ATC4)</a:t>
            </a:r>
            <a:endParaRPr lang="en-US" sz="1800" dirty="0"/>
          </a:p>
        </p:txBody>
      </p:sp>
      <p:pic>
        <p:nvPicPr>
          <p:cNvPr id="5" name="Picture 4">
            <a:extLst>
              <a:ext uri="{FF2B5EF4-FFF2-40B4-BE49-F238E27FC236}">
                <a16:creationId xmlns:a16="http://schemas.microsoft.com/office/drawing/2014/main" id="{4B057A85-0AF7-0241-D1BD-D253E0E888BD}"/>
              </a:ext>
            </a:extLst>
          </p:cNvPr>
          <p:cNvPicPr>
            <a:picLocks noChangeAspect="1"/>
          </p:cNvPicPr>
          <p:nvPr/>
        </p:nvPicPr>
        <p:blipFill>
          <a:blip r:embed="rId3"/>
          <a:stretch>
            <a:fillRect/>
          </a:stretch>
        </p:blipFill>
        <p:spPr>
          <a:xfrm>
            <a:off x="944125" y="2311051"/>
            <a:ext cx="7173963" cy="2077265"/>
          </a:xfrm>
          <a:prstGeom prst="rect">
            <a:avLst/>
          </a:prstGeom>
        </p:spPr>
      </p:pic>
    </p:spTree>
    <p:extLst>
      <p:ext uri="{BB962C8B-B14F-4D97-AF65-F5344CB8AC3E}">
        <p14:creationId xmlns:p14="http://schemas.microsoft.com/office/powerpoint/2010/main" val="3063706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B74D2B-83A0-1D00-7B99-06E1A33528BB}"/>
              </a:ext>
            </a:extLst>
          </p:cNvPr>
          <p:cNvPicPr>
            <a:picLocks noChangeAspect="1"/>
          </p:cNvPicPr>
          <p:nvPr/>
        </p:nvPicPr>
        <p:blipFill>
          <a:blip r:embed="rId2"/>
          <a:stretch>
            <a:fillRect/>
          </a:stretch>
        </p:blipFill>
        <p:spPr>
          <a:xfrm>
            <a:off x="0" y="2903"/>
            <a:ext cx="9144000" cy="5137693"/>
          </a:xfrm>
          <a:prstGeom prst="rect">
            <a:avLst/>
          </a:prstGeom>
        </p:spPr>
      </p:pic>
    </p:spTree>
    <p:extLst>
      <p:ext uri="{BB962C8B-B14F-4D97-AF65-F5344CB8AC3E}">
        <p14:creationId xmlns:p14="http://schemas.microsoft.com/office/powerpoint/2010/main" val="3668240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3EEF-4E0F-9DBA-97D5-D98F35FAD61E}"/>
              </a:ext>
            </a:extLst>
          </p:cNvPr>
          <p:cNvSpPr>
            <a:spLocks noGrp="1"/>
          </p:cNvSpPr>
          <p:nvPr>
            <p:ph type="title"/>
          </p:nvPr>
        </p:nvSpPr>
        <p:spPr/>
        <p:txBody>
          <a:bodyPr/>
          <a:lstStyle/>
          <a:p>
            <a:r>
              <a:rPr lang="en-US" sz="3200" b="1" dirty="0">
                <a:solidFill>
                  <a:schemeClr val="tx1">
                    <a:lumMod val="90000"/>
                    <a:lumOff val="10000"/>
                  </a:schemeClr>
                </a:solidFill>
                <a:latin typeface="Calibri" panose="020F0502020204030204" pitchFamily="34" charset="0"/>
                <a:ea typeface="Calibri" panose="020F0502020204030204" pitchFamily="34" charset="0"/>
              </a:rPr>
              <a:t>Performance Analysis</a:t>
            </a:r>
            <a:br>
              <a:rPr lang="en-US" sz="2400" dirty="0">
                <a:solidFill>
                  <a:schemeClr val="tx1">
                    <a:lumMod val="90000"/>
                    <a:lumOff val="10000"/>
                  </a:schemeClr>
                </a:solidFill>
                <a:latin typeface="Calibri" panose="020F0502020204030204" pitchFamily="34" charset="0"/>
                <a:ea typeface="Calibri" panose="020F0502020204030204" pitchFamily="34" charset="0"/>
              </a:rPr>
            </a:br>
            <a:endParaRPr lang="en-US" dirty="0">
              <a:solidFill>
                <a:schemeClr val="tx1">
                  <a:lumMod val="90000"/>
                  <a:lumOff val="10000"/>
                </a:schemeClr>
              </a:solidFill>
            </a:endParaRPr>
          </a:p>
        </p:txBody>
      </p:sp>
      <p:sp>
        <p:nvSpPr>
          <p:cNvPr id="4" name="TextBox 3">
            <a:extLst>
              <a:ext uri="{FF2B5EF4-FFF2-40B4-BE49-F238E27FC236}">
                <a16:creationId xmlns:a16="http://schemas.microsoft.com/office/drawing/2014/main" id="{EFEF2B18-D77C-C676-6307-4A46BCB8F829}"/>
              </a:ext>
            </a:extLst>
          </p:cNvPr>
          <p:cNvSpPr txBox="1"/>
          <p:nvPr/>
        </p:nvSpPr>
        <p:spPr>
          <a:xfrm>
            <a:off x="605882" y="1258746"/>
            <a:ext cx="7810617" cy="523220"/>
          </a:xfrm>
          <a:prstGeom prst="rect">
            <a:avLst/>
          </a:prstGeom>
          <a:noFill/>
        </p:spPr>
        <p:txBody>
          <a:bodyPr wrap="square">
            <a:spAutoFit/>
          </a:bodyPr>
          <a:lstStyle/>
          <a:p>
            <a:r>
              <a:rPr lang="en-US" dirty="0"/>
              <a:t>1-What is the total LC value and unit volume of the Egyptian pharmaceutical market for the most recent MAT period, and how does it compare to the prior year?</a:t>
            </a:r>
          </a:p>
        </p:txBody>
      </p:sp>
      <p:sp>
        <p:nvSpPr>
          <p:cNvPr id="6" name="TextBox 5">
            <a:extLst>
              <a:ext uri="{FF2B5EF4-FFF2-40B4-BE49-F238E27FC236}">
                <a16:creationId xmlns:a16="http://schemas.microsoft.com/office/drawing/2014/main" id="{261756BD-E03F-A26A-32B8-E52F5A1FFFAA}"/>
              </a:ext>
            </a:extLst>
          </p:cNvPr>
          <p:cNvSpPr txBox="1"/>
          <p:nvPr/>
        </p:nvSpPr>
        <p:spPr>
          <a:xfrm>
            <a:off x="605882" y="1859437"/>
            <a:ext cx="7810617" cy="523220"/>
          </a:xfrm>
          <a:prstGeom prst="rect">
            <a:avLst/>
          </a:prstGeom>
          <a:noFill/>
        </p:spPr>
        <p:txBody>
          <a:bodyPr wrap="square">
            <a:spAutoFit/>
          </a:bodyPr>
          <a:lstStyle/>
          <a:p>
            <a:r>
              <a:rPr lang="en-US" dirty="0"/>
              <a:t>2-Which corporation holds the largest market share by value in the current MAT period, and by how many percentage points does it lead the second-ranked player?</a:t>
            </a:r>
          </a:p>
        </p:txBody>
      </p:sp>
      <p:sp>
        <p:nvSpPr>
          <p:cNvPr id="8" name="TextBox 7">
            <a:extLst>
              <a:ext uri="{FF2B5EF4-FFF2-40B4-BE49-F238E27FC236}">
                <a16:creationId xmlns:a16="http://schemas.microsoft.com/office/drawing/2014/main" id="{ACF424BD-4BE7-5352-5D30-34D82188E151}"/>
              </a:ext>
            </a:extLst>
          </p:cNvPr>
          <p:cNvSpPr txBox="1"/>
          <p:nvPr/>
        </p:nvSpPr>
        <p:spPr>
          <a:xfrm>
            <a:off x="605882" y="2511922"/>
            <a:ext cx="7810616" cy="523220"/>
          </a:xfrm>
          <a:prstGeom prst="rect">
            <a:avLst/>
          </a:prstGeom>
          <a:noFill/>
        </p:spPr>
        <p:txBody>
          <a:bodyPr wrap="square">
            <a:spAutoFit/>
          </a:bodyPr>
          <a:lstStyle/>
          <a:p>
            <a:r>
              <a:rPr lang="en-US" dirty="0"/>
              <a:t>3-Which manufacturer commands the highest market share, and what percentage of total market value does it represent?</a:t>
            </a:r>
          </a:p>
        </p:txBody>
      </p:sp>
      <p:sp>
        <p:nvSpPr>
          <p:cNvPr id="10" name="TextBox 9">
            <a:extLst>
              <a:ext uri="{FF2B5EF4-FFF2-40B4-BE49-F238E27FC236}">
                <a16:creationId xmlns:a16="http://schemas.microsoft.com/office/drawing/2014/main" id="{1A272FF5-BC93-6A46-67E5-0E1606A0431A}"/>
              </a:ext>
            </a:extLst>
          </p:cNvPr>
          <p:cNvSpPr txBox="1"/>
          <p:nvPr/>
        </p:nvSpPr>
        <p:spPr>
          <a:xfrm>
            <a:off x="605883" y="3164407"/>
            <a:ext cx="7810616" cy="523220"/>
          </a:xfrm>
          <a:prstGeom prst="rect">
            <a:avLst/>
          </a:prstGeom>
          <a:noFill/>
        </p:spPr>
        <p:txBody>
          <a:bodyPr wrap="square">
            <a:spAutoFit/>
          </a:bodyPr>
          <a:lstStyle/>
          <a:p>
            <a:r>
              <a:rPr lang="en-US" dirty="0"/>
              <a:t>4-What is the top-ranked product by market value, and how does its retail price position it relative to the segment average?</a:t>
            </a:r>
          </a:p>
        </p:txBody>
      </p:sp>
      <p:sp>
        <p:nvSpPr>
          <p:cNvPr id="12" name="TextBox 11">
            <a:extLst>
              <a:ext uri="{FF2B5EF4-FFF2-40B4-BE49-F238E27FC236}">
                <a16:creationId xmlns:a16="http://schemas.microsoft.com/office/drawing/2014/main" id="{03E91EF5-0D80-6EAF-9C53-A237B360423F}"/>
              </a:ext>
            </a:extLst>
          </p:cNvPr>
          <p:cNvSpPr txBox="1"/>
          <p:nvPr/>
        </p:nvSpPr>
        <p:spPr>
          <a:xfrm>
            <a:off x="605882" y="3816892"/>
            <a:ext cx="7810616" cy="523220"/>
          </a:xfrm>
          <a:prstGeom prst="rect">
            <a:avLst/>
          </a:prstGeom>
          <a:noFill/>
        </p:spPr>
        <p:txBody>
          <a:bodyPr wrap="square">
            <a:spAutoFit/>
          </a:bodyPr>
          <a:lstStyle/>
          <a:p>
            <a:r>
              <a:rPr lang="en-US" dirty="0"/>
              <a:t>5-Which product currently holds the lowest performance ranking, and what is its trajectory — is it recovering or continuing to decline?</a:t>
            </a:r>
          </a:p>
        </p:txBody>
      </p:sp>
    </p:spTree>
    <p:extLst>
      <p:ext uri="{BB962C8B-B14F-4D97-AF65-F5344CB8AC3E}">
        <p14:creationId xmlns:p14="http://schemas.microsoft.com/office/powerpoint/2010/main" val="174300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2D0FC-D0EA-230A-C049-246992D6B3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6990C9D-5E39-3CFA-3C01-94F5CE482859}"/>
              </a:ext>
            </a:extLst>
          </p:cNvPr>
          <p:cNvSpPr txBox="1"/>
          <p:nvPr/>
        </p:nvSpPr>
        <p:spPr>
          <a:xfrm>
            <a:off x="330817" y="1247819"/>
            <a:ext cx="8631041" cy="523220"/>
          </a:xfrm>
          <a:prstGeom prst="rect">
            <a:avLst/>
          </a:prstGeom>
          <a:noFill/>
        </p:spPr>
        <p:txBody>
          <a:bodyPr wrap="square">
            <a:spAutoFit/>
          </a:bodyPr>
          <a:lstStyle/>
          <a:p>
            <a:r>
              <a:rPr lang="ar-EG" dirty="0"/>
              <a:t>1</a:t>
            </a:r>
            <a:r>
              <a:rPr lang="en-US" dirty="0"/>
              <a:t>-How has the total market value evolved across each MAT year from 2021 to 2026, and where do the most significant inflection points occur?</a:t>
            </a:r>
          </a:p>
        </p:txBody>
      </p:sp>
      <p:sp>
        <p:nvSpPr>
          <p:cNvPr id="9" name="TextBox 8">
            <a:extLst>
              <a:ext uri="{FF2B5EF4-FFF2-40B4-BE49-F238E27FC236}">
                <a16:creationId xmlns:a16="http://schemas.microsoft.com/office/drawing/2014/main" id="{4D73B554-C6F2-76E0-8D60-2C74E77D1E39}"/>
              </a:ext>
            </a:extLst>
          </p:cNvPr>
          <p:cNvSpPr txBox="1"/>
          <p:nvPr/>
        </p:nvSpPr>
        <p:spPr>
          <a:xfrm>
            <a:off x="358698" y="1869065"/>
            <a:ext cx="8426603" cy="523220"/>
          </a:xfrm>
          <a:prstGeom prst="rect">
            <a:avLst/>
          </a:prstGeom>
          <a:noFill/>
        </p:spPr>
        <p:txBody>
          <a:bodyPr wrap="square">
            <a:spAutoFit/>
          </a:bodyPr>
          <a:lstStyle/>
          <a:p>
            <a:r>
              <a:rPr lang="ar-EG" dirty="0"/>
              <a:t>2</a:t>
            </a:r>
            <a:r>
              <a:rPr lang="en-US" dirty="0"/>
              <a:t>-Is the Egyptian pharmaceutical market showing parallel growth in both value and unit volume, or is value growing faster than volume — signaling price-led rather than demand-led expansion?</a:t>
            </a:r>
          </a:p>
        </p:txBody>
      </p:sp>
      <p:sp>
        <p:nvSpPr>
          <p:cNvPr id="13" name="TextBox 12">
            <a:extLst>
              <a:ext uri="{FF2B5EF4-FFF2-40B4-BE49-F238E27FC236}">
                <a16:creationId xmlns:a16="http://schemas.microsoft.com/office/drawing/2014/main" id="{BC243C56-E12C-F75B-D1EB-F08C131FF788}"/>
              </a:ext>
            </a:extLst>
          </p:cNvPr>
          <p:cNvSpPr txBox="1"/>
          <p:nvPr/>
        </p:nvSpPr>
        <p:spPr>
          <a:xfrm>
            <a:off x="330816" y="2590612"/>
            <a:ext cx="8426603" cy="523220"/>
          </a:xfrm>
          <a:prstGeom prst="rect">
            <a:avLst/>
          </a:prstGeom>
          <a:noFill/>
        </p:spPr>
        <p:txBody>
          <a:bodyPr wrap="square">
            <a:spAutoFit/>
          </a:bodyPr>
          <a:lstStyle/>
          <a:p>
            <a:r>
              <a:rPr lang="ar-EG" dirty="0"/>
              <a:t>3</a:t>
            </a:r>
            <a:r>
              <a:rPr lang="en-US" dirty="0"/>
              <a:t>-Which therapeutic classes (ATC1 level) are on a consistent multi-year growth trajectory, and which have shown deceleration or contraction over the same period?</a:t>
            </a:r>
          </a:p>
        </p:txBody>
      </p:sp>
      <p:sp>
        <p:nvSpPr>
          <p:cNvPr id="16" name="TextBox 15">
            <a:extLst>
              <a:ext uri="{FF2B5EF4-FFF2-40B4-BE49-F238E27FC236}">
                <a16:creationId xmlns:a16="http://schemas.microsoft.com/office/drawing/2014/main" id="{E257C988-6270-FF57-DC2A-98FE89C3C8E7}"/>
              </a:ext>
            </a:extLst>
          </p:cNvPr>
          <p:cNvSpPr txBox="1"/>
          <p:nvPr/>
        </p:nvSpPr>
        <p:spPr>
          <a:xfrm>
            <a:off x="330816" y="3312159"/>
            <a:ext cx="8426604" cy="523220"/>
          </a:xfrm>
          <a:prstGeom prst="rect">
            <a:avLst/>
          </a:prstGeom>
          <a:noFill/>
        </p:spPr>
        <p:txBody>
          <a:bodyPr wrap="square">
            <a:spAutoFit/>
          </a:bodyPr>
          <a:lstStyle/>
          <a:p>
            <a:r>
              <a:rPr lang="ar-EG" dirty="0"/>
              <a:t>4</a:t>
            </a:r>
            <a:r>
              <a:rPr lang="en-US" dirty="0"/>
              <a:t>-For the fastest-growing corporation, what is the year-over-year growth percentage, and is this growth consistently sustained or driven by a single outlier year?</a:t>
            </a:r>
          </a:p>
        </p:txBody>
      </p:sp>
      <p:sp>
        <p:nvSpPr>
          <p:cNvPr id="18" name="TextBox 17">
            <a:extLst>
              <a:ext uri="{FF2B5EF4-FFF2-40B4-BE49-F238E27FC236}">
                <a16:creationId xmlns:a16="http://schemas.microsoft.com/office/drawing/2014/main" id="{6F5CD688-137F-F588-2675-ED4CF8C4A7A3}"/>
              </a:ext>
            </a:extLst>
          </p:cNvPr>
          <p:cNvSpPr txBox="1"/>
          <p:nvPr/>
        </p:nvSpPr>
        <p:spPr>
          <a:xfrm>
            <a:off x="330816" y="3933405"/>
            <a:ext cx="8530682" cy="523220"/>
          </a:xfrm>
          <a:prstGeom prst="rect">
            <a:avLst/>
          </a:prstGeom>
          <a:noFill/>
        </p:spPr>
        <p:txBody>
          <a:bodyPr wrap="square">
            <a:spAutoFit/>
          </a:bodyPr>
          <a:lstStyle/>
          <a:p>
            <a:r>
              <a:rPr lang="ar-EG" dirty="0"/>
              <a:t>5</a:t>
            </a:r>
            <a:r>
              <a:rPr lang="en-US" dirty="0"/>
              <a:t>-How have the unit volumes across different dosage forms evolved year over year — are injectable formats gaining share relative to oral solid forms?</a:t>
            </a:r>
          </a:p>
        </p:txBody>
      </p:sp>
      <p:sp>
        <p:nvSpPr>
          <p:cNvPr id="20" name="TextBox 19">
            <a:extLst>
              <a:ext uri="{FF2B5EF4-FFF2-40B4-BE49-F238E27FC236}">
                <a16:creationId xmlns:a16="http://schemas.microsoft.com/office/drawing/2014/main" id="{381E5829-EC8D-BB99-1FE8-C208812FCC0C}"/>
              </a:ext>
            </a:extLst>
          </p:cNvPr>
          <p:cNvSpPr txBox="1"/>
          <p:nvPr/>
        </p:nvSpPr>
        <p:spPr>
          <a:xfrm>
            <a:off x="2258118" y="252120"/>
            <a:ext cx="4572000" cy="5847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lgn="ctr">
              <a:buClr>
                <a:schemeClr val="dk1"/>
              </a:buClr>
              <a:buSzPts val="2800"/>
              <a:buFont typeface="Archivo Black"/>
              <a:buNone/>
              <a:defRPr sz="3200" b="1">
                <a:solidFill>
                  <a:schemeClr val="tx1">
                    <a:lumMod val="90000"/>
                    <a:lumOff val="10000"/>
                  </a:schemeClr>
                </a:solidFill>
                <a:latin typeface="Calibri" panose="020F0502020204030204" pitchFamily="34" charset="0"/>
                <a:ea typeface="Calibri" panose="020F0502020204030204" pitchFamily="34" charset="0"/>
                <a:cs typeface="Archivo Black"/>
                <a:sym typeface="Archivo Black"/>
              </a:defRPr>
            </a:lvl1pPr>
            <a:lvl2pPr>
              <a:buClr>
                <a:schemeClr val="dk1"/>
              </a:buClr>
              <a:buSzPts val="2800"/>
              <a:buNone/>
              <a:defRPr sz="2800">
                <a:solidFill>
                  <a:schemeClr val="dk1"/>
                </a:solidFill>
              </a:defRPr>
            </a:lvl2pPr>
            <a:lvl3pPr>
              <a:buClr>
                <a:schemeClr val="dk1"/>
              </a:buClr>
              <a:buSzPts val="2800"/>
              <a:buNone/>
              <a:defRPr sz="2800">
                <a:solidFill>
                  <a:schemeClr val="dk1"/>
                </a:solidFill>
              </a:defRPr>
            </a:lvl3pPr>
            <a:lvl4pPr>
              <a:buClr>
                <a:schemeClr val="dk1"/>
              </a:buClr>
              <a:buSzPts val="2800"/>
              <a:buNone/>
              <a:defRPr sz="2800">
                <a:solidFill>
                  <a:schemeClr val="dk1"/>
                </a:solidFill>
              </a:defRPr>
            </a:lvl4pPr>
            <a:lvl5pPr>
              <a:buClr>
                <a:schemeClr val="dk1"/>
              </a:buClr>
              <a:buSzPts val="2800"/>
              <a:buNone/>
              <a:defRPr sz="2800">
                <a:solidFill>
                  <a:schemeClr val="dk1"/>
                </a:solidFill>
              </a:defRPr>
            </a:lvl5pPr>
            <a:lvl6pPr>
              <a:buClr>
                <a:schemeClr val="dk1"/>
              </a:buClr>
              <a:buSzPts val="2800"/>
              <a:buNone/>
              <a:defRPr sz="2800">
                <a:solidFill>
                  <a:schemeClr val="dk1"/>
                </a:solidFill>
              </a:defRPr>
            </a:lvl6pPr>
            <a:lvl7pPr>
              <a:buClr>
                <a:schemeClr val="dk1"/>
              </a:buClr>
              <a:buSzPts val="2800"/>
              <a:buNone/>
              <a:defRPr sz="2800">
                <a:solidFill>
                  <a:schemeClr val="dk1"/>
                </a:solidFill>
              </a:defRPr>
            </a:lvl7pPr>
            <a:lvl8pPr>
              <a:buClr>
                <a:schemeClr val="dk1"/>
              </a:buClr>
              <a:buSzPts val="2800"/>
              <a:buNone/>
              <a:defRPr sz="2800">
                <a:solidFill>
                  <a:schemeClr val="dk1"/>
                </a:solidFill>
              </a:defRPr>
            </a:lvl8pPr>
            <a:lvl9pPr>
              <a:buClr>
                <a:schemeClr val="dk1"/>
              </a:buClr>
              <a:buSzPts val="2800"/>
              <a:buNone/>
              <a:defRPr sz="2800">
                <a:solidFill>
                  <a:schemeClr val="dk1"/>
                </a:solidFill>
              </a:defRPr>
            </a:lvl9pPr>
          </a:lstStyle>
          <a:p>
            <a:r>
              <a:rPr lang="en-US" dirty="0"/>
              <a:t>Trend Analysis</a:t>
            </a:r>
          </a:p>
        </p:txBody>
      </p:sp>
      <p:sp>
        <p:nvSpPr>
          <p:cNvPr id="22" name="TextBox 21">
            <a:extLst>
              <a:ext uri="{FF2B5EF4-FFF2-40B4-BE49-F238E27FC236}">
                <a16:creationId xmlns:a16="http://schemas.microsoft.com/office/drawing/2014/main" id="{81C7E117-B1BF-5432-811A-D070EE5ADDBC}"/>
              </a:ext>
            </a:extLst>
          </p:cNvPr>
          <p:cNvSpPr txBox="1"/>
          <p:nvPr/>
        </p:nvSpPr>
        <p:spPr>
          <a:xfrm>
            <a:off x="330816" y="4497367"/>
            <a:ext cx="7810616" cy="523220"/>
          </a:xfrm>
          <a:prstGeom prst="rect">
            <a:avLst/>
          </a:prstGeom>
          <a:noFill/>
        </p:spPr>
        <p:txBody>
          <a:bodyPr wrap="square">
            <a:spAutoFit/>
          </a:bodyPr>
          <a:lstStyle/>
          <a:p>
            <a:r>
              <a:rPr lang="en-US" dirty="0"/>
              <a:t>6-What is the 5-year compound annual growth rate (CAGR) for unit volume across the total market, and which corporations are outpacing or trailing this benchmark?</a:t>
            </a:r>
          </a:p>
        </p:txBody>
      </p:sp>
    </p:spTree>
    <p:extLst>
      <p:ext uri="{BB962C8B-B14F-4D97-AF65-F5344CB8AC3E}">
        <p14:creationId xmlns:p14="http://schemas.microsoft.com/office/powerpoint/2010/main" val="1067173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B2E18-4519-7E73-4262-72DA8DC6C3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7E056A-A495-E2E0-6146-2BC0E3190E96}"/>
              </a:ext>
            </a:extLst>
          </p:cNvPr>
          <p:cNvSpPr txBox="1"/>
          <p:nvPr/>
        </p:nvSpPr>
        <p:spPr>
          <a:xfrm>
            <a:off x="118945" y="1070626"/>
            <a:ext cx="8861503" cy="523220"/>
          </a:xfrm>
          <a:prstGeom prst="rect">
            <a:avLst/>
          </a:prstGeom>
          <a:noFill/>
        </p:spPr>
        <p:txBody>
          <a:bodyPr wrap="square">
            <a:spAutoFit/>
          </a:bodyPr>
          <a:lstStyle/>
          <a:p>
            <a:r>
              <a:rPr lang="en-US" dirty="0"/>
              <a:t>1-Which Egyptian governorates generate the highest pharmaceutical sales by unit volume, and what is the concentration ratio — do the top 3 governorates account for the majority of national volume?</a:t>
            </a:r>
          </a:p>
        </p:txBody>
      </p:sp>
      <p:sp>
        <p:nvSpPr>
          <p:cNvPr id="6" name="TextBox 5">
            <a:extLst>
              <a:ext uri="{FF2B5EF4-FFF2-40B4-BE49-F238E27FC236}">
                <a16:creationId xmlns:a16="http://schemas.microsoft.com/office/drawing/2014/main" id="{5594F249-6D9E-E480-9426-86F7FF8A2DAF}"/>
              </a:ext>
            </a:extLst>
          </p:cNvPr>
          <p:cNvSpPr txBox="1"/>
          <p:nvPr/>
        </p:nvSpPr>
        <p:spPr>
          <a:xfrm>
            <a:off x="118945" y="1773309"/>
            <a:ext cx="8657062" cy="523220"/>
          </a:xfrm>
          <a:prstGeom prst="rect">
            <a:avLst/>
          </a:prstGeom>
          <a:noFill/>
        </p:spPr>
        <p:txBody>
          <a:bodyPr wrap="square">
            <a:spAutoFit/>
          </a:bodyPr>
          <a:lstStyle/>
          <a:p>
            <a:r>
              <a:rPr lang="en-US" dirty="0"/>
              <a:t>2-Which governorates are significantly under-performing relative to their population size, representing the largest gap between demographic weight and pharmaceutical penetration?</a:t>
            </a:r>
          </a:p>
        </p:txBody>
      </p:sp>
      <p:sp>
        <p:nvSpPr>
          <p:cNvPr id="8" name="TextBox 7">
            <a:extLst>
              <a:ext uri="{FF2B5EF4-FFF2-40B4-BE49-F238E27FC236}">
                <a16:creationId xmlns:a16="http://schemas.microsoft.com/office/drawing/2014/main" id="{D94CF752-75F7-A37E-9DBE-DADB6547AEA1}"/>
              </a:ext>
            </a:extLst>
          </p:cNvPr>
          <p:cNvSpPr txBox="1"/>
          <p:nvPr/>
        </p:nvSpPr>
        <p:spPr>
          <a:xfrm>
            <a:off x="118944" y="2552937"/>
            <a:ext cx="8657063" cy="523220"/>
          </a:xfrm>
          <a:prstGeom prst="rect">
            <a:avLst/>
          </a:prstGeom>
          <a:noFill/>
        </p:spPr>
        <p:txBody>
          <a:bodyPr wrap="square">
            <a:spAutoFit/>
          </a:bodyPr>
          <a:lstStyle/>
          <a:p>
            <a:r>
              <a:rPr lang="en-US" dirty="0"/>
              <a:t>3-Are there regional differences in therapeutic class preference — do specific governorates show disproportionately high consumption of particular ATC1 categories?</a:t>
            </a:r>
          </a:p>
        </p:txBody>
      </p:sp>
      <p:sp>
        <p:nvSpPr>
          <p:cNvPr id="11" name="TextBox 10">
            <a:extLst>
              <a:ext uri="{FF2B5EF4-FFF2-40B4-BE49-F238E27FC236}">
                <a16:creationId xmlns:a16="http://schemas.microsoft.com/office/drawing/2014/main" id="{E9571D7B-7D74-B44E-730B-2B42994B66F0}"/>
              </a:ext>
            </a:extLst>
          </p:cNvPr>
          <p:cNvSpPr txBox="1"/>
          <p:nvPr/>
        </p:nvSpPr>
        <p:spPr>
          <a:xfrm>
            <a:off x="59473" y="3332565"/>
            <a:ext cx="8920975" cy="523220"/>
          </a:xfrm>
          <a:prstGeom prst="rect">
            <a:avLst/>
          </a:prstGeom>
          <a:noFill/>
        </p:spPr>
        <p:txBody>
          <a:bodyPr wrap="square">
            <a:spAutoFit/>
          </a:bodyPr>
          <a:lstStyle/>
          <a:p>
            <a:r>
              <a:rPr lang="en-US" dirty="0"/>
              <a:t>4-How does the public (hospital) sector compare to the private (retail) sector in terms of unit volume share by region, and which governorates show the highest hospital channel dependency?</a:t>
            </a:r>
          </a:p>
        </p:txBody>
      </p:sp>
      <p:sp>
        <p:nvSpPr>
          <p:cNvPr id="14" name="TextBox 13">
            <a:extLst>
              <a:ext uri="{FF2B5EF4-FFF2-40B4-BE49-F238E27FC236}">
                <a16:creationId xmlns:a16="http://schemas.microsoft.com/office/drawing/2014/main" id="{3886F4DE-D8F9-DCD7-09A6-7FB8AF0CE707}"/>
              </a:ext>
            </a:extLst>
          </p:cNvPr>
          <p:cNvSpPr txBox="1"/>
          <p:nvPr/>
        </p:nvSpPr>
        <p:spPr>
          <a:xfrm>
            <a:off x="921835" y="194461"/>
            <a:ext cx="6393366" cy="696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lgn="ctr">
              <a:buClr>
                <a:schemeClr val="dk1"/>
              </a:buClr>
              <a:buSzPts val="2800"/>
              <a:buFont typeface="Archivo Black"/>
              <a:buNone/>
              <a:defRPr sz="3200" b="1">
                <a:solidFill>
                  <a:schemeClr val="tx1">
                    <a:lumMod val="90000"/>
                    <a:lumOff val="10000"/>
                  </a:schemeClr>
                </a:solidFill>
                <a:latin typeface="Calibri" panose="020F0502020204030204" pitchFamily="34" charset="0"/>
                <a:ea typeface="Calibri" panose="020F0502020204030204" pitchFamily="34" charset="0"/>
                <a:cs typeface="Archivo Black"/>
                <a:sym typeface="Archivo Black"/>
              </a:defRPr>
            </a:lvl1pPr>
            <a:lvl2pPr>
              <a:buClr>
                <a:schemeClr val="dk1"/>
              </a:buClr>
              <a:buSzPts val="2800"/>
              <a:buNone/>
              <a:defRPr sz="2800">
                <a:solidFill>
                  <a:schemeClr val="dk1"/>
                </a:solidFill>
              </a:defRPr>
            </a:lvl2pPr>
            <a:lvl3pPr>
              <a:buClr>
                <a:schemeClr val="dk1"/>
              </a:buClr>
              <a:buSzPts val="2800"/>
              <a:buNone/>
              <a:defRPr sz="2800">
                <a:solidFill>
                  <a:schemeClr val="dk1"/>
                </a:solidFill>
              </a:defRPr>
            </a:lvl3pPr>
            <a:lvl4pPr>
              <a:buClr>
                <a:schemeClr val="dk1"/>
              </a:buClr>
              <a:buSzPts val="2800"/>
              <a:buNone/>
              <a:defRPr sz="2800">
                <a:solidFill>
                  <a:schemeClr val="dk1"/>
                </a:solidFill>
              </a:defRPr>
            </a:lvl4pPr>
            <a:lvl5pPr>
              <a:buClr>
                <a:schemeClr val="dk1"/>
              </a:buClr>
              <a:buSzPts val="2800"/>
              <a:buNone/>
              <a:defRPr sz="2800">
                <a:solidFill>
                  <a:schemeClr val="dk1"/>
                </a:solidFill>
              </a:defRPr>
            </a:lvl5pPr>
            <a:lvl6pPr>
              <a:buClr>
                <a:schemeClr val="dk1"/>
              </a:buClr>
              <a:buSzPts val="2800"/>
              <a:buNone/>
              <a:defRPr sz="2800">
                <a:solidFill>
                  <a:schemeClr val="dk1"/>
                </a:solidFill>
              </a:defRPr>
            </a:lvl6pPr>
            <a:lvl7pPr>
              <a:buClr>
                <a:schemeClr val="dk1"/>
              </a:buClr>
              <a:buSzPts val="2800"/>
              <a:buNone/>
              <a:defRPr sz="2800">
                <a:solidFill>
                  <a:schemeClr val="dk1"/>
                </a:solidFill>
              </a:defRPr>
            </a:lvl7pPr>
            <a:lvl8pPr>
              <a:buClr>
                <a:schemeClr val="dk1"/>
              </a:buClr>
              <a:buSzPts val="2800"/>
              <a:buNone/>
              <a:defRPr sz="2800">
                <a:solidFill>
                  <a:schemeClr val="dk1"/>
                </a:solidFill>
              </a:defRPr>
            </a:lvl8pPr>
            <a:lvl9pPr>
              <a:buClr>
                <a:schemeClr val="dk1"/>
              </a:buClr>
              <a:buSzPts val="2800"/>
              <a:buNone/>
              <a:defRPr sz="2800">
                <a:solidFill>
                  <a:schemeClr val="dk1"/>
                </a:solidFill>
              </a:defRPr>
            </a:lvl9pPr>
          </a:lstStyle>
          <a:p>
            <a:r>
              <a:rPr lang="en-US" dirty="0"/>
              <a:t>Regional &amp; Geographical Insights</a:t>
            </a:r>
          </a:p>
        </p:txBody>
      </p:sp>
    </p:spTree>
    <p:extLst>
      <p:ext uri="{BB962C8B-B14F-4D97-AF65-F5344CB8AC3E}">
        <p14:creationId xmlns:p14="http://schemas.microsoft.com/office/powerpoint/2010/main" val="2717276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D1C4-0FEC-E1C6-CD5C-E5DC4712C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13A0B-6904-09DE-BD2F-620B44BC1463}"/>
              </a:ext>
            </a:extLst>
          </p:cNvPr>
          <p:cNvSpPr>
            <a:spLocks noGrp="1"/>
          </p:cNvSpPr>
          <p:nvPr>
            <p:ph type="title"/>
          </p:nvPr>
        </p:nvSpPr>
        <p:spPr>
          <a:xfrm>
            <a:off x="723750" y="207133"/>
            <a:ext cx="7696500" cy="572700"/>
          </a:xfrm>
          <a:noFill/>
          <a:ln>
            <a:noFill/>
          </a:ln>
        </p:spPr>
        <p:txBody>
          <a:bodyPr spcFirstLastPara="1" wrap="square" lIns="91425" tIns="91425" rIns="91425" bIns="91425" anchor="t" anchorCtr="0">
            <a:noAutofit/>
          </a:bodyPr>
          <a:lstStyle/>
          <a:p>
            <a:r>
              <a:rPr lang="en-US" sz="3200" b="1" dirty="0">
                <a:solidFill>
                  <a:schemeClr val="tx1">
                    <a:lumMod val="90000"/>
                    <a:lumOff val="10000"/>
                  </a:schemeClr>
                </a:solidFill>
                <a:latin typeface="Calibri" panose="020F0502020204030204" pitchFamily="34" charset="0"/>
                <a:ea typeface="Calibri" panose="020F0502020204030204" pitchFamily="34" charset="0"/>
              </a:rPr>
              <a:t>Product Performance</a:t>
            </a:r>
          </a:p>
        </p:txBody>
      </p:sp>
      <p:sp>
        <p:nvSpPr>
          <p:cNvPr id="5" name="TextBox 4">
            <a:extLst>
              <a:ext uri="{FF2B5EF4-FFF2-40B4-BE49-F238E27FC236}">
                <a16:creationId xmlns:a16="http://schemas.microsoft.com/office/drawing/2014/main" id="{A1B34D98-1A5C-2BA6-D15A-059ACB95065F}"/>
              </a:ext>
            </a:extLst>
          </p:cNvPr>
          <p:cNvSpPr txBox="1"/>
          <p:nvPr/>
        </p:nvSpPr>
        <p:spPr>
          <a:xfrm>
            <a:off x="367991" y="950302"/>
            <a:ext cx="8701668" cy="523220"/>
          </a:xfrm>
          <a:prstGeom prst="rect">
            <a:avLst/>
          </a:prstGeom>
          <a:noFill/>
        </p:spPr>
        <p:txBody>
          <a:bodyPr wrap="square">
            <a:spAutoFit/>
          </a:bodyPr>
          <a:lstStyle/>
          <a:p>
            <a:r>
              <a:rPr lang="en-US" dirty="0"/>
              <a:t>1-Which are the top 7 products by market share, and collectively what percentage of total market value do they represent — indicating the degree of blockbuster dependency?</a:t>
            </a:r>
          </a:p>
        </p:txBody>
      </p:sp>
      <p:sp>
        <p:nvSpPr>
          <p:cNvPr id="9" name="TextBox 8">
            <a:extLst>
              <a:ext uri="{FF2B5EF4-FFF2-40B4-BE49-F238E27FC236}">
                <a16:creationId xmlns:a16="http://schemas.microsoft.com/office/drawing/2014/main" id="{529E8005-EFCD-D2F1-4334-1713F79EBD1A}"/>
              </a:ext>
            </a:extLst>
          </p:cNvPr>
          <p:cNvSpPr txBox="1"/>
          <p:nvPr/>
        </p:nvSpPr>
        <p:spPr>
          <a:xfrm>
            <a:off x="367990" y="1617643"/>
            <a:ext cx="8344829" cy="523220"/>
          </a:xfrm>
          <a:prstGeom prst="rect">
            <a:avLst/>
          </a:prstGeom>
          <a:noFill/>
        </p:spPr>
        <p:txBody>
          <a:bodyPr wrap="square">
            <a:spAutoFit/>
          </a:bodyPr>
          <a:lstStyle/>
          <a:p>
            <a:r>
              <a:rPr lang="en-US" dirty="0"/>
              <a:t>2-What percentage of the product portfolio is in the Growth lifecycle stage versus Maturity and Decline — and does the current pipeline adequately replace maturing assets?</a:t>
            </a:r>
          </a:p>
        </p:txBody>
      </p:sp>
      <p:sp>
        <p:nvSpPr>
          <p:cNvPr id="13" name="TextBox 12">
            <a:extLst>
              <a:ext uri="{FF2B5EF4-FFF2-40B4-BE49-F238E27FC236}">
                <a16:creationId xmlns:a16="http://schemas.microsoft.com/office/drawing/2014/main" id="{925358B1-213F-16FB-4EFB-54175266F805}"/>
              </a:ext>
            </a:extLst>
          </p:cNvPr>
          <p:cNvSpPr txBox="1"/>
          <p:nvPr/>
        </p:nvSpPr>
        <p:spPr>
          <a:xfrm>
            <a:off x="367990" y="2284984"/>
            <a:ext cx="8344828" cy="523220"/>
          </a:xfrm>
          <a:prstGeom prst="rect">
            <a:avLst/>
          </a:prstGeom>
          <a:noFill/>
        </p:spPr>
        <p:txBody>
          <a:bodyPr wrap="square">
            <a:spAutoFit/>
          </a:bodyPr>
          <a:lstStyle/>
          <a:p>
            <a:r>
              <a:rPr lang="en-US" dirty="0"/>
              <a:t>3-Among the pivot table product rankings, which products show a significant divergence between their value rank and their unit volume rank — suggesting premium pricing versus generic volume strategies?</a:t>
            </a:r>
          </a:p>
        </p:txBody>
      </p:sp>
      <p:sp>
        <p:nvSpPr>
          <p:cNvPr id="16" name="TextBox 15">
            <a:extLst>
              <a:ext uri="{FF2B5EF4-FFF2-40B4-BE49-F238E27FC236}">
                <a16:creationId xmlns:a16="http://schemas.microsoft.com/office/drawing/2014/main" id="{9607E09F-4CF2-1861-A598-E20369E42ADF}"/>
              </a:ext>
            </a:extLst>
          </p:cNvPr>
          <p:cNvSpPr txBox="1"/>
          <p:nvPr/>
        </p:nvSpPr>
        <p:spPr>
          <a:xfrm>
            <a:off x="367990" y="2952325"/>
            <a:ext cx="8344828" cy="523220"/>
          </a:xfrm>
          <a:prstGeom prst="rect">
            <a:avLst/>
          </a:prstGeom>
          <a:noFill/>
        </p:spPr>
        <p:txBody>
          <a:bodyPr wrap="square">
            <a:spAutoFit/>
          </a:bodyPr>
          <a:lstStyle/>
          <a:p>
            <a:r>
              <a:rPr lang="en-US" dirty="0"/>
              <a:t>4-Which ATC2-level therapeutic sub-classes represent the largest unit volume blocks within the market, as revealed by the </a:t>
            </a:r>
            <a:r>
              <a:rPr lang="en-US" dirty="0" err="1"/>
              <a:t>treemap</a:t>
            </a:r>
            <a:r>
              <a:rPr lang="en-US" dirty="0"/>
              <a:t>, and are these the same classes showing the strongest growth?</a:t>
            </a:r>
          </a:p>
        </p:txBody>
      </p:sp>
      <p:sp>
        <p:nvSpPr>
          <p:cNvPr id="18" name="TextBox 17">
            <a:extLst>
              <a:ext uri="{FF2B5EF4-FFF2-40B4-BE49-F238E27FC236}">
                <a16:creationId xmlns:a16="http://schemas.microsoft.com/office/drawing/2014/main" id="{CB85F532-701C-7DD5-BD26-E7E5182A2A04}"/>
              </a:ext>
            </a:extLst>
          </p:cNvPr>
          <p:cNvSpPr txBox="1"/>
          <p:nvPr/>
        </p:nvSpPr>
        <p:spPr>
          <a:xfrm>
            <a:off x="367990" y="3559688"/>
            <a:ext cx="8344828" cy="523220"/>
          </a:xfrm>
          <a:prstGeom prst="rect">
            <a:avLst/>
          </a:prstGeom>
          <a:noFill/>
        </p:spPr>
        <p:txBody>
          <a:bodyPr wrap="square">
            <a:spAutoFit/>
          </a:bodyPr>
          <a:lstStyle/>
          <a:p>
            <a:r>
              <a:rPr lang="en-US" dirty="0"/>
              <a:t>5-For a given ATC1 therapeutic class, which specific products are ranked in the top 5 by unit volume, and how has their unit performance trended across the last three MAT periods?</a:t>
            </a:r>
          </a:p>
        </p:txBody>
      </p:sp>
      <p:sp>
        <p:nvSpPr>
          <p:cNvPr id="20" name="TextBox 19">
            <a:extLst>
              <a:ext uri="{FF2B5EF4-FFF2-40B4-BE49-F238E27FC236}">
                <a16:creationId xmlns:a16="http://schemas.microsoft.com/office/drawing/2014/main" id="{4392CA5E-6F11-4798-2FA7-DB0313098527}"/>
              </a:ext>
            </a:extLst>
          </p:cNvPr>
          <p:cNvSpPr txBox="1"/>
          <p:nvPr/>
        </p:nvSpPr>
        <p:spPr>
          <a:xfrm>
            <a:off x="367990" y="4167051"/>
            <a:ext cx="8344828" cy="523220"/>
          </a:xfrm>
          <a:prstGeom prst="rect">
            <a:avLst/>
          </a:prstGeom>
          <a:noFill/>
        </p:spPr>
        <p:txBody>
          <a:bodyPr wrap="square">
            <a:spAutoFit/>
          </a:bodyPr>
          <a:lstStyle/>
          <a:p>
            <a:r>
              <a:rPr lang="en-US" dirty="0"/>
              <a:t>6-Which products launched within the last 3 years (via Launch Year filter) have achieved the fastest trajectory to significant market share, signaling successful launch execution?</a:t>
            </a:r>
          </a:p>
        </p:txBody>
      </p:sp>
    </p:spTree>
    <p:extLst>
      <p:ext uri="{BB962C8B-B14F-4D97-AF65-F5344CB8AC3E}">
        <p14:creationId xmlns:p14="http://schemas.microsoft.com/office/powerpoint/2010/main" val="2976634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05456-C09A-8E63-F597-6954415DD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FFD03-EBEC-484B-5B3E-CAF42AA4757E}"/>
              </a:ext>
            </a:extLst>
          </p:cNvPr>
          <p:cNvSpPr>
            <a:spLocks noGrp="1"/>
          </p:cNvSpPr>
          <p:nvPr>
            <p:ph type="title"/>
          </p:nvPr>
        </p:nvSpPr>
        <p:spPr>
          <a:xfrm>
            <a:off x="723750" y="207133"/>
            <a:ext cx="7696500" cy="572700"/>
          </a:xfrm>
        </p:spPr>
        <p:txBody>
          <a:bodyPr/>
          <a:lstStyle/>
          <a:p>
            <a:r>
              <a:rPr lang="en-US" sz="3200" b="1" dirty="0">
                <a:solidFill>
                  <a:schemeClr val="tx1">
                    <a:lumMod val="90000"/>
                    <a:lumOff val="10000"/>
                  </a:schemeClr>
                </a:solidFill>
                <a:latin typeface="Calibri" panose="020F0502020204030204" pitchFamily="34" charset="0"/>
                <a:ea typeface="Calibri" panose="020F0502020204030204" pitchFamily="34" charset="0"/>
              </a:rPr>
              <a:t>Competitive Intelligence</a:t>
            </a:r>
            <a:endParaRPr lang="en-US" sz="2400" dirty="0">
              <a:solidFill>
                <a:schemeClr val="tx1">
                  <a:lumMod val="90000"/>
                  <a:lumOff val="10000"/>
                </a:schemeClr>
              </a:solidFill>
              <a:effectLst/>
              <a:latin typeface="Calibri" panose="020F0502020204030204" pitchFamily="34" charset="0"/>
              <a:ea typeface="Calibri" panose="020F0502020204030204" pitchFamily="34" charset="0"/>
            </a:endParaRPr>
          </a:p>
        </p:txBody>
      </p:sp>
      <p:sp>
        <p:nvSpPr>
          <p:cNvPr id="4" name="TextBox 3">
            <a:extLst>
              <a:ext uri="{FF2B5EF4-FFF2-40B4-BE49-F238E27FC236}">
                <a16:creationId xmlns:a16="http://schemas.microsoft.com/office/drawing/2014/main" id="{348E2C94-9ED7-E08E-14F0-DB0A163DC7B7}"/>
              </a:ext>
            </a:extLst>
          </p:cNvPr>
          <p:cNvSpPr txBox="1"/>
          <p:nvPr/>
        </p:nvSpPr>
        <p:spPr>
          <a:xfrm>
            <a:off x="204439" y="849868"/>
            <a:ext cx="8790878" cy="523220"/>
          </a:xfrm>
          <a:prstGeom prst="rect">
            <a:avLst/>
          </a:prstGeom>
          <a:noFill/>
        </p:spPr>
        <p:txBody>
          <a:bodyPr wrap="square">
            <a:spAutoFit/>
          </a:bodyPr>
          <a:lstStyle/>
          <a:p>
            <a:r>
              <a:rPr lang="en-US" dirty="0"/>
              <a:t>1-Which corporations are gaining market share year over year, and which are experiencing structural share erosion — despite the overall market growing?</a:t>
            </a:r>
          </a:p>
        </p:txBody>
      </p:sp>
      <p:sp>
        <p:nvSpPr>
          <p:cNvPr id="7" name="TextBox 6">
            <a:extLst>
              <a:ext uri="{FF2B5EF4-FFF2-40B4-BE49-F238E27FC236}">
                <a16:creationId xmlns:a16="http://schemas.microsoft.com/office/drawing/2014/main" id="{DE3104F3-1393-AF2F-8A1E-913C154C0673}"/>
              </a:ext>
            </a:extLst>
          </p:cNvPr>
          <p:cNvSpPr txBox="1"/>
          <p:nvPr/>
        </p:nvSpPr>
        <p:spPr>
          <a:xfrm>
            <a:off x="204438" y="1443123"/>
            <a:ext cx="8790877" cy="523220"/>
          </a:xfrm>
          <a:prstGeom prst="rect">
            <a:avLst/>
          </a:prstGeom>
          <a:noFill/>
        </p:spPr>
        <p:txBody>
          <a:bodyPr wrap="square">
            <a:spAutoFit/>
          </a:bodyPr>
          <a:lstStyle/>
          <a:p>
            <a:r>
              <a:rPr lang="en-US" dirty="0"/>
              <a:t>2-Which corporation is identified as underperforming relative to market benchmarks, and in which therapeutic classes or regions is this underperformance most pronounced?</a:t>
            </a:r>
          </a:p>
        </p:txBody>
      </p:sp>
      <p:sp>
        <p:nvSpPr>
          <p:cNvPr id="10" name="TextBox 9">
            <a:extLst>
              <a:ext uri="{FF2B5EF4-FFF2-40B4-BE49-F238E27FC236}">
                <a16:creationId xmlns:a16="http://schemas.microsoft.com/office/drawing/2014/main" id="{4D775803-A36F-F22B-B23E-257C8FD0FB83}"/>
              </a:ext>
            </a:extLst>
          </p:cNvPr>
          <p:cNvSpPr txBox="1"/>
          <p:nvPr/>
        </p:nvSpPr>
        <p:spPr>
          <a:xfrm>
            <a:off x="204438" y="2048530"/>
            <a:ext cx="8790877" cy="523220"/>
          </a:xfrm>
          <a:prstGeom prst="rect">
            <a:avLst/>
          </a:prstGeom>
          <a:noFill/>
        </p:spPr>
        <p:txBody>
          <a:bodyPr wrap="square">
            <a:spAutoFit/>
          </a:bodyPr>
          <a:lstStyle/>
          <a:p>
            <a:r>
              <a:rPr lang="en-US" dirty="0"/>
              <a:t>3-How is the corporate competitive landscape structured — is the market highly concentrated among 2-3 dominant players, or is it fragmented with multiple mid-size competitors?</a:t>
            </a:r>
          </a:p>
        </p:txBody>
      </p:sp>
      <p:sp>
        <p:nvSpPr>
          <p:cNvPr id="12" name="TextBox 11">
            <a:extLst>
              <a:ext uri="{FF2B5EF4-FFF2-40B4-BE49-F238E27FC236}">
                <a16:creationId xmlns:a16="http://schemas.microsoft.com/office/drawing/2014/main" id="{C9D4EC79-8DA5-0047-8F94-EBEBC81F7E61}"/>
              </a:ext>
            </a:extLst>
          </p:cNvPr>
          <p:cNvSpPr txBox="1"/>
          <p:nvPr/>
        </p:nvSpPr>
        <p:spPr>
          <a:xfrm>
            <a:off x="204437" y="2657665"/>
            <a:ext cx="8790877" cy="738664"/>
          </a:xfrm>
          <a:prstGeom prst="rect">
            <a:avLst/>
          </a:prstGeom>
          <a:noFill/>
        </p:spPr>
        <p:txBody>
          <a:bodyPr wrap="square">
            <a:spAutoFit/>
          </a:bodyPr>
          <a:lstStyle/>
          <a:p>
            <a:r>
              <a:rPr lang="en-US" dirty="0"/>
              <a:t>4-How does the growth contribution of each corporation compare to its absolute market share — are small-share companies delivering outsized growth contributions or are the large incumbents driving most incremental volume?</a:t>
            </a:r>
          </a:p>
        </p:txBody>
      </p:sp>
      <p:sp>
        <p:nvSpPr>
          <p:cNvPr id="15" name="TextBox 14">
            <a:extLst>
              <a:ext uri="{FF2B5EF4-FFF2-40B4-BE49-F238E27FC236}">
                <a16:creationId xmlns:a16="http://schemas.microsoft.com/office/drawing/2014/main" id="{6F9DF0E7-5488-C236-6221-4A5515C5D2DD}"/>
              </a:ext>
            </a:extLst>
          </p:cNvPr>
          <p:cNvSpPr txBox="1"/>
          <p:nvPr/>
        </p:nvSpPr>
        <p:spPr>
          <a:xfrm>
            <a:off x="204437" y="3482244"/>
            <a:ext cx="8790876" cy="523220"/>
          </a:xfrm>
          <a:prstGeom prst="rect">
            <a:avLst/>
          </a:prstGeom>
          <a:noFill/>
        </p:spPr>
        <p:txBody>
          <a:bodyPr wrap="square">
            <a:spAutoFit/>
          </a:bodyPr>
          <a:lstStyle/>
          <a:p>
            <a:r>
              <a:rPr lang="en-US" dirty="0"/>
              <a:t>5-Which manufacturer is gaining the fastest growth momentum, and does this growth correlate with a specific dosage form specialization or therapeutic focus area?</a:t>
            </a:r>
          </a:p>
        </p:txBody>
      </p:sp>
    </p:spTree>
    <p:extLst>
      <p:ext uri="{BB962C8B-B14F-4D97-AF65-F5344CB8AC3E}">
        <p14:creationId xmlns:p14="http://schemas.microsoft.com/office/powerpoint/2010/main" val="37913807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F3B06-6296-3E8B-5145-8D19B123E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D7377-43A8-5F1F-1B10-157C66BE4753}"/>
              </a:ext>
            </a:extLst>
          </p:cNvPr>
          <p:cNvSpPr>
            <a:spLocks noGrp="1"/>
          </p:cNvSpPr>
          <p:nvPr>
            <p:ph type="title"/>
          </p:nvPr>
        </p:nvSpPr>
        <p:spPr>
          <a:xfrm>
            <a:off x="723750" y="207133"/>
            <a:ext cx="7696500" cy="572700"/>
          </a:xfrm>
        </p:spPr>
        <p:txBody>
          <a:bodyPr/>
          <a:lstStyle/>
          <a:p>
            <a:r>
              <a:rPr lang="en-US" sz="3200" b="1" dirty="0">
                <a:solidFill>
                  <a:schemeClr val="tx1">
                    <a:lumMod val="90000"/>
                    <a:lumOff val="10000"/>
                  </a:schemeClr>
                </a:solidFill>
                <a:latin typeface="Calibri" panose="020F0502020204030204" pitchFamily="34" charset="0"/>
                <a:ea typeface="Calibri" panose="020F0502020204030204" pitchFamily="34" charset="0"/>
              </a:rPr>
              <a:t>Strategic Decision-Making Questions</a:t>
            </a:r>
            <a:endParaRPr lang="en-US" sz="2400" dirty="0">
              <a:solidFill>
                <a:schemeClr val="tx1">
                  <a:lumMod val="90000"/>
                  <a:lumOff val="10000"/>
                </a:schemeClr>
              </a:solidFill>
              <a:effectLst/>
              <a:latin typeface="Calibri" panose="020F0502020204030204" pitchFamily="34" charset="0"/>
              <a:ea typeface="Calibri" panose="020F0502020204030204" pitchFamily="34" charset="0"/>
            </a:endParaRPr>
          </a:p>
        </p:txBody>
      </p:sp>
      <p:sp>
        <p:nvSpPr>
          <p:cNvPr id="5" name="TextBox 4">
            <a:extLst>
              <a:ext uri="{FF2B5EF4-FFF2-40B4-BE49-F238E27FC236}">
                <a16:creationId xmlns:a16="http://schemas.microsoft.com/office/drawing/2014/main" id="{9A2BFE30-5E70-9064-3AA1-4616B69F12AD}"/>
              </a:ext>
            </a:extLst>
          </p:cNvPr>
          <p:cNvSpPr txBox="1"/>
          <p:nvPr/>
        </p:nvSpPr>
        <p:spPr>
          <a:xfrm>
            <a:off x="111512" y="875961"/>
            <a:ext cx="8913542" cy="523220"/>
          </a:xfrm>
          <a:prstGeom prst="rect">
            <a:avLst/>
          </a:prstGeom>
          <a:noFill/>
        </p:spPr>
        <p:txBody>
          <a:bodyPr wrap="square">
            <a:spAutoFit/>
          </a:bodyPr>
          <a:lstStyle/>
          <a:p>
            <a:r>
              <a:rPr lang="en-US" dirty="0"/>
              <a:t>1-Based on the current 5-year CAGR and market trajectory, which therapeutic classes should be designated as strategic investment priorities for the next planning cycle?</a:t>
            </a:r>
          </a:p>
        </p:txBody>
      </p:sp>
      <p:sp>
        <p:nvSpPr>
          <p:cNvPr id="8" name="TextBox 7">
            <a:extLst>
              <a:ext uri="{FF2B5EF4-FFF2-40B4-BE49-F238E27FC236}">
                <a16:creationId xmlns:a16="http://schemas.microsoft.com/office/drawing/2014/main" id="{C97256C2-CC77-6971-5482-A4B31529E060}"/>
              </a:ext>
            </a:extLst>
          </p:cNvPr>
          <p:cNvSpPr txBox="1"/>
          <p:nvPr/>
        </p:nvSpPr>
        <p:spPr>
          <a:xfrm>
            <a:off x="111512" y="1495309"/>
            <a:ext cx="8913541" cy="523220"/>
          </a:xfrm>
          <a:prstGeom prst="rect">
            <a:avLst/>
          </a:prstGeom>
          <a:noFill/>
        </p:spPr>
        <p:txBody>
          <a:bodyPr wrap="square">
            <a:spAutoFit/>
          </a:bodyPr>
          <a:lstStyle/>
          <a:p>
            <a:r>
              <a:rPr lang="en-US" dirty="0"/>
              <a:t>2-If a corporation is considering geographic expansion, which 3 governorates should it prioritize based on the combination of high population, currently low penetration, and strong ATC-class relevance?</a:t>
            </a:r>
          </a:p>
        </p:txBody>
      </p:sp>
      <p:sp>
        <p:nvSpPr>
          <p:cNvPr id="11" name="TextBox 10">
            <a:extLst>
              <a:ext uri="{FF2B5EF4-FFF2-40B4-BE49-F238E27FC236}">
                <a16:creationId xmlns:a16="http://schemas.microsoft.com/office/drawing/2014/main" id="{60EEE279-A4E4-31C2-BB94-3B2228A25131}"/>
              </a:ext>
            </a:extLst>
          </p:cNvPr>
          <p:cNvSpPr txBox="1"/>
          <p:nvPr/>
        </p:nvSpPr>
        <p:spPr>
          <a:xfrm>
            <a:off x="111511" y="2095161"/>
            <a:ext cx="8913541" cy="523220"/>
          </a:xfrm>
          <a:prstGeom prst="rect">
            <a:avLst/>
          </a:prstGeom>
          <a:noFill/>
        </p:spPr>
        <p:txBody>
          <a:bodyPr wrap="square">
            <a:spAutoFit/>
          </a:bodyPr>
          <a:lstStyle/>
          <a:p>
            <a:r>
              <a:rPr lang="en-US" dirty="0"/>
              <a:t>3-Which manufacturer should a corporation evaluate as a potential strategic partner or acquisition target based on portfolio breadth, dosage form specialization, and growth trajectory?</a:t>
            </a:r>
          </a:p>
        </p:txBody>
      </p:sp>
      <p:sp>
        <p:nvSpPr>
          <p:cNvPr id="14" name="TextBox 13">
            <a:extLst>
              <a:ext uri="{FF2B5EF4-FFF2-40B4-BE49-F238E27FC236}">
                <a16:creationId xmlns:a16="http://schemas.microsoft.com/office/drawing/2014/main" id="{272B5289-C1BD-0F2A-C47F-5449F7355BAE}"/>
              </a:ext>
            </a:extLst>
          </p:cNvPr>
          <p:cNvSpPr txBox="1"/>
          <p:nvPr/>
        </p:nvSpPr>
        <p:spPr>
          <a:xfrm>
            <a:off x="111511" y="2743493"/>
            <a:ext cx="8913540" cy="738664"/>
          </a:xfrm>
          <a:prstGeom prst="rect">
            <a:avLst/>
          </a:prstGeom>
          <a:noFill/>
        </p:spPr>
        <p:txBody>
          <a:bodyPr wrap="square">
            <a:spAutoFit/>
          </a:bodyPr>
          <a:lstStyle/>
          <a:p>
            <a:r>
              <a:rPr lang="en-US" dirty="0"/>
              <a:t>4-For a new product launch in a specific therapeutic class, which existing products represent the primary competitive set, what is the current market leader's share, and what minimum market share threshold is commercially viable?</a:t>
            </a:r>
          </a:p>
        </p:txBody>
      </p:sp>
      <p:sp>
        <p:nvSpPr>
          <p:cNvPr id="17" name="TextBox 16">
            <a:extLst>
              <a:ext uri="{FF2B5EF4-FFF2-40B4-BE49-F238E27FC236}">
                <a16:creationId xmlns:a16="http://schemas.microsoft.com/office/drawing/2014/main" id="{C259E083-9A5F-F965-E874-651E03959209}"/>
              </a:ext>
            </a:extLst>
          </p:cNvPr>
          <p:cNvSpPr txBox="1"/>
          <p:nvPr/>
        </p:nvSpPr>
        <p:spPr>
          <a:xfrm>
            <a:off x="150540" y="3607269"/>
            <a:ext cx="8835481" cy="738664"/>
          </a:xfrm>
          <a:prstGeom prst="rect">
            <a:avLst/>
          </a:prstGeom>
          <a:noFill/>
        </p:spPr>
        <p:txBody>
          <a:bodyPr wrap="square">
            <a:spAutoFit/>
          </a:bodyPr>
          <a:lstStyle/>
          <a:p>
            <a:r>
              <a:rPr lang="en-US" dirty="0"/>
              <a:t>5-Considering the current distribution of products across lifecycle stages (Introduction, Growth, Maturity, Decline), what is the projected revenue sustainability of the market over the next 3-5 years without new product launches?</a:t>
            </a:r>
          </a:p>
        </p:txBody>
      </p:sp>
      <p:sp>
        <p:nvSpPr>
          <p:cNvPr id="19" name="TextBox 18">
            <a:extLst>
              <a:ext uri="{FF2B5EF4-FFF2-40B4-BE49-F238E27FC236}">
                <a16:creationId xmlns:a16="http://schemas.microsoft.com/office/drawing/2014/main" id="{B951F87E-D4B5-2A16-FF2D-09A4DF51D634}"/>
              </a:ext>
            </a:extLst>
          </p:cNvPr>
          <p:cNvSpPr txBox="1"/>
          <p:nvPr/>
        </p:nvSpPr>
        <p:spPr>
          <a:xfrm>
            <a:off x="111511" y="4413147"/>
            <a:ext cx="8835481" cy="523220"/>
          </a:xfrm>
          <a:prstGeom prst="rect">
            <a:avLst/>
          </a:prstGeom>
          <a:noFill/>
        </p:spPr>
        <p:txBody>
          <a:bodyPr wrap="square">
            <a:spAutoFit/>
          </a:bodyPr>
          <a:lstStyle/>
          <a:p>
            <a:r>
              <a:rPr lang="en-US" dirty="0"/>
              <a:t>6-Given the identified underperforming corporation and its specific product weaknesses, what defensive commercial actions should market-leading competitors prioritize to consolidate and expand their advantage?</a:t>
            </a:r>
          </a:p>
        </p:txBody>
      </p:sp>
    </p:spTree>
    <p:extLst>
      <p:ext uri="{BB962C8B-B14F-4D97-AF65-F5344CB8AC3E}">
        <p14:creationId xmlns:p14="http://schemas.microsoft.com/office/powerpoint/2010/main" val="2323781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pic>
        <p:nvPicPr>
          <p:cNvPr id="942" name="Google Shape;942;p43" title="Chart">
            <a:hlinkClick r:id="rId3"/>
          </p:cNvPr>
          <p:cNvPicPr preferRelativeResize="0"/>
          <p:nvPr/>
        </p:nvPicPr>
        <p:blipFill>
          <a:blip r:embed="rId4">
            <a:alphaModFix/>
          </a:blip>
          <a:stretch>
            <a:fillRect/>
          </a:stretch>
        </p:blipFill>
        <p:spPr>
          <a:xfrm>
            <a:off x="2913075" y="1053900"/>
            <a:ext cx="3310013" cy="3168907"/>
          </a:xfrm>
          <a:prstGeom prst="rect">
            <a:avLst/>
          </a:prstGeom>
          <a:noFill/>
          <a:ln>
            <a:noFill/>
          </a:ln>
        </p:spPr>
      </p:pic>
      <p:grpSp>
        <p:nvGrpSpPr>
          <p:cNvPr id="943" name="Google Shape;943;p43"/>
          <p:cNvGrpSpPr/>
          <p:nvPr/>
        </p:nvGrpSpPr>
        <p:grpSpPr>
          <a:xfrm rot="1448532">
            <a:off x="4064372" y="2102722"/>
            <a:ext cx="1040319" cy="997898"/>
            <a:chOff x="8333200" y="4311242"/>
            <a:chExt cx="772500" cy="741000"/>
          </a:xfrm>
        </p:grpSpPr>
        <p:sp>
          <p:nvSpPr>
            <p:cNvPr id="944" name="Google Shape;944;p43"/>
            <p:cNvSpPr/>
            <p:nvPr/>
          </p:nvSpPr>
          <p:spPr>
            <a:xfrm rot="-1469185">
              <a:off x="8417986" y="4411897"/>
              <a:ext cx="602928" cy="539690"/>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5" name="Google Shape;945;p43"/>
            <p:cNvGrpSpPr/>
            <p:nvPr/>
          </p:nvGrpSpPr>
          <p:grpSpPr>
            <a:xfrm rot="-2700000">
              <a:off x="8493571" y="4517877"/>
              <a:ext cx="470593" cy="335232"/>
              <a:chOff x="393289" y="3285780"/>
              <a:chExt cx="470598" cy="335235"/>
            </a:xfrm>
          </p:grpSpPr>
          <p:sp>
            <p:nvSpPr>
              <p:cNvPr id="946" name="Google Shape;946;p43"/>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43"/>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43"/>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9" name="Google Shape;949;p43"/>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Market Channel Distribution</a:t>
            </a:r>
            <a:endParaRPr/>
          </a:p>
        </p:txBody>
      </p:sp>
      <p:sp>
        <p:nvSpPr>
          <p:cNvPr id="950" name="Google Shape;950;p43"/>
          <p:cNvSpPr txBox="1"/>
          <p:nvPr/>
        </p:nvSpPr>
        <p:spPr>
          <a:xfrm>
            <a:off x="685800" y="869975"/>
            <a:ext cx="1208700" cy="71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3000">
                <a:solidFill>
                  <a:schemeClr val="accent5"/>
                </a:solidFill>
                <a:latin typeface="Archivo Black"/>
                <a:ea typeface="Archivo Black"/>
                <a:cs typeface="Archivo Black"/>
                <a:sym typeface="Archivo Black"/>
              </a:rPr>
              <a:t>15%</a:t>
            </a:r>
            <a:endParaRPr sz="3000">
              <a:solidFill>
                <a:schemeClr val="accent5"/>
              </a:solidFill>
              <a:latin typeface="Archivo Black"/>
              <a:ea typeface="Archivo Black"/>
              <a:cs typeface="Archivo Black"/>
              <a:sym typeface="Archivo Black"/>
            </a:endParaRPr>
          </a:p>
        </p:txBody>
      </p:sp>
      <p:sp>
        <p:nvSpPr>
          <p:cNvPr id="951" name="Google Shape;951;p43"/>
          <p:cNvSpPr txBox="1"/>
          <p:nvPr/>
        </p:nvSpPr>
        <p:spPr>
          <a:xfrm>
            <a:off x="685815" y="1783088"/>
            <a:ext cx="2034900" cy="60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a:solidFill>
                  <a:schemeClr val="dk1"/>
                </a:solidFill>
                <a:latin typeface="Karla"/>
                <a:ea typeface="Karla"/>
                <a:cs typeface="Karla"/>
                <a:sym typeface="Karla"/>
              </a:rPr>
              <a:t>Pharmacies (retail) — primary OTC and prescription sales channel</a:t>
            </a:r>
            <a:endParaRPr>
              <a:solidFill>
                <a:schemeClr val="dk1"/>
              </a:solidFill>
              <a:latin typeface="Karla"/>
              <a:ea typeface="Karla"/>
              <a:cs typeface="Karla"/>
              <a:sym typeface="Karla"/>
            </a:endParaRPr>
          </a:p>
        </p:txBody>
      </p:sp>
      <p:sp>
        <p:nvSpPr>
          <p:cNvPr id="952" name="Google Shape;952;p43"/>
          <p:cNvSpPr txBox="1"/>
          <p:nvPr/>
        </p:nvSpPr>
        <p:spPr>
          <a:xfrm>
            <a:off x="685800" y="2621372"/>
            <a:ext cx="1208700" cy="69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sz="3000">
                <a:solidFill>
                  <a:schemeClr val="accent6"/>
                </a:solidFill>
                <a:latin typeface="Archivo Black"/>
                <a:ea typeface="Archivo Black"/>
                <a:cs typeface="Archivo Black"/>
                <a:sym typeface="Archivo Black"/>
              </a:rPr>
              <a:t>20%</a:t>
            </a:r>
            <a:endParaRPr sz="3000">
              <a:solidFill>
                <a:schemeClr val="accent6"/>
              </a:solidFill>
              <a:latin typeface="Archivo Black"/>
              <a:ea typeface="Archivo Black"/>
              <a:cs typeface="Archivo Black"/>
              <a:sym typeface="Archivo Black"/>
            </a:endParaRPr>
          </a:p>
        </p:txBody>
      </p:sp>
      <p:sp>
        <p:nvSpPr>
          <p:cNvPr id="953" name="Google Shape;953;p43"/>
          <p:cNvSpPr txBox="1"/>
          <p:nvPr/>
        </p:nvSpPr>
        <p:spPr>
          <a:xfrm>
            <a:off x="685801" y="3528088"/>
            <a:ext cx="2034900" cy="60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
                <a:solidFill>
                  <a:schemeClr val="dk1"/>
                </a:solidFill>
                <a:latin typeface="Karla"/>
                <a:ea typeface="Karla"/>
                <a:cs typeface="Karla"/>
                <a:sym typeface="Karla"/>
              </a:rPr>
              <a:t>Hospital Stores — institutional and in-patient prescription dispensing</a:t>
            </a:r>
            <a:endParaRPr>
              <a:solidFill>
                <a:schemeClr val="dk1"/>
              </a:solidFill>
              <a:latin typeface="Karla"/>
              <a:ea typeface="Karla"/>
              <a:cs typeface="Karla"/>
              <a:sym typeface="Karla"/>
            </a:endParaRPr>
          </a:p>
        </p:txBody>
      </p:sp>
      <p:sp>
        <p:nvSpPr>
          <p:cNvPr id="954" name="Google Shape;954;p43"/>
          <p:cNvSpPr txBox="1"/>
          <p:nvPr/>
        </p:nvSpPr>
        <p:spPr>
          <a:xfrm>
            <a:off x="7249500" y="854250"/>
            <a:ext cx="1208700" cy="712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200"/>
              </a:spcAft>
              <a:buNone/>
            </a:pPr>
            <a:r>
              <a:rPr lang="en" sz="3000">
                <a:solidFill>
                  <a:schemeClr val="lt2"/>
                </a:solidFill>
                <a:latin typeface="Archivo Black"/>
                <a:ea typeface="Archivo Black"/>
                <a:cs typeface="Archivo Black"/>
                <a:sym typeface="Archivo Black"/>
              </a:rPr>
              <a:t>30%</a:t>
            </a:r>
            <a:endParaRPr sz="3000">
              <a:solidFill>
                <a:schemeClr val="lt2"/>
              </a:solidFill>
              <a:latin typeface="Archivo Black"/>
              <a:ea typeface="Archivo Black"/>
              <a:cs typeface="Archivo Black"/>
              <a:sym typeface="Archivo Black"/>
            </a:endParaRPr>
          </a:p>
        </p:txBody>
      </p:sp>
      <p:sp>
        <p:nvSpPr>
          <p:cNvPr id="955" name="Google Shape;955;p43"/>
          <p:cNvSpPr txBox="1"/>
          <p:nvPr/>
        </p:nvSpPr>
        <p:spPr>
          <a:xfrm>
            <a:off x="6456163" y="1767363"/>
            <a:ext cx="2001900" cy="600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200"/>
              </a:spcAft>
              <a:buNone/>
            </a:pPr>
            <a:r>
              <a:rPr lang="en">
                <a:solidFill>
                  <a:schemeClr val="dk1"/>
                </a:solidFill>
                <a:latin typeface="Karla"/>
                <a:ea typeface="Karla"/>
                <a:cs typeface="Karla"/>
                <a:sym typeface="Karla"/>
              </a:rPr>
              <a:t>Generic Products — unbranded molecules competing on price in ATC4 segments</a:t>
            </a:r>
            <a:endParaRPr>
              <a:solidFill>
                <a:schemeClr val="dk1"/>
              </a:solidFill>
              <a:latin typeface="Karla"/>
              <a:ea typeface="Karla"/>
              <a:cs typeface="Karla"/>
              <a:sym typeface="Karla"/>
            </a:endParaRPr>
          </a:p>
        </p:txBody>
      </p:sp>
      <p:sp>
        <p:nvSpPr>
          <p:cNvPr id="956" name="Google Shape;956;p43"/>
          <p:cNvSpPr txBox="1"/>
          <p:nvPr/>
        </p:nvSpPr>
        <p:spPr>
          <a:xfrm>
            <a:off x="7249500" y="2599225"/>
            <a:ext cx="1208700" cy="690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200"/>
              </a:spcAft>
              <a:buNone/>
            </a:pPr>
            <a:r>
              <a:rPr lang="en" sz="3000">
                <a:solidFill>
                  <a:schemeClr val="accent2"/>
                </a:solidFill>
                <a:latin typeface="Archivo Black"/>
                <a:ea typeface="Archivo Black"/>
                <a:cs typeface="Archivo Black"/>
                <a:sym typeface="Archivo Black"/>
              </a:rPr>
              <a:t>35%</a:t>
            </a:r>
            <a:endParaRPr sz="3000">
              <a:solidFill>
                <a:schemeClr val="accent2"/>
              </a:solidFill>
              <a:latin typeface="Archivo Black"/>
              <a:ea typeface="Archivo Black"/>
              <a:cs typeface="Archivo Black"/>
              <a:sym typeface="Archivo Black"/>
            </a:endParaRPr>
          </a:p>
        </p:txBody>
      </p:sp>
      <p:sp>
        <p:nvSpPr>
          <p:cNvPr id="957" name="Google Shape;957;p43"/>
          <p:cNvSpPr txBox="1"/>
          <p:nvPr/>
        </p:nvSpPr>
        <p:spPr>
          <a:xfrm>
            <a:off x="6456150" y="3512338"/>
            <a:ext cx="2001900" cy="600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200"/>
              </a:spcAft>
              <a:buNone/>
            </a:pPr>
            <a:r>
              <a:rPr lang="en">
                <a:solidFill>
                  <a:schemeClr val="dk1"/>
                </a:solidFill>
                <a:latin typeface="Karla"/>
                <a:ea typeface="Karla"/>
                <a:cs typeface="Karla"/>
                <a:sym typeface="Karla"/>
              </a:rPr>
              <a:t>Innovator Brands — originator products with premium pricing and patent protection</a:t>
            </a:r>
            <a:endParaRPr>
              <a:solidFill>
                <a:schemeClr val="dk1"/>
              </a:solidFill>
              <a:latin typeface="Karla"/>
              <a:ea typeface="Karla"/>
              <a:cs typeface="Karla"/>
              <a:sym typeface="Karla"/>
            </a:endParaRPr>
          </a:p>
        </p:txBody>
      </p:sp>
      <p:sp>
        <p:nvSpPr>
          <p:cNvPr id="959" name="Google Shape;959;p43"/>
          <p:cNvSpPr txBox="1">
            <a:spLocks noGrp="1"/>
          </p:cNvSpPr>
          <p:nvPr>
            <p:ph type="subTitle" idx="4294967295"/>
          </p:nvPr>
        </p:nvSpPr>
        <p:spPr>
          <a:xfrm flipH="1">
            <a:off x="692813" y="1395563"/>
            <a:ext cx="1995000" cy="486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a:latin typeface="Archivo Black"/>
                <a:ea typeface="Archivo Black"/>
                <a:cs typeface="Archivo Black"/>
                <a:sym typeface="Archivo Black"/>
              </a:rPr>
              <a:t>Pharmacies</a:t>
            </a:r>
            <a:endParaRPr sz="2000">
              <a:latin typeface="Archivo Black"/>
              <a:ea typeface="Archivo Black"/>
              <a:cs typeface="Archivo Black"/>
              <a:sym typeface="Archivo Black"/>
            </a:endParaRPr>
          </a:p>
        </p:txBody>
      </p:sp>
      <p:sp>
        <p:nvSpPr>
          <p:cNvPr id="960" name="Google Shape;960;p43"/>
          <p:cNvSpPr txBox="1">
            <a:spLocks noGrp="1"/>
          </p:cNvSpPr>
          <p:nvPr>
            <p:ph type="subTitle" idx="4294967295"/>
          </p:nvPr>
        </p:nvSpPr>
        <p:spPr>
          <a:xfrm flipH="1">
            <a:off x="692813" y="3126900"/>
            <a:ext cx="1995000" cy="486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a:latin typeface="Archivo Black"/>
                <a:ea typeface="Archivo Black"/>
                <a:cs typeface="Archivo Black"/>
                <a:sym typeface="Archivo Black"/>
              </a:rPr>
              <a:t>Stores</a:t>
            </a:r>
            <a:endParaRPr sz="2000">
              <a:latin typeface="Archivo Black"/>
              <a:ea typeface="Archivo Black"/>
              <a:cs typeface="Archivo Black"/>
              <a:sym typeface="Archivo Black"/>
            </a:endParaRPr>
          </a:p>
        </p:txBody>
      </p:sp>
      <p:sp>
        <p:nvSpPr>
          <p:cNvPr id="961" name="Google Shape;961;p43"/>
          <p:cNvSpPr txBox="1">
            <a:spLocks noGrp="1"/>
          </p:cNvSpPr>
          <p:nvPr>
            <p:ph type="subTitle" idx="4294967295"/>
          </p:nvPr>
        </p:nvSpPr>
        <p:spPr>
          <a:xfrm flipH="1">
            <a:off x="6448313" y="1395563"/>
            <a:ext cx="1995000" cy="4869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None/>
            </a:pPr>
            <a:r>
              <a:rPr lang="en" sz="2000">
                <a:latin typeface="Archivo Black"/>
                <a:ea typeface="Archivo Black"/>
                <a:cs typeface="Archivo Black"/>
                <a:sym typeface="Archivo Black"/>
              </a:rPr>
              <a:t>Generics</a:t>
            </a:r>
            <a:endParaRPr sz="2000">
              <a:latin typeface="Archivo Black"/>
              <a:ea typeface="Archivo Black"/>
              <a:cs typeface="Archivo Black"/>
              <a:sym typeface="Archivo Black"/>
            </a:endParaRPr>
          </a:p>
        </p:txBody>
      </p:sp>
      <p:sp>
        <p:nvSpPr>
          <p:cNvPr id="962" name="Google Shape;962;p43"/>
          <p:cNvSpPr txBox="1">
            <a:spLocks noGrp="1"/>
          </p:cNvSpPr>
          <p:nvPr>
            <p:ph type="subTitle" idx="4294967295"/>
          </p:nvPr>
        </p:nvSpPr>
        <p:spPr>
          <a:xfrm flipH="1">
            <a:off x="6448313" y="3126900"/>
            <a:ext cx="1995000" cy="4869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None/>
            </a:pPr>
            <a:r>
              <a:rPr lang="en" sz="2000">
                <a:latin typeface="Archivo Black"/>
                <a:ea typeface="Archivo Black"/>
                <a:cs typeface="Archivo Black"/>
                <a:sym typeface="Archivo Black"/>
              </a:rPr>
              <a:t>Innovators</a:t>
            </a:r>
            <a:endParaRPr sz="2000">
              <a:latin typeface="Archivo Black"/>
              <a:ea typeface="Archivo Black"/>
              <a:cs typeface="Archivo Black"/>
              <a:sym typeface="Archivo Black"/>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34"/>
        <p:cNvGrpSpPr/>
        <p:nvPr/>
      </p:nvGrpSpPr>
      <p:grpSpPr>
        <a:xfrm>
          <a:off x="0" y="0"/>
          <a:ext cx="0" cy="0"/>
          <a:chOff x="0" y="0"/>
          <a:chExt cx="0" cy="0"/>
        </a:xfrm>
      </p:grpSpPr>
      <p:sp>
        <p:nvSpPr>
          <p:cNvPr id="2435" name="Google Shape;2435;p60"/>
          <p:cNvSpPr txBox="1">
            <a:spLocks noGrp="1"/>
          </p:cNvSpPr>
          <p:nvPr>
            <p:ph type="title"/>
          </p:nvPr>
        </p:nvSpPr>
        <p:spPr>
          <a:xfrm>
            <a:off x="298443" y="2364348"/>
            <a:ext cx="7752600" cy="572700"/>
          </a:xfrm>
          <a:prstGeom prst="rect">
            <a:avLst/>
          </a:prstGeom>
        </p:spPr>
        <p:txBody>
          <a:bodyPr spcFirstLastPara="1" wrap="square" lIns="91425" tIns="91425" rIns="91425" bIns="91425" anchor="t" anchorCtr="0">
            <a:noAutofit/>
          </a:bodyPr>
          <a:lstStyle/>
          <a:p>
            <a:pPr marL="0" marR="0" lvl="0" indent="0" defTabSz="914400" rtl="0" eaLnBrk="1" fontAlgn="auto" latinLnBrk="0" hangingPunct="1">
              <a:lnSpc>
                <a:spcPct val="100000"/>
              </a:lnSpc>
              <a:spcBef>
                <a:spcPts val="0"/>
              </a:spcBef>
              <a:spcAft>
                <a:spcPts val="0"/>
              </a:spcAft>
              <a:buClr>
                <a:srgbClr val="151F29"/>
              </a:buClr>
              <a:buSzPts val="1800"/>
              <a:buFont typeface="Archivo Black"/>
              <a:buNone/>
              <a:tabLst/>
              <a:defRPr/>
            </a:pPr>
            <a:r>
              <a:rPr kumimoji="0" lang="en-US" sz="2800" b="0" i="0" u="none" strike="noStrike" kern="0" cap="none" spc="0" normalizeH="0" baseline="0" noProof="0" dirty="0">
                <a:ln>
                  <a:noFill/>
                </a:ln>
                <a:solidFill>
                  <a:srgbClr val="151F29"/>
                </a:solidFill>
                <a:effectLst/>
                <a:uLnTx/>
                <a:uFillTx/>
                <a:latin typeface="Archivo Black"/>
                <a:sym typeface="Archivo Black"/>
              </a:rPr>
              <a:t>Data Cleaning</a:t>
            </a:r>
          </a:p>
        </p:txBody>
      </p:sp>
      <p:grpSp>
        <p:nvGrpSpPr>
          <p:cNvPr id="2438" name="Google Shape;2438;p60"/>
          <p:cNvGrpSpPr/>
          <p:nvPr/>
        </p:nvGrpSpPr>
        <p:grpSpPr>
          <a:xfrm>
            <a:off x="5430948" y="1484877"/>
            <a:ext cx="2254591" cy="3495478"/>
            <a:chOff x="5430948" y="1484877"/>
            <a:chExt cx="2254591" cy="3495478"/>
          </a:xfrm>
        </p:grpSpPr>
        <p:sp>
          <p:nvSpPr>
            <p:cNvPr id="2439" name="Google Shape;2439;p60"/>
            <p:cNvSpPr/>
            <p:nvPr/>
          </p:nvSpPr>
          <p:spPr>
            <a:xfrm flipH="1">
              <a:off x="5430948" y="1618423"/>
              <a:ext cx="1372218" cy="3361932"/>
            </a:xfrm>
            <a:custGeom>
              <a:avLst/>
              <a:gdLst/>
              <a:ahLst/>
              <a:cxnLst/>
              <a:rect l="l" t="t" r="r" b="b"/>
              <a:pathLst>
                <a:path w="12875" h="31543" extrusionOk="0">
                  <a:moveTo>
                    <a:pt x="275" y="1"/>
                  </a:moveTo>
                  <a:lnTo>
                    <a:pt x="0" y="31542"/>
                  </a:lnTo>
                  <a:lnTo>
                    <a:pt x="12874" y="31297"/>
                  </a:lnTo>
                  <a:lnTo>
                    <a:pt x="12874" y="449"/>
                  </a:lnTo>
                  <a:lnTo>
                    <a:pt x="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60"/>
            <p:cNvSpPr/>
            <p:nvPr/>
          </p:nvSpPr>
          <p:spPr>
            <a:xfrm flipH="1">
              <a:off x="6079274" y="2195879"/>
              <a:ext cx="649925" cy="486762"/>
            </a:xfrm>
            <a:custGeom>
              <a:avLst/>
              <a:gdLst/>
              <a:ahLst/>
              <a:cxnLst/>
              <a:rect l="l" t="t" r="r" b="b"/>
              <a:pathLst>
                <a:path w="6098" h="4567" extrusionOk="0">
                  <a:moveTo>
                    <a:pt x="0" y="1"/>
                  </a:moveTo>
                  <a:lnTo>
                    <a:pt x="0" y="4567"/>
                  </a:lnTo>
                  <a:lnTo>
                    <a:pt x="6097" y="4567"/>
                  </a:lnTo>
                  <a:lnTo>
                    <a:pt x="6097" y="218"/>
                  </a:lnTo>
                  <a:lnTo>
                    <a:pt x="0"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60"/>
            <p:cNvSpPr/>
            <p:nvPr/>
          </p:nvSpPr>
          <p:spPr>
            <a:xfrm flipH="1">
              <a:off x="6387290" y="2751806"/>
              <a:ext cx="506788" cy="34000"/>
            </a:xfrm>
            <a:custGeom>
              <a:avLst/>
              <a:gdLst/>
              <a:ahLst/>
              <a:cxnLst/>
              <a:rect l="l" t="t" r="r" b="b"/>
              <a:pathLst>
                <a:path w="4755" h="319" extrusionOk="0">
                  <a:moveTo>
                    <a:pt x="1" y="1"/>
                  </a:moveTo>
                  <a:lnTo>
                    <a:pt x="1" y="203"/>
                  </a:lnTo>
                  <a:lnTo>
                    <a:pt x="4755" y="319"/>
                  </a:lnTo>
                  <a:lnTo>
                    <a:pt x="4755" y="145"/>
                  </a:lnTo>
                  <a:lnTo>
                    <a:pt x="1"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60"/>
            <p:cNvSpPr/>
            <p:nvPr/>
          </p:nvSpPr>
          <p:spPr>
            <a:xfrm flipH="1">
              <a:off x="5430950" y="1646134"/>
              <a:ext cx="613048" cy="3314183"/>
            </a:xfrm>
            <a:custGeom>
              <a:avLst/>
              <a:gdLst/>
              <a:ahLst/>
              <a:cxnLst/>
              <a:rect l="l" t="t" r="r" b="b"/>
              <a:pathLst>
                <a:path w="5752" h="31095" extrusionOk="0">
                  <a:moveTo>
                    <a:pt x="102" y="1"/>
                  </a:moveTo>
                  <a:lnTo>
                    <a:pt x="1" y="31094"/>
                  </a:lnTo>
                  <a:lnTo>
                    <a:pt x="5751" y="31037"/>
                  </a:lnTo>
                  <a:lnTo>
                    <a:pt x="5751" y="189"/>
                  </a:lnTo>
                  <a:lnTo>
                    <a:pt x="10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60"/>
            <p:cNvSpPr/>
            <p:nvPr/>
          </p:nvSpPr>
          <p:spPr>
            <a:xfrm flipH="1">
              <a:off x="6079274" y="1663080"/>
              <a:ext cx="649925" cy="485270"/>
            </a:xfrm>
            <a:custGeom>
              <a:avLst/>
              <a:gdLst/>
              <a:ahLst/>
              <a:cxnLst/>
              <a:rect l="l" t="t" r="r" b="b"/>
              <a:pathLst>
                <a:path w="6098" h="4553" extrusionOk="0">
                  <a:moveTo>
                    <a:pt x="0" y="1"/>
                  </a:moveTo>
                  <a:lnTo>
                    <a:pt x="0" y="4552"/>
                  </a:lnTo>
                  <a:lnTo>
                    <a:pt x="6097" y="4552"/>
                  </a:lnTo>
                  <a:lnTo>
                    <a:pt x="6097" y="217"/>
                  </a:lnTo>
                  <a:lnTo>
                    <a:pt x="0"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60"/>
            <p:cNvSpPr/>
            <p:nvPr/>
          </p:nvSpPr>
          <p:spPr>
            <a:xfrm flipH="1">
              <a:off x="6305651" y="1789379"/>
              <a:ext cx="200264" cy="77059"/>
            </a:xfrm>
            <a:custGeom>
              <a:avLst/>
              <a:gdLst/>
              <a:ahLst/>
              <a:cxnLst/>
              <a:rect l="l" t="t" r="r" b="b"/>
              <a:pathLst>
                <a:path w="1879" h="723" extrusionOk="0">
                  <a:moveTo>
                    <a:pt x="1878" y="0"/>
                  </a:moveTo>
                  <a:lnTo>
                    <a:pt x="0" y="58"/>
                  </a:lnTo>
                  <a:lnTo>
                    <a:pt x="0" y="723"/>
                  </a:lnTo>
                  <a:lnTo>
                    <a:pt x="1878" y="723"/>
                  </a:lnTo>
                  <a:lnTo>
                    <a:pt x="1878"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60"/>
            <p:cNvSpPr/>
            <p:nvPr/>
          </p:nvSpPr>
          <p:spPr>
            <a:xfrm flipH="1">
              <a:off x="6299469" y="1927934"/>
              <a:ext cx="206445" cy="29417"/>
            </a:xfrm>
            <a:custGeom>
              <a:avLst/>
              <a:gdLst/>
              <a:ahLst/>
              <a:cxnLst/>
              <a:rect l="l" t="t" r="r" b="b"/>
              <a:pathLst>
                <a:path w="1937" h="276" extrusionOk="0">
                  <a:moveTo>
                    <a:pt x="0" y="1"/>
                  </a:moveTo>
                  <a:lnTo>
                    <a:pt x="0" y="275"/>
                  </a:lnTo>
                  <a:lnTo>
                    <a:pt x="1936" y="275"/>
                  </a:lnTo>
                  <a:lnTo>
                    <a:pt x="1936"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60"/>
            <p:cNvSpPr/>
            <p:nvPr/>
          </p:nvSpPr>
          <p:spPr>
            <a:xfrm flipH="1">
              <a:off x="6305651" y="2323776"/>
              <a:ext cx="200264" cy="78658"/>
            </a:xfrm>
            <a:custGeom>
              <a:avLst/>
              <a:gdLst/>
              <a:ahLst/>
              <a:cxnLst/>
              <a:rect l="l" t="t" r="r" b="b"/>
              <a:pathLst>
                <a:path w="1879" h="738" extrusionOk="0">
                  <a:moveTo>
                    <a:pt x="1878" y="0"/>
                  </a:moveTo>
                  <a:lnTo>
                    <a:pt x="0" y="72"/>
                  </a:lnTo>
                  <a:lnTo>
                    <a:pt x="0" y="737"/>
                  </a:lnTo>
                  <a:lnTo>
                    <a:pt x="1878" y="737"/>
                  </a:lnTo>
                  <a:lnTo>
                    <a:pt x="1878"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60"/>
            <p:cNvSpPr/>
            <p:nvPr/>
          </p:nvSpPr>
          <p:spPr>
            <a:xfrm flipH="1">
              <a:off x="6299469" y="2462332"/>
              <a:ext cx="206445" cy="27818"/>
            </a:xfrm>
            <a:custGeom>
              <a:avLst/>
              <a:gdLst/>
              <a:ahLst/>
              <a:cxnLst/>
              <a:rect l="l" t="t" r="r" b="b"/>
              <a:pathLst>
                <a:path w="1937" h="261" extrusionOk="0">
                  <a:moveTo>
                    <a:pt x="0" y="1"/>
                  </a:moveTo>
                  <a:lnTo>
                    <a:pt x="0" y="261"/>
                  </a:lnTo>
                  <a:lnTo>
                    <a:pt x="1936" y="261"/>
                  </a:lnTo>
                  <a:lnTo>
                    <a:pt x="1936" y="1"/>
                  </a:lnTo>
                  <a:close/>
                </a:path>
              </a:pathLst>
            </a:custGeom>
            <a:solidFill>
              <a:srgbClr val="8F8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60"/>
            <p:cNvSpPr/>
            <p:nvPr/>
          </p:nvSpPr>
          <p:spPr>
            <a:xfrm flipH="1">
              <a:off x="6079274" y="3366245"/>
              <a:ext cx="649925" cy="486762"/>
            </a:xfrm>
            <a:custGeom>
              <a:avLst/>
              <a:gdLst/>
              <a:ahLst/>
              <a:cxnLst/>
              <a:rect l="l" t="t" r="r" b="b"/>
              <a:pathLst>
                <a:path w="6098" h="4567" extrusionOk="0">
                  <a:moveTo>
                    <a:pt x="0" y="1"/>
                  </a:moveTo>
                  <a:lnTo>
                    <a:pt x="0" y="4567"/>
                  </a:lnTo>
                  <a:lnTo>
                    <a:pt x="6097" y="4567"/>
                  </a:lnTo>
                  <a:lnTo>
                    <a:pt x="6097" y="218"/>
                  </a:lnTo>
                  <a:lnTo>
                    <a:pt x="0"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60"/>
            <p:cNvSpPr/>
            <p:nvPr/>
          </p:nvSpPr>
          <p:spPr>
            <a:xfrm flipH="1">
              <a:off x="6305651" y="3494142"/>
              <a:ext cx="200264" cy="78658"/>
            </a:xfrm>
            <a:custGeom>
              <a:avLst/>
              <a:gdLst/>
              <a:ahLst/>
              <a:cxnLst/>
              <a:rect l="l" t="t" r="r" b="b"/>
              <a:pathLst>
                <a:path w="1879" h="738" extrusionOk="0">
                  <a:moveTo>
                    <a:pt x="1878" y="0"/>
                  </a:moveTo>
                  <a:lnTo>
                    <a:pt x="0" y="72"/>
                  </a:lnTo>
                  <a:lnTo>
                    <a:pt x="0" y="737"/>
                  </a:lnTo>
                  <a:lnTo>
                    <a:pt x="1878" y="737"/>
                  </a:lnTo>
                  <a:lnTo>
                    <a:pt x="1878"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60"/>
            <p:cNvSpPr/>
            <p:nvPr/>
          </p:nvSpPr>
          <p:spPr>
            <a:xfrm flipH="1">
              <a:off x="6299469" y="3631206"/>
              <a:ext cx="206445" cy="29310"/>
            </a:xfrm>
            <a:custGeom>
              <a:avLst/>
              <a:gdLst/>
              <a:ahLst/>
              <a:cxnLst/>
              <a:rect l="l" t="t" r="r" b="b"/>
              <a:pathLst>
                <a:path w="1937" h="275" extrusionOk="0">
                  <a:moveTo>
                    <a:pt x="0" y="0"/>
                  </a:moveTo>
                  <a:lnTo>
                    <a:pt x="0" y="275"/>
                  </a:lnTo>
                  <a:lnTo>
                    <a:pt x="1936" y="275"/>
                  </a:lnTo>
                  <a:lnTo>
                    <a:pt x="1936"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60"/>
            <p:cNvSpPr/>
            <p:nvPr/>
          </p:nvSpPr>
          <p:spPr>
            <a:xfrm flipH="1">
              <a:off x="6079274" y="3914498"/>
              <a:ext cx="649925" cy="488254"/>
            </a:xfrm>
            <a:custGeom>
              <a:avLst/>
              <a:gdLst/>
              <a:ahLst/>
              <a:cxnLst/>
              <a:rect l="l" t="t" r="r" b="b"/>
              <a:pathLst>
                <a:path w="6098" h="4581" extrusionOk="0">
                  <a:moveTo>
                    <a:pt x="0" y="1"/>
                  </a:moveTo>
                  <a:lnTo>
                    <a:pt x="0" y="4581"/>
                  </a:lnTo>
                  <a:lnTo>
                    <a:pt x="6097" y="4581"/>
                  </a:lnTo>
                  <a:lnTo>
                    <a:pt x="6097" y="217"/>
                  </a:lnTo>
                  <a:lnTo>
                    <a:pt x="0"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60"/>
            <p:cNvSpPr/>
            <p:nvPr/>
          </p:nvSpPr>
          <p:spPr>
            <a:xfrm flipH="1">
              <a:off x="6305651" y="4042289"/>
              <a:ext cx="200264" cy="78658"/>
            </a:xfrm>
            <a:custGeom>
              <a:avLst/>
              <a:gdLst/>
              <a:ahLst/>
              <a:cxnLst/>
              <a:rect l="l" t="t" r="r" b="b"/>
              <a:pathLst>
                <a:path w="1879" h="738" extrusionOk="0">
                  <a:moveTo>
                    <a:pt x="1878" y="1"/>
                  </a:moveTo>
                  <a:lnTo>
                    <a:pt x="0" y="59"/>
                  </a:lnTo>
                  <a:lnTo>
                    <a:pt x="0" y="738"/>
                  </a:lnTo>
                  <a:lnTo>
                    <a:pt x="1878" y="738"/>
                  </a:lnTo>
                  <a:lnTo>
                    <a:pt x="1878"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60"/>
            <p:cNvSpPr/>
            <p:nvPr/>
          </p:nvSpPr>
          <p:spPr>
            <a:xfrm flipH="1">
              <a:off x="6299469" y="4180951"/>
              <a:ext cx="206445" cy="27818"/>
            </a:xfrm>
            <a:custGeom>
              <a:avLst/>
              <a:gdLst/>
              <a:ahLst/>
              <a:cxnLst/>
              <a:rect l="l" t="t" r="r" b="b"/>
              <a:pathLst>
                <a:path w="1937" h="261" extrusionOk="0">
                  <a:moveTo>
                    <a:pt x="0" y="0"/>
                  </a:moveTo>
                  <a:lnTo>
                    <a:pt x="0" y="260"/>
                  </a:lnTo>
                  <a:lnTo>
                    <a:pt x="1936" y="260"/>
                  </a:lnTo>
                  <a:lnTo>
                    <a:pt x="1936"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60"/>
            <p:cNvSpPr/>
            <p:nvPr/>
          </p:nvSpPr>
          <p:spPr>
            <a:xfrm flipH="1">
              <a:off x="6079274" y="4451986"/>
              <a:ext cx="649925" cy="485164"/>
            </a:xfrm>
            <a:custGeom>
              <a:avLst/>
              <a:gdLst/>
              <a:ahLst/>
              <a:cxnLst/>
              <a:rect l="l" t="t" r="r" b="b"/>
              <a:pathLst>
                <a:path w="6098" h="4552" extrusionOk="0">
                  <a:moveTo>
                    <a:pt x="0" y="0"/>
                  </a:moveTo>
                  <a:lnTo>
                    <a:pt x="0" y="4552"/>
                  </a:lnTo>
                  <a:lnTo>
                    <a:pt x="6097" y="4552"/>
                  </a:lnTo>
                  <a:lnTo>
                    <a:pt x="6097" y="217"/>
                  </a:lnTo>
                  <a:lnTo>
                    <a:pt x="0"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60"/>
            <p:cNvSpPr/>
            <p:nvPr/>
          </p:nvSpPr>
          <p:spPr>
            <a:xfrm flipH="1">
              <a:off x="6305651" y="4579777"/>
              <a:ext cx="200264" cy="77166"/>
            </a:xfrm>
            <a:custGeom>
              <a:avLst/>
              <a:gdLst/>
              <a:ahLst/>
              <a:cxnLst/>
              <a:rect l="l" t="t" r="r" b="b"/>
              <a:pathLst>
                <a:path w="1879" h="724" extrusionOk="0">
                  <a:moveTo>
                    <a:pt x="1878" y="1"/>
                  </a:moveTo>
                  <a:lnTo>
                    <a:pt x="0" y="44"/>
                  </a:lnTo>
                  <a:lnTo>
                    <a:pt x="0" y="723"/>
                  </a:lnTo>
                  <a:lnTo>
                    <a:pt x="1878" y="723"/>
                  </a:lnTo>
                  <a:lnTo>
                    <a:pt x="1878"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60"/>
            <p:cNvSpPr/>
            <p:nvPr/>
          </p:nvSpPr>
          <p:spPr>
            <a:xfrm flipH="1">
              <a:off x="6299469" y="4718332"/>
              <a:ext cx="206445" cy="27925"/>
            </a:xfrm>
            <a:custGeom>
              <a:avLst/>
              <a:gdLst/>
              <a:ahLst/>
              <a:cxnLst/>
              <a:rect l="l" t="t" r="r" b="b"/>
              <a:pathLst>
                <a:path w="1937" h="262" extrusionOk="0">
                  <a:moveTo>
                    <a:pt x="0" y="1"/>
                  </a:moveTo>
                  <a:lnTo>
                    <a:pt x="0" y="261"/>
                  </a:lnTo>
                  <a:lnTo>
                    <a:pt x="1936" y="261"/>
                  </a:lnTo>
                  <a:lnTo>
                    <a:pt x="1936"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60"/>
            <p:cNvSpPr/>
            <p:nvPr/>
          </p:nvSpPr>
          <p:spPr>
            <a:xfrm flipH="1">
              <a:off x="6211752" y="2757987"/>
              <a:ext cx="756185" cy="67893"/>
            </a:xfrm>
            <a:custGeom>
              <a:avLst/>
              <a:gdLst/>
              <a:ahLst/>
              <a:cxnLst/>
              <a:rect l="l" t="t" r="r" b="b"/>
              <a:pathLst>
                <a:path w="7095" h="637" extrusionOk="0">
                  <a:moveTo>
                    <a:pt x="0" y="1"/>
                  </a:moveTo>
                  <a:lnTo>
                    <a:pt x="0" y="189"/>
                  </a:lnTo>
                  <a:lnTo>
                    <a:pt x="7095" y="636"/>
                  </a:lnTo>
                  <a:lnTo>
                    <a:pt x="7095" y="261"/>
                  </a:lnTo>
                  <a:lnTo>
                    <a:pt x="0" y="1"/>
                  </a:ln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60"/>
            <p:cNvSpPr/>
            <p:nvPr/>
          </p:nvSpPr>
          <p:spPr>
            <a:xfrm flipH="1">
              <a:off x="6431946" y="2773442"/>
              <a:ext cx="649925" cy="485164"/>
            </a:xfrm>
            <a:custGeom>
              <a:avLst/>
              <a:gdLst/>
              <a:ahLst/>
              <a:cxnLst/>
              <a:rect l="l" t="t" r="r" b="b"/>
              <a:pathLst>
                <a:path w="6098" h="4552" extrusionOk="0">
                  <a:moveTo>
                    <a:pt x="0" y="0"/>
                  </a:moveTo>
                  <a:lnTo>
                    <a:pt x="0" y="4552"/>
                  </a:lnTo>
                  <a:lnTo>
                    <a:pt x="6098" y="4552"/>
                  </a:lnTo>
                  <a:lnTo>
                    <a:pt x="6098" y="217"/>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60"/>
            <p:cNvSpPr/>
            <p:nvPr/>
          </p:nvSpPr>
          <p:spPr>
            <a:xfrm flipH="1">
              <a:off x="6658323" y="2901232"/>
              <a:ext cx="200264" cy="78658"/>
            </a:xfrm>
            <a:custGeom>
              <a:avLst/>
              <a:gdLst/>
              <a:ahLst/>
              <a:cxnLst/>
              <a:rect l="l" t="t" r="r" b="b"/>
              <a:pathLst>
                <a:path w="1879" h="738" extrusionOk="0">
                  <a:moveTo>
                    <a:pt x="1879" y="0"/>
                  </a:moveTo>
                  <a:lnTo>
                    <a:pt x="0" y="44"/>
                  </a:lnTo>
                  <a:lnTo>
                    <a:pt x="0" y="737"/>
                  </a:lnTo>
                  <a:lnTo>
                    <a:pt x="1879" y="737"/>
                  </a:lnTo>
                  <a:lnTo>
                    <a:pt x="1879"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60"/>
            <p:cNvSpPr/>
            <p:nvPr/>
          </p:nvSpPr>
          <p:spPr>
            <a:xfrm flipH="1">
              <a:off x="6652141" y="3039788"/>
              <a:ext cx="206445" cy="27818"/>
            </a:xfrm>
            <a:custGeom>
              <a:avLst/>
              <a:gdLst/>
              <a:ahLst/>
              <a:cxnLst/>
              <a:rect l="l" t="t" r="r" b="b"/>
              <a:pathLst>
                <a:path w="1937" h="261" extrusionOk="0">
                  <a:moveTo>
                    <a:pt x="0" y="1"/>
                  </a:moveTo>
                  <a:lnTo>
                    <a:pt x="0" y="261"/>
                  </a:lnTo>
                  <a:lnTo>
                    <a:pt x="1936" y="261"/>
                  </a:lnTo>
                  <a:lnTo>
                    <a:pt x="1936"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60"/>
            <p:cNvSpPr/>
            <p:nvPr/>
          </p:nvSpPr>
          <p:spPr>
            <a:xfrm flipH="1">
              <a:off x="6102403" y="2796463"/>
              <a:ext cx="335834" cy="462142"/>
            </a:xfrm>
            <a:custGeom>
              <a:avLst/>
              <a:gdLst/>
              <a:ahLst/>
              <a:cxnLst/>
              <a:rect l="l" t="t" r="r" b="b"/>
              <a:pathLst>
                <a:path w="3151" h="4336" extrusionOk="0">
                  <a:moveTo>
                    <a:pt x="1" y="1"/>
                  </a:moveTo>
                  <a:lnTo>
                    <a:pt x="59" y="4336"/>
                  </a:lnTo>
                  <a:lnTo>
                    <a:pt x="3049" y="4336"/>
                  </a:lnTo>
                  <a:lnTo>
                    <a:pt x="31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60"/>
            <p:cNvSpPr/>
            <p:nvPr/>
          </p:nvSpPr>
          <p:spPr>
            <a:xfrm flipH="1">
              <a:off x="6113166" y="3258492"/>
              <a:ext cx="660796" cy="209541"/>
            </a:xfrm>
            <a:custGeom>
              <a:avLst/>
              <a:gdLst/>
              <a:ahLst/>
              <a:cxnLst/>
              <a:rect l="l" t="t" r="r" b="b"/>
              <a:pathLst>
                <a:path w="6200" h="1966" extrusionOk="0">
                  <a:moveTo>
                    <a:pt x="1" y="1"/>
                  </a:moveTo>
                  <a:lnTo>
                    <a:pt x="1" y="1966"/>
                  </a:lnTo>
                  <a:lnTo>
                    <a:pt x="6199"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60"/>
            <p:cNvSpPr/>
            <p:nvPr/>
          </p:nvSpPr>
          <p:spPr>
            <a:xfrm flipH="1">
              <a:off x="6787709" y="1484877"/>
              <a:ext cx="820879" cy="671470"/>
            </a:xfrm>
            <a:custGeom>
              <a:avLst/>
              <a:gdLst/>
              <a:ahLst/>
              <a:cxnLst/>
              <a:rect l="l" t="t" r="r" b="b"/>
              <a:pathLst>
                <a:path w="7702" h="6300" extrusionOk="0">
                  <a:moveTo>
                    <a:pt x="5111" y="1"/>
                  </a:moveTo>
                  <a:cubicBezTo>
                    <a:pt x="4951" y="1"/>
                    <a:pt x="4818" y="55"/>
                    <a:pt x="4740" y="184"/>
                  </a:cubicBezTo>
                  <a:cubicBezTo>
                    <a:pt x="4549" y="94"/>
                    <a:pt x="4366" y="55"/>
                    <a:pt x="4195" y="55"/>
                  </a:cubicBezTo>
                  <a:cubicBezTo>
                    <a:pt x="3601" y="55"/>
                    <a:pt x="3149" y="524"/>
                    <a:pt x="2992" y="950"/>
                  </a:cubicBezTo>
                  <a:cubicBezTo>
                    <a:pt x="2847" y="1340"/>
                    <a:pt x="2789" y="1398"/>
                    <a:pt x="2674" y="1817"/>
                  </a:cubicBezTo>
                  <a:cubicBezTo>
                    <a:pt x="2544" y="2236"/>
                    <a:pt x="2284" y="2641"/>
                    <a:pt x="1879" y="2756"/>
                  </a:cubicBezTo>
                  <a:cubicBezTo>
                    <a:pt x="1735" y="2785"/>
                    <a:pt x="1590" y="2785"/>
                    <a:pt x="1460" y="2829"/>
                  </a:cubicBezTo>
                  <a:cubicBezTo>
                    <a:pt x="1316" y="2857"/>
                    <a:pt x="1171" y="2930"/>
                    <a:pt x="1113" y="3060"/>
                  </a:cubicBezTo>
                  <a:cubicBezTo>
                    <a:pt x="1012" y="3320"/>
                    <a:pt x="1301" y="3594"/>
                    <a:pt x="1243" y="3898"/>
                  </a:cubicBezTo>
                  <a:cubicBezTo>
                    <a:pt x="1200" y="4115"/>
                    <a:pt x="969" y="4230"/>
                    <a:pt x="752" y="4288"/>
                  </a:cubicBezTo>
                  <a:cubicBezTo>
                    <a:pt x="535" y="4360"/>
                    <a:pt x="304" y="4418"/>
                    <a:pt x="174" y="4591"/>
                  </a:cubicBezTo>
                  <a:cubicBezTo>
                    <a:pt x="1" y="4851"/>
                    <a:pt x="116" y="5227"/>
                    <a:pt x="333" y="5458"/>
                  </a:cubicBezTo>
                  <a:cubicBezTo>
                    <a:pt x="638" y="5786"/>
                    <a:pt x="1086" y="5981"/>
                    <a:pt x="1529" y="5981"/>
                  </a:cubicBezTo>
                  <a:cubicBezTo>
                    <a:pt x="1652" y="5981"/>
                    <a:pt x="1774" y="5966"/>
                    <a:pt x="1894" y="5935"/>
                  </a:cubicBezTo>
                  <a:cubicBezTo>
                    <a:pt x="2284" y="5848"/>
                    <a:pt x="2630" y="5588"/>
                    <a:pt x="3006" y="5400"/>
                  </a:cubicBezTo>
                  <a:cubicBezTo>
                    <a:pt x="3248" y="5293"/>
                    <a:pt x="3513" y="5213"/>
                    <a:pt x="3765" y="5213"/>
                  </a:cubicBezTo>
                  <a:cubicBezTo>
                    <a:pt x="3919" y="5213"/>
                    <a:pt x="4069" y="5243"/>
                    <a:pt x="4205" y="5314"/>
                  </a:cubicBezTo>
                  <a:cubicBezTo>
                    <a:pt x="4422" y="5429"/>
                    <a:pt x="4567" y="5646"/>
                    <a:pt x="4740" y="5805"/>
                  </a:cubicBezTo>
                  <a:cubicBezTo>
                    <a:pt x="5102" y="6127"/>
                    <a:pt x="5576" y="6299"/>
                    <a:pt x="6047" y="6299"/>
                  </a:cubicBezTo>
                  <a:cubicBezTo>
                    <a:pt x="6083" y="6299"/>
                    <a:pt x="6120" y="6298"/>
                    <a:pt x="6156" y="6296"/>
                  </a:cubicBezTo>
                  <a:cubicBezTo>
                    <a:pt x="6662" y="6238"/>
                    <a:pt x="7153" y="5964"/>
                    <a:pt x="7456" y="5559"/>
                  </a:cubicBezTo>
                  <a:cubicBezTo>
                    <a:pt x="7601" y="5372"/>
                    <a:pt x="7688" y="5140"/>
                    <a:pt x="7702" y="4924"/>
                  </a:cubicBezTo>
                  <a:cubicBezTo>
                    <a:pt x="7702" y="4692"/>
                    <a:pt x="7615" y="4447"/>
                    <a:pt x="7442" y="4331"/>
                  </a:cubicBezTo>
                  <a:cubicBezTo>
                    <a:pt x="7240" y="4201"/>
                    <a:pt x="6907" y="4143"/>
                    <a:pt x="6878" y="3912"/>
                  </a:cubicBezTo>
                  <a:cubicBezTo>
                    <a:pt x="6835" y="3753"/>
                    <a:pt x="6980" y="3609"/>
                    <a:pt x="7095" y="3493"/>
                  </a:cubicBezTo>
                  <a:cubicBezTo>
                    <a:pt x="7196" y="3363"/>
                    <a:pt x="7326" y="3204"/>
                    <a:pt x="7254" y="3060"/>
                  </a:cubicBezTo>
                  <a:cubicBezTo>
                    <a:pt x="7167" y="2857"/>
                    <a:pt x="6864" y="2886"/>
                    <a:pt x="6691" y="2713"/>
                  </a:cubicBezTo>
                  <a:cubicBezTo>
                    <a:pt x="6589" y="2612"/>
                    <a:pt x="6575" y="2424"/>
                    <a:pt x="6604" y="2265"/>
                  </a:cubicBezTo>
                  <a:cubicBezTo>
                    <a:pt x="6647" y="2121"/>
                    <a:pt x="6719" y="1976"/>
                    <a:pt x="6763" y="1817"/>
                  </a:cubicBezTo>
                  <a:cubicBezTo>
                    <a:pt x="6864" y="1528"/>
                    <a:pt x="6792" y="1254"/>
                    <a:pt x="6647" y="950"/>
                  </a:cubicBezTo>
                  <a:cubicBezTo>
                    <a:pt x="6438" y="564"/>
                    <a:pt x="5630" y="1"/>
                    <a:pt x="5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60"/>
            <p:cNvSpPr/>
            <p:nvPr/>
          </p:nvSpPr>
          <p:spPr>
            <a:xfrm flipH="1">
              <a:off x="6168589" y="2408188"/>
              <a:ext cx="264745" cy="305359"/>
            </a:xfrm>
            <a:custGeom>
              <a:avLst/>
              <a:gdLst/>
              <a:ahLst/>
              <a:cxnLst/>
              <a:rect l="l" t="t" r="r" b="b"/>
              <a:pathLst>
                <a:path w="2484" h="2865" extrusionOk="0">
                  <a:moveTo>
                    <a:pt x="1216" y="0"/>
                  </a:moveTo>
                  <a:cubicBezTo>
                    <a:pt x="1076" y="0"/>
                    <a:pt x="70" y="870"/>
                    <a:pt x="70" y="870"/>
                  </a:cubicBezTo>
                  <a:cubicBezTo>
                    <a:pt x="70" y="870"/>
                    <a:pt x="0" y="2865"/>
                    <a:pt x="358" y="2865"/>
                  </a:cubicBezTo>
                  <a:cubicBezTo>
                    <a:pt x="363" y="2865"/>
                    <a:pt x="369" y="2865"/>
                    <a:pt x="374" y="2864"/>
                  </a:cubicBezTo>
                  <a:cubicBezTo>
                    <a:pt x="374" y="2864"/>
                    <a:pt x="1862" y="2459"/>
                    <a:pt x="1963" y="2315"/>
                  </a:cubicBezTo>
                  <a:cubicBezTo>
                    <a:pt x="2079" y="2170"/>
                    <a:pt x="1371" y="2141"/>
                    <a:pt x="1371" y="2141"/>
                  </a:cubicBezTo>
                  <a:cubicBezTo>
                    <a:pt x="1371" y="2141"/>
                    <a:pt x="2093" y="2098"/>
                    <a:pt x="2209" y="1953"/>
                  </a:cubicBezTo>
                  <a:cubicBezTo>
                    <a:pt x="2310" y="1809"/>
                    <a:pt x="1299" y="1708"/>
                    <a:pt x="1299" y="1708"/>
                  </a:cubicBezTo>
                  <a:lnTo>
                    <a:pt x="1299" y="1708"/>
                  </a:lnTo>
                  <a:cubicBezTo>
                    <a:pt x="1299" y="1708"/>
                    <a:pt x="1381" y="1711"/>
                    <a:pt x="1499" y="1711"/>
                  </a:cubicBezTo>
                  <a:cubicBezTo>
                    <a:pt x="1795" y="1711"/>
                    <a:pt x="2314" y="1689"/>
                    <a:pt x="2324" y="1534"/>
                  </a:cubicBezTo>
                  <a:cubicBezTo>
                    <a:pt x="2353" y="1303"/>
                    <a:pt x="1226" y="1188"/>
                    <a:pt x="1226" y="1188"/>
                  </a:cubicBezTo>
                  <a:lnTo>
                    <a:pt x="1226" y="1188"/>
                  </a:lnTo>
                  <a:cubicBezTo>
                    <a:pt x="1226" y="1188"/>
                    <a:pt x="1305" y="1191"/>
                    <a:pt x="1422" y="1191"/>
                  </a:cubicBezTo>
                  <a:cubicBezTo>
                    <a:pt x="1755" y="1191"/>
                    <a:pt x="2397" y="1167"/>
                    <a:pt x="2440" y="985"/>
                  </a:cubicBezTo>
                  <a:cubicBezTo>
                    <a:pt x="2483" y="754"/>
                    <a:pt x="937" y="725"/>
                    <a:pt x="937" y="725"/>
                  </a:cubicBezTo>
                  <a:cubicBezTo>
                    <a:pt x="1299" y="451"/>
                    <a:pt x="1327" y="46"/>
                    <a:pt x="1226" y="3"/>
                  </a:cubicBezTo>
                  <a:cubicBezTo>
                    <a:pt x="1224" y="1"/>
                    <a:pt x="1220" y="0"/>
                    <a:pt x="121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60"/>
            <p:cNvSpPr/>
            <p:nvPr/>
          </p:nvSpPr>
          <p:spPr>
            <a:xfrm flipH="1">
              <a:off x="6391872" y="1949570"/>
              <a:ext cx="751389" cy="803099"/>
            </a:xfrm>
            <a:custGeom>
              <a:avLst/>
              <a:gdLst/>
              <a:ahLst/>
              <a:cxnLst/>
              <a:rect l="l" t="t" r="r" b="b"/>
              <a:pathLst>
                <a:path w="7050" h="7535" extrusionOk="0">
                  <a:moveTo>
                    <a:pt x="1096" y="0"/>
                  </a:moveTo>
                  <a:cubicBezTo>
                    <a:pt x="1096" y="0"/>
                    <a:pt x="360" y="1806"/>
                    <a:pt x="157" y="4768"/>
                  </a:cubicBezTo>
                  <a:cubicBezTo>
                    <a:pt x="0" y="7230"/>
                    <a:pt x="1889" y="7535"/>
                    <a:pt x="2937" y="7535"/>
                  </a:cubicBezTo>
                  <a:cubicBezTo>
                    <a:pt x="3144" y="7535"/>
                    <a:pt x="3318" y="7523"/>
                    <a:pt x="3437" y="7513"/>
                  </a:cubicBezTo>
                  <a:cubicBezTo>
                    <a:pt x="4160" y="7456"/>
                    <a:pt x="7049" y="7196"/>
                    <a:pt x="7049" y="7196"/>
                  </a:cubicBezTo>
                  <a:lnTo>
                    <a:pt x="6731" y="5173"/>
                  </a:lnTo>
                  <a:cubicBezTo>
                    <a:pt x="6731" y="5173"/>
                    <a:pt x="5652" y="5271"/>
                    <a:pt x="4250" y="5271"/>
                  </a:cubicBezTo>
                  <a:cubicBezTo>
                    <a:pt x="3868" y="5271"/>
                    <a:pt x="3462" y="5264"/>
                    <a:pt x="3047" y="5245"/>
                  </a:cubicBezTo>
                  <a:cubicBezTo>
                    <a:pt x="2426" y="5202"/>
                    <a:pt x="2527" y="2673"/>
                    <a:pt x="2657" y="1243"/>
                  </a:cubicBezTo>
                  <a:cubicBezTo>
                    <a:pt x="2686" y="708"/>
                    <a:pt x="2325" y="217"/>
                    <a:pt x="1804" y="130"/>
                  </a:cubicBezTo>
                  <a:lnTo>
                    <a:pt x="109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60"/>
            <p:cNvSpPr/>
            <p:nvPr/>
          </p:nvSpPr>
          <p:spPr>
            <a:xfrm flipH="1">
              <a:off x="6810730" y="2819591"/>
              <a:ext cx="874809" cy="2122271"/>
            </a:xfrm>
            <a:custGeom>
              <a:avLst/>
              <a:gdLst/>
              <a:ahLst/>
              <a:cxnLst/>
              <a:rect l="l" t="t" r="r" b="b"/>
              <a:pathLst>
                <a:path w="8208" h="19912" extrusionOk="0">
                  <a:moveTo>
                    <a:pt x="2269" y="1"/>
                  </a:moveTo>
                  <a:lnTo>
                    <a:pt x="0" y="19911"/>
                  </a:lnTo>
                  <a:lnTo>
                    <a:pt x="2355" y="19911"/>
                  </a:lnTo>
                  <a:lnTo>
                    <a:pt x="4956" y="2284"/>
                  </a:lnTo>
                  <a:lnTo>
                    <a:pt x="3945" y="19911"/>
                  </a:lnTo>
                  <a:lnTo>
                    <a:pt x="6372" y="19911"/>
                  </a:lnTo>
                  <a:lnTo>
                    <a:pt x="8207" y="1099"/>
                  </a:lnTo>
                  <a:lnTo>
                    <a:pt x="2269"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60"/>
            <p:cNvSpPr/>
            <p:nvPr/>
          </p:nvSpPr>
          <p:spPr>
            <a:xfrm flipH="1">
              <a:off x="6391872" y="1949570"/>
              <a:ext cx="751389" cy="803099"/>
            </a:xfrm>
            <a:custGeom>
              <a:avLst/>
              <a:gdLst/>
              <a:ahLst/>
              <a:cxnLst/>
              <a:rect l="l" t="t" r="r" b="b"/>
              <a:pathLst>
                <a:path w="7050" h="7535" extrusionOk="0">
                  <a:moveTo>
                    <a:pt x="1096" y="0"/>
                  </a:moveTo>
                  <a:cubicBezTo>
                    <a:pt x="1096" y="0"/>
                    <a:pt x="360" y="1806"/>
                    <a:pt x="157" y="4768"/>
                  </a:cubicBezTo>
                  <a:cubicBezTo>
                    <a:pt x="0" y="7230"/>
                    <a:pt x="1889" y="7535"/>
                    <a:pt x="2937" y="7535"/>
                  </a:cubicBezTo>
                  <a:cubicBezTo>
                    <a:pt x="3144" y="7535"/>
                    <a:pt x="3318" y="7523"/>
                    <a:pt x="3437" y="7513"/>
                  </a:cubicBezTo>
                  <a:cubicBezTo>
                    <a:pt x="4160" y="7456"/>
                    <a:pt x="7049" y="7196"/>
                    <a:pt x="7049" y="7196"/>
                  </a:cubicBezTo>
                  <a:lnTo>
                    <a:pt x="6731" y="5173"/>
                  </a:lnTo>
                  <a:cubicBezTo>
                    <a:pt x="6731" y="5173"/>
                    <a:pt x="5652" y="5271"/>
                    <a:pt x="4250" y="5271"/>
                  </a:cubicBezTo>
                  <a:cubicBezTo>
                    <a:pt x="3868" y="5271"/>
                    <a:pt x="3462" y="5264"/>
                    <a:pt x="3047" y="5245"/>
                  </a:cubicBezTo>
                  <a:cubicBezTo>
                    <a:pt x="2426" y="5202"/>
                    <a:pt x="2527" y="2673"/>
                    <a:pt x="2657" y="1243"/>
                  </a:cubicBezTo>
                  <a:cubicBezTo>
                    <a:pt x="2686" y="708"/>
                    <a:pt x="2325" y="217"/>
                    <a:pt x="1804" y="130"/>
                  </a:cubicBezTo>
                  <a:lnTo>
                    <a:pt x="1096"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60"/>
            <p:cNvSpPr/>
            <p:nvPr/>
          </p:nvSpPr>
          <p:spPr>
            <a:xfrm flipH="1">
              <a:off x="6790693" y="1947012"/>
              <a:ext cx="759382" cy="1064226"/>
            </a:xfrm>
            <a:custGeom>
              <a:avLst/>
              <a:gdLst/>
              <a:ahLst/>
              <a:cxnLst/>
              <a:rect l="l" t="t" r="r" b="b"/>
              <a:pathLst>
                <a:path w="7125" h="9985" extrusionOk="0">
                  <a:moveTo>
                    <a:pt x="4005" y="1"/>
                  </a:moveTo>
                  <a:cubicBezTo>
                    <a:pt x="3042" y="1"/>
                    <a:pt x="1882" y="95"/>
                    <a:pt x="1258" y="443"/>
                  </a:cubicBezTo>
                  <a:cubicBezTo>
                    <a:pt x="1258" y="443"/>
                    <a:pt x="189" y="906"/>
                    <a:pt x="1" y="1541"/>
                  </a:cubicBezTo>
                  <a:lnTo>
                    <a:pt x="2081" y="6035"/>
                  </a:lnTo>
                  <a:lnTo>
                    <a:pt x="507" y="9560"/>
                  </a:lnTo>
                  <a:cubicBezTo>
                    <a:pt x="507" y="9560"/>
                    <a:pt x="2767" y="9984"/>
                    <a:pt x="4728" y="9984"/>
                  </a:cubicBezTo>
                  <a:cubicBezTo>
                    <a:pt x="5708" y="9984"/>
                    <a:pt x="6614" y="9878"/>
                    <a:pt x="7124" y="9560"/>
                  </a:cubicBezTo>
                  <a:lnTo>
                    <a:pt x="5910" y="5789"/>
                  </a:lnTo>
                  <a:cubicBezTo>
                    <a:pt x="7052" y="3405"/>
                    <a:pt x="6199" y="111"/>
                    <a:pt x="5607" y="111"/>
                  </a:cubicBezTo>
                  <a:cubicBezTo>
                    <a:pt x="5549" y="111"/>
                    <a:pt x="5607" y="111"/>
                    <a:pt x="5549" y="96"/>
                  </a:cubicBezTo>
                  <a:cubicBezTo>
                    <a:pt x="5391" y="58"/>
                    <a:pt x="4758" y="1"/>
                    <a:pt x="40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60"/>
            <p:cNvSpPr/>
            <p:nvPr/>
          </p:nvSpPr>
          <p:spPr>
            <a:xfrm flipH="1">
              <a:off x="7067269" y="1946799"/>
              <a:ext cx="247159" cy="489427"/>
            </a:xfrm>
            <a:custGeom>
              <a:avLst/>
              <a:gdLst/>
              <a:ahLst/>
              <a:cxnLst/>
              <a:rect l="l" t="t" r="r" b="b"/>
              <a:pathLst>
                <a:path w="2319" h="4592" extrusionOk="0">
                  <a:moveTo>
                    <a:pt x="1659" y="0"/>
                  </a:moveTo>
                  <a:cubicBezTo>
                    <a:pt x="1095" y="0"/>
                    <a:pt x="321" y="26"/>
                    <a:pt x="0" y="156"/>
                  </a:cubicBezTo>
                  <a:lnTo>
                    <a:pt x="2312" y="4592"/>
                  </a:lnTo>
                  <a:lnTo>
                    <a:pt x="2312" y="12"/>
                  </a:lnTo>
                  <a:cubicBezTo>
                    <a:pt x="2318" y="12"/>
                    <a:pt x="2035" y="0"/>
                    <a:pt x="1659" y="0"/>
                  </a:cubicBezTo>
                  <a:close/>
                </a:path>
              </a:pathLst>
            </a:custGeom>
            <a:solidFill>
              <a:srgbClr val="ECCE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60"/>
            <p:cNvSpPr/>
            <p:nvPr/>
          </p:nvSpPr>
          <p:spPr>
            <a:xfrm flipH="1">
              <a:off x="6921681" y="1527509"/>
              <a:ext cx="395838" cy="501044"/>
            </a:xfrm>
            <a:custGeom>
              <a:avLst/>
              <a:gdLst/>
              <a:ahLst/>
              <a:cxnLst/>
              <a:rect l="l" t="t" r="r" b="b"/>
              <a:pathLst>
                <a:path w="3714" h="4701" extrusionOk="0">
                  <a:moveTo>
                    <a:pt x="1948" y="1"/>
                  </a:moveTo>
                  <a:cubicBezTo>
                    <a:pt x="1011" y="1"/>
                    <a:pt x="983" y="435"/>
                    <a:pt x="983" y="435"/>
                  </a:cubicBezTo>
                  <a:lnTo>
                    <a:pt x="983" y="1172"/>
                  </a:lnTo>
                  <a:cubicBezTo>
                    <a:pt x="983" y="1172"/>
                    <a:pt x="747" y="1002"/>
                    <a:pt x="518" y="1002"/>
                  </a:cubicBezTo>
                  <a:cubicBezTo>
                    <a:pt x="346" y="1002"/>
                    <a:pt x="178" y="1097"/>
                    <a:pt x="116" y="1432"/>
                  </a:cubicBezTo>
                  <a:cubicBezTo>
                    <a:pt x="1" y="2038"/>
                    <a:pt x="579" y="2154"/>
                    <a:pt x="579" y="2154"/>
                  </a:cubicBezTo>
                  <a:lnTo>
                    <a:pt x="434" y="3888"/>
                  </a:lnTo>
                  <a:cubicBezTo>
                    <a:pt x="420" y="4105"/>
                    <a:pt x="492" y="4336"/>
                    <a:pt x="651" y="4509"/>
                  </a:cubicBezTo>
                  <a:cubicBezTo>
                    <a:pt x="802" y="4649"/>
                    <a:pt x="970" y="4700"/>
                    <a:pt x="1137" y="4700"/>
                  </a:cubicBezTo>
                  <a:cubicBezTo>
                    <a:pt x="1400" y="4700"/>
                    <a:pt x="1658" y="4572"/>
                    <a:pt x="1836" y="4466"/>
                  </a:cubicBezTo>
                  <a:cubicBezTo>
                    <a:pt x="1980" y="4394"/>
                    <a:pt x="2052" y="4249"/>
                    <a:pt x="2052" y="4090"/>
                  </a:cubicBezTo>
                  <a:lnTo>
                    <a:pt x="2052" y="3613"/>
                  </a:lnTo>
                  <a:lnTo>
                    <a:pt x="2674" y="3613"/>
                  </a:lnTo>
                  <a:cubicBezTo>
                    <a:pt x="3714" y="3556"/>
                    <a:pt x="3526" y="290"/>
                    <a:pt x="3526" y="290"/>
                  </a:cubicBezTo>
                  <a:cubicBezTo>
                    <a:pt x="3526" y="30"/>
                    <a:pt x="2948" y="16"/>
                    <a:pt x="2948" y="16"/>
                  </a:cubicBezTo>
                  <a:lnTo>
                    <a:pt x="1995" y="1"/>
                  </a:lnTo>
                  <a:cubicBezTo>
                    <a:pt x="1979" y="1"/>
                    <a:pt x="1964" y="1"/>
                    <a:pt x="1948"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60"/>
            <p:cNvSpPr/>
            <p:nvPr/>
          </p:nvSpPr>
          <p:spPr>
            <a:xfrm flipH="1">
              <a:off x="7003215" y="1692390"/>
              <a:ext cx="18651" cy="101680"/>
            </a:xfrm>
            <a:custGeom>
              <a:avLst/>
              <a:gdLst/>
              <a:ahLst/>
              <a:cxnLst/>
              <a:rect l="l" t="t" r="r" b="b"/>
              <a:pathLst>
                <a:path w="175" h="954" extrusionOk="0">
                  <a:moveTo>
                    <a:pt x="145" y="0"/>
                  </a:moveTo>
                  <a:cubicBezTo>
                    <a:pt x="116" y="0"/>
                    <a:pt x="102" y="231"/>
                    <a:pt x="116" y="520"/>
                  </a:cubicBezTo>
                  <a:cubicBezTo>
                    <a:pt x="116" y="665"/>
                    <a:pt x="145" y="809"/>
                    <a:pt x="102" y="882"/>
                  </a:cubicBezTo>
                  <a:cubicBezTo>
                    <a:pt x="87" y="910"/>
                    <a:pt x="59" y="925"/>
                    <a:pt x="30" y="925"/>
                  </a:cubicBezTo>
                  <a:lnTo>
                    <a:pt x="1" y="925"/>
                  </a:lnTo>
                  <a:cubicBezTo>
                    <a:pt x="1" y="925"/>
                    <a:pt x="1" y="954"/>
                    <a:pt x="30" y="954"/>
                  </a:cubicBezTo>
                  <a:cubicBezTo>
                    <a:pt x="73" y="954"/>
                    <a:pt x="102" y="954"/>
                    <a:pt x="145" y="896"/>
                  </a:cubicBezTo>
                  <a:cubicBezTo>
                    <a:pt x="174" y="838"/>
                    <a:pt x="174" y="795"/>
                    <a:pt x="174" y="723"/>
                  </a:cubicBezTo>
                  <a:lnTo>
                    <a:pt x="174" y="520"/>
                  </a:lnTo>
                  <a:cubicBezTo>
                    <a:pt x="174" y="231"/>
                    <a:pt x="160" y="0"/>
                    <a:pt x="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60"/>
            <p:cNvSpPr/>
            <p:nvPr/>
          </p:nvSpPr>
          <p:spPr>
            <a:xfrm flipH="1">
              <a:off x="7077182" y="1693882"/>
              <a:ext cx="9379" cy="24727"/>
            </a:xfrm>
            <a:custGeom>
              <a:avLst/>
              <a:gdLst/>
              <a:ahLst/>
              <a:cxnLst/>
              <a:rect l="l" t="t" r="r" b="b"/>
              <a:pathLst>
                <a:path w="88" h="232" extrusionOk="0">
                  <a:moveTo>
                    <a:pt x="44" y="1"/>
                  </a:moveTo>
                  <a:cubicBezTo>
                    <a:pt x="30" y="1"/>
                    <a:pt x="30" y="58"/>
                    <a:pt x="1" y="131"/>
                  </a:cubicBezTo>
                  <a:cubicBezTo>
                    <a:pt x="1" y="174"/>
                    <a:pt x="30" y="232"/>
                    <a:pt x="44" y="232"/>
                  </a:cubicBezTo>
                  <a:cubicBezTo>
                    <a:pt x="88" y="232"/>
                    <a:pt x="88" y="174"/>
                    <a:pt x="88" y="102"/>
                  </a:cubicBezTo>
                  <a:cubicBezTo>
                    <a:pt x="88" y="58"/>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60"/>
            <p:cNvSpPr/>
            <p:nvPr/>
          </p:nvSpPr>
          <p:spPr>
            <a:xfrm flipH="1">
              <a:off x="6964740" y="1692390"/>
              <a:ext cx="7780" cy="24727"/>
            </a:xfrm>
            <a:custGeom>
              <a:avLst/>
              <a:gdLst/>
              <a:ahLst/>
              <a:cxnLst/>
              <a:rect l="l" t="t" r="r" b="b"/>
              <a:pathLst>
                <a:path w="73" h="232" extrusionOk="0">
                  <a:moveTo>
                    <a:pt x="43" y="0"/>
                  </a:moveTo>
                  <a:cubicBezTo>
                    <a:pt x="15" y="0"/>
                    <a:pt x="0" y="44"/>
                    <a:pt x="0" y="116"/>
                  </a:cubicBezTo>
                  <a:cubicBezTo>
                    <a:pt x="0" y="174"/>
                    <a:pt x="15" y="231"/>
                    <a:pt x="43" y="231"/>
                  </a:cubicBezTo>
                  <a:cubicBezTo>
                    <a:pt x="72" y="231"/>
                    <a:pt x="72" y="174"/>
                    <a:pt x="72" y="101"/>
                  </a:cubicBezTo>
                  <a:cubicBezTo>
                    <a:pt x="72" y="44"/>
                    <a:pt x="58" y="0"/>
                    <a:pt x="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60"/>
            <p:cNvSpPr/>
            <p:nvPr/>
          </p:nvSpPr>
          <p:spPr>
            <a:xfrm flipH="1">
              <a:off x="7095620" y="1872512"/>
              <a:ext cx="61710" cy="109460"/>
            </a:xfrm>
            <a:custGeom>
              <a:avLst/>
              <a:gdLst/>
              <a:ahLst/>
              <a:cxnLst/>
              <a:rect l="l" t="t" r="r" b="b"/>
              <a:pathLst>
                <a:path w="579" h="1027" extrusionOk="0">
                  <a:moveTo>
                    <a:pt x="0" y="1"/>
                  </a:moveTo>
                  <a:cubicBezTo>
                    <a:pt x="0" y="189"/>
                    <a:pt x="0" y="362"/>
                    <a:pt x="44" y="550"/>
                  </a:cubicBezTo>
                  <a:cubicBezTo>
                    <a:pt x="101" y="723"/>
                    <a:pt x="203" y="868"/>
                    <a:pt x="361" y="954"/>
                  </a:cubicBezTo>
                  <a:cubicBezTo>
                    <a:pt x="419" y="998"/>
                    <a:pt x="506" y="1027"/>
                    <a:pt x="506" y="1027"/>
                  </a:cubicBezTo>
                  <a:cubicBezTo>
                    <a:pt x="506" y="1012"/>
                    <a:pt x="549" y="911"/>
                    <a:pt x="549" y="882"/>
                  </a:cubicBezTo>
                  <a:cubicBezTo>
                    <a:pt x="578" y="723"/>
                    <a:pt x="578" y="579"/>
                    <a:pt x="549" y="362"/>
                  </a:cubicBezTo>
                  <a:cubicBezTo>
                    <a:pt x="333" y="304"/>
                    <a:pt x="145" y="189"/>
                    <a:pt x="0"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60"/>
            <p:cNvSpPr/>
            <p:nvPr/>
          </p:nvSpPr>
          <p:spPr>
            <a:xfrm flipH="1">
              <a:off x="7220425" y="1664679"/>
              <a:ext cx="47854" cy="69385"/>
            </a:xfrm>
            <a:custGeom>
              <a:avLst/>
              <a:gdLst/>
              <a:ahLst/>
              <a:cxnLst/>
              <a:rect l="l" t="t" r="r" b="b"/>
              <a:pathLst>
                <a:path w="449" h="651" extrusionOk="0">
                  <a:moveTo>
                    <a:pt x="30" y="0"/>
                  </a:moveTo>
                  <a:cubicBezTo>
                    <a:pt x="30" y="15"/>
                    <a:pt x="73" y="43"/>
                    <a:pt x="145" y="72"/>
                  </a:cubicBezTo>
                  <a:cubicBezTo>
                    <a:pt x="181" y="90"/>
                    <a:pt x="226" y="134"/>
                    <a:pt x="267" y="189"/>
                  </a:cubicBezTo>
                  <a:lnTo>
                    <a:pt x="267" y="189"/>
                  </a:lnTo>
                  <a:cubicBezTo>
                    <a:pt x="256" y="184"/>
                    <a:pt x="245" y="179"/>
                    <a:pt x="232" y="174"/>
                  </a:cubicBezTo>
                  <a:cubicBezTo>
                    <a:pt x="211" y="168"/>
                    <a:pt x="192" y="165"/>
                    <a:pt x="174" y="165"/>
                  </a:cubicBezTo>
                  <a:cubicBezTo>
                    <a:pt x="143" y="165"/>
                    <a:pt x="115" y="175"/>
                    <a:pt x="88" y="202"/>
                  </a:cubicBezTo>
                  <a:cubicBezTo>
                    <a:pt x="59" y="217"/>
                    <a:pt x="30" y="275"/>
                    <a:pt x="15" y="304"/>
                  </a:cubicBezTo>
                  <a:cubicBezTo>
                    <a:pt x="1" y="405"/>
                    <a:pt x="15" y="477"/>
                    <a:pt x="59" y="520"/>
                  </a:cubicBezTo>
                  <a:cubicBezTo>
                    <a:pt x="131" y="636"/>
                    <a:pt x="203" y="650"/>
                    <a:pt x="203" y="650"/>
                  </a:cubicBezTo>
                  <a:cubicBezTo>
                    <a:pt x="203" y="650"/>
                    <a:pt x="145" y="593"/>
                    <a:pt x="88" y="491"/>
                  </a:cubicBezTo>
                  <a:cubicBezTo>
                    <a:pt x="73" y="448"/>
                    <a:pt x="44" y="376"/>
                    <a:pt x="73" y="332"/>
                  </a:cubicBezTo>
                  <a:cubicBezTo>
                    <a:pt x="86" y="281"/>
                    <a:pt x="134" y="229"/>
                    <a:pt x="195" y="229"/>
                  </a:cubicBezTo>
                  <a:cubicBezTo>
                    <a:pt x="203" y="229"/>
                    <a:pt x="210" y="230"/>
                    <a:pt x="218" y="231"/>
                  </a:cubicBezTo>
                  <a:cubicBezTo>
                    <a:pt x="247" y="260"/>
                    <a:pt x="304" y="275"/>
                    <a:pt x="333" y="304"/>
                  </a:cubicBezTo>
                  <a:lnTo>
                    <a:pt x="449" y="376"/>
                  </a:lnTo>
                  <a:lnTo>
                    <a:pt x="391" y="275"/>
                  </a:lnTo>
                  <a:cubicBezTo>
                    <a:pt x="333" y="145"/>
                    <a:pt x="232" y="72"/>
                    <a:pt x="160" y="43"/>
                  </a:cubicBezTo>
                  <a:cubicBezTo>
                    <a:pt x="88" y="0"/>
                    <a:pt x="30" y="0"/>
                    <a:pt x="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60"/>
            <p:cNvSpPr/>
            <p:nvPr/>
          </p:nvSpPr>
          <p:spPr>
            <a:xfrm flipH="1">
              <a:off x="7014086" y="1787887"/>
              <a:ext cx="61603" cy="48921"/>
            </a:xfrm>
            <a:custGeom>
              <a:avLst/>
              <a:gdLst/>
              <a:ahLst/>
              <a:cxnLst/>
              <a:rect l="l" t="t" r="r" b="b"/>
              <a:pathLst>
                <a:path w="578" h="459" extrusionOk="0">
                  <a:moveTo>
                    <a:pt x="29" y="0"/>
                  </a:moveTo>
                  <a:cubicBezTo>
                    <a:pt x="14" y="0"/>
                    <a:pt x="0" y="58"/>
                    <a:pt x="14" y="130"/>
                  </a:cubicBezTo>
                  <a:cubicBezTo>
                    <a:pt x="29" y="202"/>
                    <a:pt x="87" y="303"/>
                    <a:pt x="173" y="376"/>
                  </a:cubicBezTo>
                  <a:cubicBezTo>
                    <a:pt x="259" y="429"/>
                    <a:pt x="337" y="459"/>
                    <a:pt x="401" y="459"/>
                  </a:cubicBezTo>
                  <a:cubicBezTo>
                    <a:pt x="423" y="459"/>
                    <a:pt x="444" y="455"/>
                    <a:pt x="462" y="448"/>
                  </a:cubicBezTo>
                  <a:cubicBezTo>
                    <a:pt x="535" y="448"/>
                    <a:pt x="578" y="419"/>
                    <a:pt x="578" y="419"/>
                  </a:cubicBezTo>
                  <a:cubicBezTo>
                    <a:pt x="578" y="405"/>
                    <a:pt x="567" y="397"/>
                    <a:pt x="545" y="397"/>
                  </a:cubicBezTo>
                  <a:cubicBezTo>
                    <a:pt x="524" y="397"/>
                    <a:pt x="491" y="405"/>
                    <a:pt x="448" y="419"/>
                  </a:cubicBezTo>
                  <a:cubicBezTo>
                    <a:pt x="390" y="419"/>
                    <a:pt x="289" y="376"/>
                    <a:pt x="217" y="332"/>
                  </a:cubicBezTo>
                  <a:cubicBezTo>
                    <a:pt x="145" y="260"/>
                    <a:pt x="87" y="188"/>
                    <a:pt x="72" y="116"/>
                  </a:cubicBezTo>
                  <a:cubicBezTo>
                    <a:pt x="58" y="43"/>
                    <a:pt x="58"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60"/>
            <p:cNvSpPr/>
            <p:nvPr/>
          </p:nvSpPr>
          <p:spPr>
            <a:xfrm flipH="1">
              <a:off x="7057678" y="1782558"/>
              <a:ext cx="33466" cy="20784"/>
            </a:xfrm>
            <a:custGeom>
              <a:avLst/>
              <a:gdLst/>
              <a:ahLst/>
              <a:cxnLst/>
              <a:rect l="l" t="t" r="r" b="b"/>
              <a:pathLst>
                <a:path w="314" h="195" extrusionOk="0">
                  <a:moveTo>
                    <a:pt x="192" y="1"/>
                  </a:moveTo>
                  <a:cubicBezTo>
                    <a:pt x="165" y="1"/>
                    <a:pt x="134" y="12"/>
                    <a:pt x="102" y="36"/>
                  </a:cubicBezTo>
                  <a:cubicBezTo>
                    <a:pt x="58" y="64"/>
                    <a:pt x="29" y="108"/>
                    <a:pt x="15" y="137"/>
                  </a:cubicBezTo>
                  <a:cubicBezTo>
                    <a:pt x="1" y="180"/>
                    <a:pt x="15" y="195"/>
                    <a:pt x="15" y="195"/>
                  </a:cubicBezTo>
                  <a:cubicBezTo>
                    <a:pt x="29" y="195"/>
                    <a:pt x="73" y="122"/>
                    <a:pt x="145" y="79"/>
                  </a:cubicBezTo>
                  <a:cubicBezTo>
                    <a:pt x="232" y="50"/>
                    <a:pt x="304" y="50"/>
                    <a:pt x="304" y="36"/>
                  </a:cubicBezTo>
                  <a:cubicBezTo>
                    <a:pt x="314" y="26"/>
                    <a:pt x="310" y="9"/>
                    <a:pt x="288" y="9"/>
                  </a:cubicBezTo>
                  <a:cubicBezTo>
                    <a:pt x="278" y="9"/>
                    <a:pt x="264" y="12"/>
                    <a:pt x="246" y="21"/>
                  </a:cubicBezTo>
                  <a:cubicBezTo>
                    <a:pt x="233" y="8"/>
                    <a:pt x="214" y="1"/>
                    <a:pt x="1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60"/>
            <p:cNvSpPr/>
            <p:nvPr/>
          </p:nvSpPr>
          <p:spPr>
            <a:xfrm flipH="1">
              <a:off x="6810730" y="2674854"/>
              <a:ext cx="754693" cy="1324501"/>
            </a:xfrm>
            <a:custGeom>
              <a:avLst/>
              <a:gdLst/>
              <a:ahLst/>
              <a:cxnLst/>
              <a:rect l="l" t="t" r="r" b="b"/>
              <a:pathLst>
                <a:path w="7081" h="12427" extrusionOk="0">
                  <a:moveTo>
                    <a:pt x="6401" y="0"/>
                  </a:moveTo>
                  <a:lnTo>
                    <a:pt x="651" y="2630"/>
                  </a:lnTo>
                  <a:cubicBezTo>
                    <a:pt x="651" y="2630"/>
                    <a:pt x="390" y="4234"/>
                    <a:pt x="390" y="8063"/>
                  </a:cubicBezTo>
                  <a:lnTo>
                    <a:pt x="0" y="11444"/>
                  </a:lnTo>
                  <a:lnTo>
                    <a:pt x="6112" y="12426"/>
                  </a:lnTo>
                  <a:lnTo>
                    <a:pt x="7080" y="2486"/>
                  </a:lnTo>
                  <a:cubicBezTo>
                    <a:pt x="7066" y="1778"/>
                    <a:pt x="6430" y="564"/>
                    <a:pt x="64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60"/>
            <p:cNvSpPr/>
            <p:nvPr/>
          </p:nvSpPr>
          <p:spPr>
            <a:xfrm flipH="1">
              <a:off x="6781528" y="2930435"/>
              <a:ext cx="714619" cy="81322"/>
            </a:xfrm>
            <a:custGeom>
              <a:avLst/>
              <a:gdLst/>
              <a:ahLst/>
              <a:cxnLst/>
              <a:rect l="l" t="t" r="r" b="b"/>
              <a:pathLst>
                <a:path w="6705" h="763" extrusionOk="0">
                  <a:moveTo>
                    <a:pt x="4537" y="1"/>
                  </a:moveTo>
                  <a:lnTo>
                    <a:pt x="4523" y="30"/>
                  </a:lnTo>
                  <a:cubicBezTo>
                    <a:pt x="4248" y="276"/>
                    <a:pt x="3844" y="434"/>
                    <a:pt x="3439" y="550"/>
                  </a:cubicBezTo>
                  <a:cubicBezTo>
                    <a:pt x="3100" y="627"/>
                    <a:pt x="2744" y="662"/>
                    <a:pt x="2410" y="662"/>
                  </a:cubicBezTo>
                  <a:cubicBezTo>
                    <a:pt x="2302" y="662"/>
                    <a:pt x="2197" y="658"/>
                    <a:pt x="2096" y="651"/>
                  </a:cubicBezTo>
                  <a:cubicBezTo>
                    <a:pt x="1677" y="637"/>
                    <a:pt x="1301" y="564"/>
                    <a:pt x="997" y="492"/>
                  </a:cubicBezTo>
                  <a:cubicBezTo>
                    <a:pt x="694" y="420"/>
                    <a:pt x="434" y="362"/>
                    <a:pt x="275" y="319"/>
                  </a:cubicBezTo>
                  <a:cubicBezTo>
                    <a:pt x="203" y="290"/>
                    <a:pt x="131" y="276"/>
                    <a:pt x="73" y="261"/>
                  </a:cubicBezTo>
                  <a:cubicBezTo>
                    <a:pt x="29" y="247"/>
                    <a:pt x="1" y="247"/>
                    <a:pt x="1" y="247"/>
                  </a:cubicBezTo>
                  <a:lnTo>
                    <a:pt x="1" y="247"/>
                  </a:lnTo>
                  <a:cubicBezTo>
                    <a:pt x="1" y="261"/>
                    <a:pt x="44" y="261"/>
                    <a:pt x="73" y="276"/>
                  </a:cubicBezTo>
                  <a:cubicBezTo>
                    <a:pt x="131" y="304"/>
                    <a:pt x="203" y="333"/>
                    <a:pt x="275" y="348"/>
                  </a:cubicBezTo>
                  <a:cubicBezTo>
                    <a:pt x="434" y="406"/>
                    <a:pt x="694" y="492"/>
                    <a:pt x="997" y="564"/>
                  </a:cubicBezTo>
                  <a:cubicBezTo>
                    <a:pt x="1301" y="637"/>
                    <a:pt x="1691" y="738"/>
                    <a:pt x="2096" y="752"/>
                  </a:cubicBezTo>
                  <a:cubicBezTo>
                    <a:pt x="2195" y="759"/>
                    <a:pt x="2297" y="763"/>
                    <a:pt x="2401" y="763"/>
                  </a:cubicBezTo>
                  <a:cubicBezTo>
                    <a:pt x="2739" y="763"/>
                    <a:pt x="3101" y="725"/>
                    <a:pt x="3454" y="637"/>
                  </a:cubicBezTo>
                  <a:cubicBezTo>
                    <a:pt x="3868" y="537"/>
                    <a:pt x="4255" y="352"/>
                    <a:pt x="4543" y="96"/>
                  </a:cubicBezTo>
                  <a:lnTo>
                    <a:pt x="4543" y="96"/>
                  </a:lnTo>
                  <a:cubicBezTo>
                    <a:pt x="5112" y="338"/>
                    <a:pt x="5641" y="464"/>
                    <a:pt x="6048" y="464"/>
                  </a:cubicBezTo>
                  <a:cubicBezTo>
                    <a:pt x="6070" y="464"/>
                    <a:pt x="6091" y="464"/>
                    <a:pt x="6112" y="463"/>
                  </a:cubicBezTo>
                  <a:cubicBezTo>
                    <a:pt x="6315" y="463"/>
                    <a:pt x="6474" y="391"/>
                    <a:pt x="6560" y="333"/>
                  </a:cubicBezTo>
                  <a:cubicBezTo>
                    <a:pt x="6618" y="319"/>
                    <a:pt x="6647" y="304"/>
                    <a:pt x="6676" y="276"/>
                  </a:cubicBezTo>
                  <a:cubicBezTo>
                    <a:pt x="6690" y="276"/>
                    <a:pt x="6705" y="261"/>
                    <a:pt x="6705" y="261"/>
                  </a:cubicBezTo>
                  <a:lnTo>
                    <a:pt x="6705" y="261"/>
                  </a:lnTo>
                  <a:cubicBezTo>
                    <a:pt x="6705" y="261"/>
                    <a:pt x="6647" y="276"/>
                    <a:pt x="6560" y="304"/>
                  </a:cubicBezTo>
                  <a:cubicBezTo>
                    <a:pt x="6459" y="333"/>
                    <a:pt x="6315" y="391"/>
                    <a:pt x="6112" y="406"/>
                  </a:cubicBezTo>
                  <a:cubicBezTo>
                    <a:pt x="6094" y="406"/>
                    <a:pt x="6075" y="407"/>
                    <a:pt x="6056" y="407"/>
                  </a:cubicBezTo>
                  <a:cubicBezTo>
                    <a:pt x="5658" y="407"/>
                    <a:pt x="5131" y="263"/>
                    <a:pt x="4552"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60"/>
            <p:cNvSpPr/>
            <p:nvPr/>
          </p:nvSpPr>
          <p:spPr>
            <a:xfrm flipH="1">
              <a:off x="7010996" y="2417674"/>
              <a:ext cx="55528" cy="519057"/>
            </a:xfrm>
            <a:custGeom>
              <a:avLst/>
              <a:gdLst/>
              <a:ahLst/>
              <a:cxnLst/>
              <a:rect l="l" t="t" r="r" b="b"/>
              <a:pathLst>
                <a:path w="521" h="4870" extrusionOk="0">
                  <a:moveTo>
                    <a:pt x="1" y="1"/>
                  </a:moveTo>
                  <a:cubicBezTo>
                    <a:pt x="1" y="1"/>
                    <a:pt x="1" y="73"/>
                    <a:pt x="15" y="188"/>
                  </a:cubicBezTo>
                  <a:cubicBezTo>
                    <a:pt x="44" y="347"/>
                    <a:pt x="59" y="506"/>
                    <a:pt x="73" y="723"/>
                  </a:cubicBezTo>
                  <a:cubicBezTo>
                    <a:pt x="131" y="1171"/>
                    <a:pt x="203" y="1763"/>
                    <a:pt x="275" y="2442"/>
                  </a:cubicBezTo>
                  <a:cubicBezTo>
                    <a:pt x="348" y="3107"/>
                    <a:pt x="405" y="3714"/>
                    <a:pt x="434" y="4147"/>
                  </a:cubicBezTo>
                  <a:cubicBezTo>
                    <a:pt x="449" y="4364"/>
                    <a:pt x="478" y="4552"/>
                    <a:pt x="492" y="4682"/>
                  </a:cubicBezTo>
                  <a:cubicBezTo>
                    <a:pt x="492" y="4798"/>
                    <a:pt x="506" y="4870"/>
                    <a:pt x="506" y="4870"/>
                  </a:cubicBezTo>
                  <a:cubicBezTo>
                    <a:pt x="506" y="4870"/>
                    <a:pt x="506" y="4826"/>
                    <a:pt x="521" y="4653"/>
                  </a:cubicBezTo>
                  <a:cubicBezTo>
                    <a:pt x="506" y="4537"/>
                    <a:pt x="506" y="4350"/>
                    <a:pt x="492" y="4133"/>
                  </a:cubicBezTo>
                  <a:cubicBezTo>
                    <a:pt x="478" y="3699"/>
                    <a:pt x="420" y="3093"/>
                    <a:pt x="348" y="2413"/>
                  </a:cubicBezTo>
                  <a:cubicBezTo>
                    <a:pt x="275" y="1749"/>
                    <a:pt x="203" y="1142"/>
                    <a:pt x="131" y="709"/>
                  </a:cubicBezTo>
                  <a:cubicBezTo>
                    <a:pt x="87" y="463"/>
                    <a:pt x="59" y="304"/>
                    <a:pt x="44" y="174"/>
                  </a:cubicBezTo>
                  <a:cubicBezTo>
                    <a:pt x="15" y="73"/>
                    <a:pt x="1" y="1"/>
                    <a:pt x="1"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60"/>
            <p:cNvSpPr/>
            <p:nvPr/>
          </p:nvSpPr>
          <p:spPr>
            <a:xfrm flipH="1">
              <a:off x="7226499" y="2696384"/>
              <a:ext cx="154115" cy="162858"/>
            </a:xfrm>
            <a:custGeom>
              <a:avLst/>
              <a:gdLst/>
              <a:ahLst/>
              <a:cxnLst/>
              <a:rect l="l" t="t" r="r" b="b"/>
              <a:pathLst>
                <a:path w="1446" h="1528" extrusionOk="0">
                  <a:moveTo>
                    <a:pt x="101" y="1"/>
                  </a:moveTo>
                  <a:cubicBezTo>
                    <a:pt x="101" y="1"/>
                    <a:pt x="174" y="1"/>
                    <a:pt x="289" y="15"/>
                  </a:cubicBezTo>
                  <a:cubicBezTo>
                    <a:pt x="419" y="44"/>
                    <a:pt x="593" y="59"/>
                    <a:pt x="824" y="73"/>
                  </a:cubicBezTo>
                  <a:cubicBezTo>
                    <a:pt x="925" y="87"/>
                    <a:pt x="1055" y="87"/>
                    <a:pt x="1185" y="116"/>
                  </a:cubicBezTo>
                  <a:cubicBezTo>
                    <a:pt x="1257" y="116"/>
                    <a:pt x="1301" y="116"/>
                    <a:pt x="1344" y="160"/>
                  </a:cubicBezTo>
                  <a:cubicBezTo>
                    <a:pt x="1373" y="217"/>
                    <a:pt x="1373" y="290"/>
                    <a:pt x="1373" y="362"/>
                  </a:cubicBezTo>
                  <a:cubicBezTo>
                    <a:pt x="1373" y="506"/>
                    <a:pt x="1373" y="665"/>
                    <a:pt x="1344" y="810"/>
                  </a:cubicBezTo>
                  <a:cubicBezTo>
                    <a:pt x="1301" y="954"/>
                    <a:pt x="1228" y="1128"/>
                    <a:pt x="1127" y="1229"/>
                  </a:cubicBezTo>
                  <a:cubicBezTo>
                    <a:pt x="1012" y="1344"/>
                    <a:pt x="853" y="1417"/>
                    <a:pt x="708" y="1446"/>
                  </a:cubicBezTo>
                  <a:cubicBezTo>
                    <a:pt x="641" y="1466"/>
                    <a:pt x="571" y="1477"/>
                    <a:pt x="502" y="1477"/>
                  </a:cubicBezTo>
                  <a:cubicBezTo>
                    <a:pt x="422" y="1477"/>
                    <a:pt x="344" y="1462"/>
                    <a:pt x="275" y="1431"/>
                  </a:cubicBezTo>
                  <a:cubicBezTo>
                    <a:pt x="145" y="1359"/>
                    <a:pt x="101" y="1229"/>
                    <a:pt x="72" y="1099"/>
                  </a:cubicBezTo>
                  <a:cubicBezTo>
                    <a:pt x="44" y="983"/>
                    <a:pt x="58" y="853"/>
                    <a:pt x="58" y="738"/>
                  </a:cubicBezTo>
                  <a:cubicBezTo>
                    <a:pt x="72" y="506"/>
                    <a:pt x="116" y="348"/>
                    <a:pt x="130" y="217"/>
                  </a:cubicBezTo>
                  <a:cubicBezTo>
                    <a:pt x="145" y="116"/>
                    <a:pt x="174" y="44"/>
                    <a:pt x="174" y="44"/>
                  </a:cubicBezTo>
                  <a:lnTo>
                    <a:pt x="174" y="44"/>
                  </a:lnTo>
                  <a:cubicBezTo>
                    <a:pt x="174" y="44"/>
                    <a:pt x="130" y="88"/>
                    <a:pt x="116" y="232"/>
                  </a:cubicBezTo>
                  <a:cubicBezTo>
                    <a:pt x="72" y="362"/>
                    <a:pt x="44" y="535"/>
                    <a:pt x="29" y="752"/>
                  </a:cubicBezTo>
                  <a:cubicBezTo>
                    <a:pt x="0" y="868"/>
                    <a:pt x="0" y="998"/>
                    <a:pt x="29" y="1113"/>
                  </a:cubicBezTo>
                  <a:cubicBezTo>
                    <a:pt x="29" y="1243"/>
                    <a:pt x="101" y="1402"/>
                    <a:pt x="246" y="1475"/>
                  </a:cubicBezTo>
                  <a:cubicBezTo>
                    <a:pt x="323" y="1513"/>
                    <a:pt x="405" y="1527"/>
                    <a:pt x="489" y="1527"/>
                  </a:cubicBezTo>
                  <a:cubicBezTo>
                    <a:pt x="561" y="1527"/>
                    <a:pt x="635" y="1517"/>
                    <a:pt x="708" y="1503"/>
                  </a:cubicBezTo>
                  <a:cubicBezTo>
                    <a:pt x="867" y="1460"/>
                    <a:pt x="1040" y="1388"/>
                    <a:pt x="1156" y="1258"/>
                  </a:cubicBezTo>
                  <a:cubicBezTo>
                    <a:pt x="1301" y="1142"/>
                    <a:pt x="1358" y="969"/>
                    <a:pt x="1402" y="810"/>
                  </a:cubicBezTo>
                  <a:cubicBezTo>
                    <a:pt x="1431" y="651"/>
                    <a:pt x="1431" y="492"/>
                    <a:pt x="1431" y="348"/>
                  </a:cubicBezTo>
                  <a:cubicBezTo>
                    <a:pt x="1431" y="275"/>
                    <a:pt x="1445" y="189"/>
                    <a:pt x="1402" y="102"/>
                  </a:cubicBezTo>
                  <a:cubicBezTo>
                    <a:pt x="1358" y="87"/>
                    <a:pt x="1329" y="59"/>
                    <a:pt x="1286" y="59"/>
                  </a:cubicBezTo>
                  <a:cubicBezTo>
                    <a:pt x="1257" y="44"/>
                    <a:pt x="1214" y="44"/>
                    <a:pt x="1185" y="44"/>
                  </a:cubicBezTo>
                  <a:cubicBezTo>
                    <a:pt x="1055" y="44"/>
                    <a:pt x="925" y="15"/>
                    <a:pt x="824" y="15"/>
                  </a:cubicBezTo>
                  <a:cubicBezTo>
                    <a:pt x="607" y="15"/>
                    <a:pt x="434" y="1"/>
                    <a:pt x="289" y="1"/>
                  </a:cubicBezTo>
                  <a:close/>
                </a:path>
              </a:pathLst>
            </a:custGeom>
            <a:solidFill>
              <a:srgbClr val="C59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60"/>
            <p:cNvSpPr/>
            <p:nvPr/>
          </p:nvSpPr>
          <p:spPr>
            <a:xfrm flipH="1">
              <a:off x="6989360" y="1947972"/>
              <a:ext cx="77164" cy="494436"/>
            </a:xfrm>
            <a:custGeom>
              <a:avLst/>
              <a:gdLst/>
              <a:ahLst/>
              <a:cxnLst/>
              <a:rect l="l" t="t" r="r" b="b"/>
              <a:pathLst>
                <a:path w="724" h="4639" extrusionOk="0">
                  <a:moveTo>
                    <a:pt x="1" y="1"/>
                  </a:moveTo>
                  <a:lnTo>
                    <a:pt x="1" y="4639"/>
                  </a:lnTo>
                  <a:cubicBezTo>
                    <a:pt x="1" y="4639"/>
                    <a:pt x="723" y="1532"/>
                    <a:pt x="579" y="1142"/>
                  </a:cubicBezTo>
                  <a:cubicBezTo>
                    <a:pt x="420" y="738"/>
                    <a:pt x="1" y="1"/>
                    <a:pt x="1"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60"/>
            <p:cNvSpPr/>
            <p:nvPr/>
          </p:nvSpPr>
          <p:spPr>
            <a:xfrm flipH="1">
              <a:off x="7067909" y="1963426"/>
              <a:ext cx="291177" cy="472800"/>
            </a:xfrm>
            <a:custGeom>
              <a:avLst/>
              <a:gdLst/>
              <a:ahLst/>
              <a:cxnLst/>
              <a:rect l="l" t="t" r="r" b="b"/>
              <a:pathLst>
                <a:path w="2732" h="4436" extrusionOk="0">
                  <a:moveTo>
                    <a:pt x="419" y="0"/>
                  </a:moveTo>
                  <a:cubicBezTo>
                    <a:pt x="333" y="15"/>
                    <a:pt x="0" y="1315"/>
                    <a:pt x="347" y="1720"/>
                  </a:cubicBezTo>
                  <a:cubicBezTo>
                    <a:pt x="723" y="2153"/>
                    <a:pt x="2731" y="4436"/>
                    <a:pt x="2731" y="4436"/>
                  </a:cubicBezTo>
                  <a:lnTo>
                    <a:pt x="419"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60"/>
            <p:cNvSpPr/>
            <p:nvPr/>
          </p:nvSpPr>
          <p:spPr>
            <a:xfrm flipH="1">
              <a:off x="7314321" y="4927764"/>
              <a:ext cx="371218" cy="37091"/>
            </a:xfrm>
            <a:custGeom>
              <a:avLst/>
              <a:gdLst/>
              <a:ahLst/>
              <a:cxnLst/>
              <a:rect l="l" t="t" r="r" b="b"/>
              <a:pathLst>
                <a:path w="3483" h="348" extrusionOk="0">
                  <a:moveTo>
                    <a:pt x="2384" y="1"/>
                  </a:moveTo>
                  <a:lnTo>
                    <a:pt x="0" y="131"/>
                  </a:lnTo>
                  <a:cubicBezTo>
                    <a:pt x="0" y="131"/>
                    <a:pt x="2240" y="347"/>
                    <a:pt x="3120" y="347"/>
                  </a:cubicBezTo>
                  <a:cubicBezTo>
                    <a:pt x="3330" y="347"/>
                    <a:pt x="3462" y="335"/>
                    <a:pt x="3468" y="304"/>
                  </a:cubicBezTo>
                  <a:cubicBezTo>
                    <a:pt x="3482" y="145"/>
                    <a:pt x="2384" y="1"/>
                    <a:pt x="23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60"/>
            <p:cNvSpPr/>
            <p:nvPr/>
          </p:nvSpPr>
          <p:spPr>
            <a:xfrm flipH="1">
              <a:off x="6896954" y="4927764"/>
              <a:ext cx="371325" cy="37091"/>
            </a:xfrm>
            <a:custGeom>
              <a:avLst/>
              <a:gdLst/>
              <a:ahLst/>
              <a:cxnLst/>
              <a:rect l="l" t="t" r="r" b="b"/>
              <a:pathLst>
                <a:path w="3484" h="348" extrusionOk="0">
                  <a:moveTo>
                    <a:pt x="2385" y="1"/>
                  </a:moveTo>
                  <a:lnTo>
                    <a:pt x="1" y="131"/>
                  </a:lnTo>
                  <a:cubicBezTo>
                    <a:pt x="1" y="131"/>
                    <a:pt x="2250" y="347"/>
                    <a:pt x="3126" y="347"/>
                  </a:cubicBezTo>
                  <a:cubicBezTo>
                    <a:pt x="3335" y="347"/>
                    <a:pt x="3466" y="335"/>
                    <a:pt x="3469" y="304"/>
                  </a:cubicBezTo>
                  <a:cubicBezTo>
                    <a:pt x="3483" y="145"/>
                    <a:pt x="2385" y="1"/>
                    <a:pt x="238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60"/>
            <p:cNvSpPr/>
            <p:nvPr/>
          </p:nvSpPr>
          <p:spPr>
            <a:xfrm flipH="1">
              <a:off x="6904735" y="1505660"/>
              <a:ext cx="348090" cy="160087"/>
            </a:xfrm>
            <a:custGeom>
              <a:avLst/>
              <a:gdLst/>
              <a:ahLst/>
              <a:cxnLst/>
              <a:rect l="l" t="t" r="r" b="b"/>
              <a:pathLst>
                <a:path w="3266" h="1502" extrusionOk="0">
                  <a:moveTo>
                    <a:pt x="1771" y="0"/>
                  </a:moveTo>
                  <a:cubicBezTo>
                    <a:pt x="1647" y="0"/>
                    <a:pt x="1523" y="7"/>
                    <a:pt x="1402" y="18"/>
                  </a:cubicBezTo>
                  <a:cubicBezTo>
                    <a:pt x="1156" y="33"/>
                    <a:pt x="882" y="62"/>
                    <a:pt x="651" y="148"/>
                  </a:cubicBezTo>
                  <a:cubicBezTo>
                    <a:pt x="405" y="250"/>
                    <a:pt x="188" y="423"/>
                    <a:pt x="87" y="654"/>
                  </a:cubicBezTo>
                  <a:cubicBezTo>
                    <a:pt x="29" y="799"/>
                    <a:pt x="0" y="972"/>
                    <a:pt x="73" y="1116"/>
                  </a:cubicBezTo>
                  <a:cubicBezTo>
                    <a:pt x="102" y="1261"/>
                    <a:pt x="246" y="1362"/>
                    <a:pt x="419" y="1362"/>
                  </a:cubicBezTo>
                  <a:cubicBezTo>
                    <a:pt x="612" y="1454"/>
                    <a:pt x="812" y="1502"/>
                    <a:pt x="1012" y="1502"/>
                  </a:cubicBezTo>
                  <a:cubicBezTo>
                    <a:pt x="1188" y="1502"/>
                    <a:pt x="1363" y="1465"/>
                    <a:pt x="1532" y="1391"/>
                  </a:cubicBezTo>
                  <a:cubicBezTo>
                    <a:pt x="1879" y="1218"/>
                    <a:pt x="2168" y="900"/>
                    <a:pt x="2254" y="524"/>
                  </a:cubicBezTo>
                  <a:cubicBezTo>
                    <a:pt x="2327" y="640"/>
                    <a:pt x="2630" y="1131"/>
                    <a:pt x="2760" y="1218"/>
                  </a:cubicBezTo>
                  <a:cubicBezTo>
                    <a:pt x="2823" y="1266"/>
                    <a:pt x="2899" y="1292"/>
                    <a:pt x="2975" y="1292"/>
                  </a:cubicBezTo>
                  <a:cubicBezTo>
                    <a:pt x="3055" y="1292"/>
                    <a:pt x="3134" y="1263"/>
                    <a:pt x="3194" y="1203"/>
                  </a:cubicBezTo>
                  <a:cubicBezTo>
                    <a:pt x="3266" y="1116"/>
                    <a:pt x="3064" y="640"/>
                    <a:pt x="3006" y="538"/>
                  </a:cubicBezTo>
                  <a:cubicBezTo>
                    <a:pt x="2977" y="423"/>
                    <a:pt x="2890" y="336"/>
                    <a:pt x="2789" y="278"/>
                  </a:cubicBezTo>
                  <a:cubicBezTo>
                    <a:pt x="2498" y="63"/>
                    <a:pt x="2135" y="0"/>
                    <a:pt x="1771" y="0"/>
                  </a:cubicBezTo>
                  <a:close/>
                </a:path>
              </a:pathLst>
            </a:custGeom>
            <a:solidFill>
              <a:srgbClr val="151F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60"/>
            <p:cNvSpPr/>
            <p:nvPr/>
          </p:nvSpPr>
          <p:spPr>
            <a:xfrm flipH="1">
              <a:off x="6136295" y="2420765"/>
              <a:ext cx="502098" cy="372826"/>
            </a:xfrm>
            <a:custGeom>
              <a:avLst/>
              <a:gdLst/>
              <a:ahLst/>
              <a:cxnLst/>
              <a:rect l="l" t="t" r="r" b="b"/>
              <a:pathLst>
                <a:path w="4711" h="3498" extrusionOk="0">
                  <a:moveTo>
                    <a:pt x="0" y="0"/>
                  </a:moveTo>
                  <a:lnTo>
                    <a:pt x="0" y="145"/>
                  </a:lnTo>
                  <a:lnTo>
                    <a:pt x="4061" y="3497"/>
                  </a:lnTo>
                  <a:lnTo>
                    <a:pt x="4205" y="3497"/>
                  </a:lnTo>
                  <a:lnTo>
                    <a:pt x="4711" y="391"/>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60"/>
            <p:cNvSpPr/>
            <p:nvPr/>
          </p:nvSpPr>
          <p:spPr>
            <a:xfrm flipH="1">
              <a:off x="6157824" y="2434621"/>
              <a:ext cx="565300" cy="358970"/>
            </a:xfrm>
            <a:custGeom>
              <a:avLst/>
              <a:gdLst/>
              <a:ahLst/>
              <a:cxnLst/>
              <a:rect l="l" t="t" r="r" b="b"/>
              <a:pathLst>
                <a:path w="5304" h="3368" extrusionOk="0">
                  <a:moveTo>
                    <a:pt x="463" y="0"/>
                  </a:moveTo>
                  <a:lnTo>
                    <a:pt x="1" y="3035"/>
                  </a:lnTo>
                  <a:lnTo>
                    <a:pt x="4856" y="3367"/>
                  </a:lnTo>
                  <a:lnTo>
                    <a:pt x="5303" y="405"/>
                  </a:lnTo>
                  <a:lnTo>
                    <a:pt x="46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60"/>
            <p:cNvSpPr/>
            <p:nvPr/>
          </p:nvSpPr>
          <p:spPr>
            <a:xfrm flipH="1">
              <a:off x="6643721" y="2492920"/>
              <a:ext cx="253341" cy="316124"/>
            </a:xfrm>
            <a:custGeom>
              <a:avLst/>
              <a:gdLst/>
              <a:ahLst/>
              <a:cxnLst/>
              <a:rect l="l" t="t" r="r" b="b"/>
              <a:pathLst>
                <a:path w="2377" h="2966" extrusionOk="0">
                  <a:moveTo>
                    <a:pt x="1060" y="0"/>
                  </a:moveTo>
                  <a:cubicBezTo>
                    <a:pt x="930" y="0"/>
                    <a:pt x="0" y="971"/>
                    <a:pt x="0" y="971"/>
                  </a:cubicBezTo>
                  <a:cubicBezTo>
                    <a:pt x="0" y="971"/>
                    <a:pt x="127" y="2965"/>
                    <a:pt x="508" y="2965"/>
                  </a:cubicBezTo>
                  <a:cubicBezTo>
                    <a:pt x="512" y="2965"/>
                    <a:pt x="516" y="2965"/>
                    <a:pt x="520" y="2965"/>
                  </a:cubicBezTo>
                  <a:cubicBezTo>
                    <a:pt x="520" y="2965"/>
                    <a:pt x="1951" y="2401"/>
                    <a:pt x="2037" y="2257"/>
                  </a:cubicBezTo>
                  <a:cubicBezTo>
                    <a:pt x="2093" y="2154"/>
                    <a:pt x="1823" y="2136"/>
                    <a:pt x="1625" y="2136"/>
                  </a:cubicBezTo>
                  <a:cubicBezTo>
                    <a:pt x="1517" y="2136"/>
                    <a:pt x="1431" y="2141"/>
                    <a:pt x="1431" y="2141"/>
                  </a:cubicBezTo>
                  <a:cubicBezTo>
                    <a:pt x="1431" y="2141"/>
                    <a:pt x="2124" y="1996"/>
                    <a:pt x="2225" y="1852"/>
                  </a:cubicBezTo>
                  <a:cubicBezTo>
                    <a:pt x="2326" y="1707"/>
                    <a:pt x="1300" y="1707"/>
                    <a:pt x="1300" y="1707"/>
                  </a:cubicBezTo>
                  <a:cubicBezTo>
                    <a:pt x="1300" y="1707"/>
                    <a:pt x="2326" y="1664"/>
                    <a:pt x="2312" y="1447"/>
                  </a:cubicBezTo>
                  <a:cubicBezTo>
                    <a:pt x="2297" y="1231"/>
                    <a:pt x="1170" y="1202"/>
                    <a:pt x="1170" y="1202"/>
                  </a:cubicBezTo>
                  <a:cubicBezTo>
                    <a:pt x="1170" y="1202"/>
                    <a:pt x="2326" y="1115"/>
                    <a:pt x="2370" y="884"/>
                  </a:cubicBezTo>
                  <a:cubicBezTo>
                    <a:pt x="2377" y="754"/>
                    <a:pt x="1998" y="721"/>
                    <a:pt x="1617" y="721"/>
                  </a:cubicBezTo>
                  <a:cubicBezTo>
                    <a:pt x="1235" y="721"/>
                    <a:pt x="853" y="754"/>
                    <a:pt x="853" y="754"/>
                  </a:cubicBezTo>
                  <a:cubicBezTo>
                    <a:pt x="1170" y="436"/>
                    <a:pt x="1170" y="46"/>
                    <a:pt x="1069" y="3"/>
                  </a:cubicBezTo>
                  <a:cubicBezTo>
                    <a:pt x="1067" y="1"/>
                    <a:pt x="1064" y="0"/>
                    <a:pt x="1060"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60"/>
            <p:cNvSpPr/>
            <p:nvPr/>
          </p:nvSpPr>
          <p:spPr>
            <a:xfrm flipH="1">
              <a:off x="6844623" y="2105072"/>
              <a:ext cx="762367" cy="784447"/>
            </a:xfrm>
            <a:custGeom>
              <a:avLst/>
              <a:gdLst/>
              <a:ahLst/>
              <a:cxnLst/>
              <a:rect l="l" t="t" r="r" b="b"/>
              <a:pathLst>
                <a:path w="7153" h="7360" extrusionOk="0">
                  <a:moveTo>
                    <a:pt x="578" y="0"/>
                  </a:moveTo>
                  <a:cubicBezTo>
                    <a:pt x="578" y="0"/>
                    <a:pt x="0" y="1879"/>
                    <a:pt x="87" y="4841"/>
                  </a:cubicBezTo>
                  <a:cubicBezTo>
                    <a:pt x="139" y="6976"/>
                    <a:pt x="1586" y="7360"/>
                    <a:pt x="2644" y="7360"/>
                  </a:cubicBezTo>
                  <a:cubicBezTo>
                    <a:pt x="3046" y="7360"/>
                    <a:pt x="3392" y="7304"/>
                    <a:pt x="3584" y="7268"/>
                  </a:cubicBezTo>
                  <a:cubicBezTo>
                    <a:pt x="4292" y="7138"/>
                    <a:pt x="7152" y="6604"/>
                    <a:pt x="7152" y="6604"/>
                  </a:cubicBezTo>
                  <a:lnTo>
                    <a:pt x="6647" y="4610"/>
                  </a:lnTo>
                  <a:cubicBezTo>
                    <a:pt x="6647" y="4610"/>
                    <a:pt x="4913" y="4927"/>
                    <a:pt x="2977" y="5029"/>
                  </a:cubicBezTo>
                  <a:cubicBezTo>
                    <a:pt x="2974" y="5029"/>
                    <a:pt x="2971" y="5029"/>
                    <a:pt x="2968" y="5029"/>
                  </a:cubicBezTo>
                  <a:cubicBezTo>
                    <a:pt x="2114" y="5029"/>
                    <a:pt x="2760" y="983"/>
                    <a:pt x="2760" y="983"/>
                  </a:cubicBezTo>
                  <a:lnTo>
                    <a:pt x="5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60"/>
            <p:cNvSpPr/>
            <p:nvPr/>
          </p:nvSpPr>
          <p:spPr>
            <a:xfrm flipH="1">
              <a:off x="6889280" y="2084395"/>
              <a:ext cx="659197" cy="555828"/>
            </a:xfrm>
            <a:custGeom>
              <a:avLst/>
              <a:gdLst/>
              <a:ahLst/>
              <a:cxnLst/>
              <a:rect l="l" t="t" r="r" b="b"/>
              <a:pathLst>
                <a:path w="6185" h="5215" extrusionOk="0">
                  <a:moveTo>
                    <a:pt x="80" y="138"/>
                  </a:moveTo>
                  <a:cubicBezTo>
                    <a:pt x="27" y="162"/>
                    <a:pt x="0" y="180"/>
                    <a:pt x="0" y="180"/>
                  </a:cubicBezTo>
                  <a:cubicBezTo>
                    <a:pt x="0" y="180"/>
                    <a:pt x="33" y="169"/>
                    <a:pt x="80" y="138"/>
                  </a:cubicBezTo>
                  <a:close/>
                  <a:moveTo>
                    <a:pt x="6184" y="4804"/>
                  </a:moveTo>
                  <a:lnTo>
                    <a:pt x="6184" y="4804"/>
                  </a:lnTo>
                  <a:cubicBezTo>
                    <a:pt x="6184" y="4804"/>
                    <a:pt x="6141" y="4804"/>
                    <a:pt x="6083" y="4818"/>
                  </a:cubicBezTo>
                  <a:cubicBezTo>
                    <a:pt x="6141" y="4818"/>
                    <a:pt x="6184" y="4804"/>
                    <a:pt x="6184" y="4804"/>
                  </a:cubicBezTo>
                  <a:close/>
                  <a:moveTo>
                    <a:pt x="6083" y="4818"/>
                  </a:moveTo>
                  <a:lnTo>
                    <a:pt x="6083" y="4818"/>
                  </a:lnTo>
                  <a:cubicBezTo>
                    <a:pt x="6011" y="4847"/>
                    <a:pt x="5895" y="4861"/>
                    <a:pt x="5765" y="4876"/>
                  </a:cubicBezTo>
                  <a:cubicBezTo>
                    <a:pt x="5910" y="4861"/>
                    <a:pt x="6011" y="4847"/>
                    <a:pt x="6083" y="4818"/>
                  </a:cubicBezTo>
                  <a:close/>
                  <a:moveTo>
                    <a:pt x="631" y="1"/>
                  </a:moveTo>
                  <a:cubicBezTo>
                    <a:pt x="538" y="1"/>
                    <a:pt x="454" y="13"/>
                    <a:pt x="390" y="21"/>
                  </a:cubicBezTo>
                  <a:cubicBezTo>
                    <a:pt x="260" y="50"/>
                    <a:pt x="145" y="93"/>
                    <a:pt x="101" y="122"/>
                  </a:cubicBezTo>
                  <a:cubicBezTo>
                    <a:pt x="94" y="128"/>
                    <a:pt x="87" y="133"/>
                    <a:pt x="80" y="138"/>
                  </a:cubicBezTo>
                  <a:lnTo>
                    <a:pt x="80" y="138"/>
                  </a:lnTo>
                  <a:cubicBezTo>
                    <a:pt x="144" y="108"/>
                    <a:pt x="248" y="67"/>
                    <a:pt x="390" y="36"/>
                  </a:cubicBezTo>
                  <a:cubicBezTo>
                    <a:pt x="442" y="23"/>
                    <a:pt x="506" y="15"/>
                    <a:pt x="576" y="15"/>
                  </a:cubicBezTo>
                  <a:cubicBezTo>
                    <a:pt x="662" y="15"/>
                    <a:pt x="757" y="26"/>
                    <a:pt x="853" y="50"/>
                  </a:cubicBezTo>
                  <a:cubicBezTo>
                    <a:pt x="1041" y="93"/>
                    <a:pt x="1228" y="194"/>
                    <a:pt x="1416" y="339"/>
                  </a:cubicBezTo>
                  <a:cubicBezTo>
                    <a:pt x="1590" y="483"/>
                    <a:pt x="1763" y="700"/>
                    <a:pt x="1864" y="960"/>
                  </a:cubicBezTo>
                  <a:cubicBezTo>
                    <a:pt x="1980" y="1206"/>
                    <a:pt x="2023" y="1524"/>
                    <a:pt x="2052" y="1827"/>
                  </a:cubicBezTo>
                  <a:cubicBezTo>
                    <a:pt x="2081" y="2463"/>
                    <a:pt x="1908" y="3128"/>
                    <a:pt x="1879" y="3864"/>
                  </a:cubicBezTo>
                  <a:cubicBezTo>
                    <a:pt x="1879" y="4052"/>
                    <a:pt x="1879" y="4226"/>
                    <a:pt x="1922" y="4413"/>
                  </a:cubicBezTo>
                  <a:cubicBezTo>
                    <a:pt x="1936" y="4587"/>
                    <a:pt x="1994" y="4775"/>
                    <a:pt x="2081" y="4919"/>
                  </a:cubicBezTo>
                  <a:cubicBezTo>
                    <a:pt x="2168" y="5064"/>
                    <a:pt x="2312" y="5179"/>
                    <a:pt x="2500" y="5208"/>
                  </a:cubicBezTo>
                  <a:cubicBezTo>
                    <a:pt x="2553" y="5213"/>
                    <a:pt x="2606" y="5215"/>
                    <a:pt x="2659" y="5215"/>
                  </a:cubicBezTo>
                  <a:cubicBezTo>
                    <a:pt x="2766" y="5215"/>
                    <a:pt x="2876" y="5208"/>
                    <a:pt x="2991" y="5208"/>
                  </a:cubicBezTo>
                  <a:cubicBezTo>
                    <a:pt x="3612" y="5165"/>
                    <a:pt x="4176" y="5107"/>
                    <a:pt x="4653" y="5064"/>
                  </a:cubicBezTo>
                  <a:cubicBezTo>
                    <a:pt x="5130" y="4991"/>
                    <a:pt x="5520" y="4934"/>
                    <a:pt x="5765" y="4876"/>
                  </a:cubicBezTo>
                  <a:lnTo>
                    <a:pt x="5765" y="4876"/>
                  </a:lnTo>
                  <a:cubicBezTo>
                    <a:pt x="5505" y="4919"/>
                    <a:pt x="5115" y="4963"/>
                    <a:pt x="4653" y="5020"/>
                  </a:cubicBezTo>
                  <a:cubicBezTo>
                    <a:pt x="4176" y="5078"/>
                    <a:pt x="3612" y="5107"/>
                    <a:pt x="2991" y="5150"/>
                  </a:cubicBezTo>
                  <a:cubicBezTo>
                    <a:pt x="2895" y="5150"/>
                    <a:pt x="2786" y="5157"/>
                    <a:pt x="2677" y="5157"/>
                  </a:cubicBezTo>
                  <a:cubicBezTo>
                    <a:pt x="2622" y="5157"/>
                    <a:pt x="2567" y="5155"/>
                    <a:pt x="2514" y="5150"/>
                  </a:cubicBezTo>
                  <a:cubicBezTo>
                    <a:pt x="2355" y="5107"/>
                    <a:pt x="2225" y="5020"/>
                    <a:pt x="2139" y="4876"/>
                  </a:cubicBezTo>
                  <a:cubicBezTo>
                    <a:pt x="2052" y="4746"/>
                    <a:pt x="2009" y="4587"/>
                    <a:pt x="1980" y="4413"/>
                  </a:cubicBezTo>
                  <a:cubicBezTo>
                    <a:pt x="1936" y="4240"/>
                    <a:pt x="1936" y="4067"/>
                    <a:pt x="1936" y="3879"/>
                  </a:cubicBezTo>
                  <a:cubicBezTo>
                    <a:pt x="1951" y="3156"/>
                    <a:pt x="2139" y="2477"/>
                    <a:pt x="2095" y="1842"/>
                  </a:cubicBezTo>
                  <a:cubicBezTo>
                    <a:pt x="2081" y="1524"/>
                    <a:pt x="2023" y="1206"/>
                    <a:pt x="1922" y="960"/>
                  </a:cubicBezTo>
                  <a:cubicBezTo>
                    <a:pt x="1806" y="686"/>
                    <a:pt x="1647" y="469"/>
                    <a:pt x="1445" y="324"/>
                  </a:cubicBezTo>
                  <a:cubicBezTo>
                    <a:pt x="1257" y="180"/>
                    <a:pt x="1055" y="93"/>
                    <a:pt x="867" y="36"/>
                  </a:cubicBezTo>
                  <a:cubicBezTo>
                    <a:pt x="789" y="9"/>
                    <a:pt x="707" y="1"/>
                    <a:pt x="631"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60"/>
            <p:cNvSpPr/>
            <p:nvPr/>
          </p:nvSpPr>
          <p:spPr>
            <a:xfrm flipH="1">
              <a:off x="6850805" y="2802645"/>
              <a:ext cx="671561" cy="80576"/>
            </a:xfrm>
            <a:custGeom>
              <a:avLst/>
              <a:gdLst/>
              <a:ahLst/>
              <a:cxnLst/>
              <a:rect l="l" t="t" r="r" b="b"/>
              <a:pathLst>
                <a:path w="6301" h="756" extrusionOk="0">
                  <a:moveTo>
                    <a:pt x="6301" y="1"/>
                  </a:moveTo>
                  <a:lnTo>
                    <a:pt x="6301" y="1"/>
                  </a:lnTo>
                  <a:cubicBezTo>
                    <a:pt x="6301" y="1"/>
                    <a:pt x="6257" y="1"/>
                    <a:pt x="6228" y="15"/>
                  </a:cubicBezTo>
                  <a:cubicBezTo>
                    <a:pt x="6286" y="15"/>
                    <a:pt x="6301" y="1"/>
                    <a:pt x="6301" y="1"/>
                  </a:cubicBezTo>
                  <a:close/>
                  <a:moveTo>
                    <a:pt x="6228" y="15"/>
                  </a:moveTo>
                  <a:lnTo>
                    <a:pt x="6228" y="15"/>
                  </a:lnTo>
                  <a:cubicBezTo>
                    <a:pt x="6218" y="18"/>
                    <a:pt x="6208" y="21"/>
                    <a:pt x="6199" y="24"/>
                  </a:cubicBezTo>
                  <a:lnTo>
                    <a:pt x="6199" y="24"/>
                  </a:lnTo>
                  <a:cubicBezTo>
                    <a:pt x="6211" y="22"/>
                    <a:pt x="6221" y="19"/>
                    <a:pt x="6228" y="15"/>
                  </a:cubicBezTo>
                  <a:close/>
                  <a:moveTo>
                    <a:pt x="6199" y="24"/>
                  </a:moveTo>
                  <a:lnTo>
                    <a:pt x="6199" y="24"/>
                  </a:lnTo>
                  <a:cubicBezTo>
                    <a:pt x="6163" y="31"/>
                    <a:pt x="6109" y="37"/>
                    <a:pt x="6055" y="59"/>
                  </a:cubicBezTo>
                  <a:cubicBezTo>
                    <a:pt x="5882" y="87"/>
                    <a:pt x="5650" y="131"/>
                    <a:pt x="5361" y="174"/>
                  </a:cubicBezTo>
                  <a:cubicBezTo>
                    <a:pt x="4783" y="290"/>
                    <a:pt x="3974" y="434"/>
                    <a:pt x="3093" y="564"/>
                  </a:cubicBezTo>
                  <a:cubicBezTo>
                    <a:pt x="2631" y="608"/>
                    <a:pt x="2197" y="680"/>
                    <a:pt x="1821" y="709"/>
                  </a:cubicBezTo>
                  <a:cubicBezTo>
                    <a:pt x="1744" y="712"/>
                    <a:pt x="1667" y="713"/>
                    <a:pt x="1592" y="713"/>
                  </a:cubicBezTo>
                  <a:cubicBezTo>
                    <a:pt x="1305" y="713"/>
                    <a:pt x="1039" y="688"/>
                    <a:pt x="810" y="608"/>
                  </a:cubicBezTo>
                  <a:cubicBezTo>
                    <a:pt x="536" y="521"/>
                    <a:pt x="319" y="420"/>
                    <a:pt x="203" y="304"/>
                  </a:cubicBezTo>
                  <a:cubicBezTo>
                    <a:pt x="59" y="217"/>
                    <a:pt x="1" y="145"/>
                    <a:pt x="1" y="145"/>
                  </a:cubicBezTo>
                  <a:lnTo>
                    <a:pt x="1" y="145"/>
                  </a:lnTo>
                  <a:cubicBezTo>
                    <a:pt x="1" y="145"/>
                    <a:pt x="1" y="160"/>
                    <a:pt x="30" y="189"/>
                  </a:cubicBezTo>
                  <a:cubicBezTo>
                    <a:pt x="73" y="217"/>
                    <a:pt x="102" y="275"/>
                    <a:pt x="174" y="319"/>
                  </a:cubicBezTo>
                  <a:cubicBezTo>
                    <a:pt x="304" y="434"/>
                    <a:pt x="507" y="550"/>
                    <a:pt x="796" y="651"/>
                  </a:cubicBezTo>
                  <a:cubicBezTo>
                    <a:pt x="1026" y="724"/>
                    <a:pt x="1316" y="756"/>
                    <a:pt x="1634" y="756"/>
                  </a:cubicBezTo>
                  <a:cubicBezTo>
                    <a:pt x="1696" y="756"/>
                    <a:pt x="1758" y="754"/>
                    <a:pt x="1821" y="752"/>
                  </a:cubicBezTo>
                  <a:cubicBezTo>
                    <a:pt x="2226" y="738"/>
                    <a:pt x="2631" y="665"/>
                    <a:pt x="3093" y="608"/>
                  </a:cubicBezTo>
                  <a:cubicBezTo>
                    <a:pt x="3974" y="478"/>
                    <a:pt x="4783" y="333"/>
                    <a:pt x="5361" y="217"/>
                  </a:cubicBezTo>
                  <a:cubicBezTo>
                    <a:pt x="5650" y="160"/>
                    <a:pt x="5882" y="102"/>
                    <a:pt x="6055" y="73"/>
                  </a:cubicBezTo>
                  <a:cubicBezTo>
                    <a:pt x="6114" y="61"/>
                    <a:pt x="6154" y="39"/>
                    <a:pt x="6199" y="24"/>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60"/>
            <p:cNvSpPr/>
            <p:nvPr/>
          </p:nvSpPr>
          <p:spPr>
            <a:xfrm flipH="1">
              <a:off x="6896955" y="2249809"/>
              <a:ext cx="106367" cy="44765"/>
            </a:xfrm>
            <a:custGeom>
              <a:avLst/>
              <a:gdLst/>
              <a:ahLst/>
              <a:cxnLst/>
              <a:rect l="l" t="t" r="r" b="b"/>
              <a:pathLst>
                <a:path w="998" h="420" extrusionOk="0">
                  <a:moveTo>
                    <a:pt x="939" y="1"/>
                  </a:moveTo>
                  <a:lnTo>
                    <a:pt x="0" y="217"/>
                  </a:lnTo>
                  <a:lnTo>
                    <a:pt x="0" y="420"/>
                  </a:lnTo>
                  <a:lnTo>
                    <a:pt x="997" y="145"/>
                  </a:lnTo>
                  <a:lnTo>
                    <a:pt x="9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4" name="Google Shape;2494;p60"/>
          <p:cNvGrpSpPr/>
          <p:nvPr/>
        </p:nvGrpSpPr>
        <p:grpSpPr>
          <a:xfrm>
            <a:off x="7937925" y="2559185"/>
            <a:ext cx="785377" cy="2421158"/>
            <a:chOff x="7825375" y="2447285"/>
            <a:chExt cx="785377" cy="2421158"/>
          </a:xfrm>
        </p:grpSpPr>
        <p:sp>
          <p:nvSpPr>
            <p:cNvPr id="2495" name="Google Shape;2495;p60"/>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60"/>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60"/>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60"/>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60"/>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60"/>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60"/>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02" name="Google Shape;2502;p60"/>
          <p:cNvSpPr/>
          <p:nvPr/>
        </p:nvSpPr>
        <p:spPr>
          <a:xfrm rot="-1701150">
            <a:off x="8033848" y="265912"/>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3" name="Google Shape;2503;p60"/>
          <p:cNvGrpSpPr/>
          <p:nvPr/>
        </p:nvGrpSpPr>
        <p:grpSpPr>
          <a:xfrm>
            <a:off x="229946" y="4120951"/>
            <a:ext cx="680400" cy="638700"/>
            <a:chOff x="160871" y="936851"/>
            <a:chExt cx="680400" cy="638700"/>
          </a:xfrm>
        </p:grpSpPr>
        <p:sp>
          <p:nvSpPr>
            <p:cNvPr id="2504" name="Google Shape;2504;p60"/>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05" name="Google Shape;2505;p60"/>
            <p:cNvGrpSpPr/>
            <p:nvPr/>
          </p:nvGrpSpPr>
          <p:grpSpPr>
            <a:xfrm>
              <a:off x="336500" y="1150250"/>
              <a:ext cx="317850" cy="209175"/>
              <a:chOff x="336500" y="1150250"/>
              <a:chExt cx="317850" cy="209175"/>
            </a:xfrm>
          </p:grpSpPr>
          <p:sp>
            <p:nvSpPr>
              <p:cNvPr id="2506" name="Google Shape;2506;p60"/>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60"/>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60"/>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 name="Google Shape;596;p34">
            <a:extLst>
              <a:ext uri="{FF2B5EF4-FFF2-40B4-BE49-F238E27FC236}">
                <a16:creationId xmlns:a16="http://schemas.microsoft.com/office/drawing/2014/main" id="{FC391E62-8FBF-581A-CD1B-541CD0AC7161}"/>
              </a:ext>
            </a:extLst>
          </p:cNvPr>
          <p:cNvSpPr txBox="1">
            <a:spLocks/>
          </p:cNvSpPr>
          <p:nvPr/>
        </p:nvSpPr>
        <p:spPr>
          <a:xfrm>
            <a:off x="1067439" y="1568592"/>
            <a:ext cx="933300" cy="8643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4100" dirty="0">
                <a:solidFill>
                  <a:schemeClr val="lt2"/>
                </a:solidFill>
                <a:latin typeface="Archivo Black"/>
                <a:sym typeface="Archivo Black"/>
              </a:rPr>
              <a:t>02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grpSp>
        <p:nvGrpSpPr>
          <p:cNvPr id="876" name="Google Shape;876;p41"/>
          <p:cNvGrpSpPr/>
          <p:nvPr/>
        </p:nvGrpSpPr>
        <p:grpSpPr>
          <a:xfrm>
            <a:off x="1240123" y="2886740"/>
            <a:ext cx="1117623" cy="938521"/>
            <a:chOff x="1240123" y="2886740"/>
            <a:chExt cx="1117623" cy="938521"/>
          </a:xfrm>
        </p:grpSpPr>
        <p:sp>
          <p:nvSpPr>
            <p:cNvPr id="877" name="Google Shape;877;p41"/>
            <p:cNvSpPr/>
            <p:nvPr/>
          </p:nvSpPr>
          <p:spPr>
            <a:xfrm>
              <a:off x="1353863" y="2910950"/>
              <a:ext cx="890100" cy="890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1"/>
            <p:cNvSpPr/>
            <p:nvPr/>
          </p:nvSpPr>
          <p:spPr>
            <a:xfrm rot="-656778">
              <a:off x="1303683" y="2973829"/>
              <a:ext cx="990503" cy="764343"/>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 name="Google Shape;879;p41"/>
          <p:cNvGrpSpPr/>
          <p:nvPr/>
        </p:nvGrpSpPr>
        <p:grpSpPr>
          <a:xfrm>
            <a:off x="3147448" y="2910950"/>
            <a:ext cx="990501" cy="890100"/>
            <a:chOff x="3147448" y="2910950"/>
            <a:chExt cx="990501" cy="890100"/>
          </a:xfrm>
        </p:grpSpPr>
        <p:sp>
          <p:nvSpPr>
            <p:cNvPr id="880" name="Google Shape;880;p41"/>
            <p:cNvSpPr/>
            <p:nvPr/>
          </p:nvSpPr>
          <p:spPr>
            <a:xfrm>
              <a:off x="3202600" y="2910950"/>
              <a:ext cx="890100" cy="890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1"/>
            <p:cNvSpPr/>
            <p:nvPr/>
          </p:nvSpPr>
          <p:spPr>
            <a:xfrm rot="10800000">
              <a:off x="3147448" y="2973832"/>
              <a:ext cx="990501" cy="764341"/>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 name="Google Shape;882;p41"/>
          <p:cNvGrpSpPr/>
          <p:nvPr/>
        </p:nvGrpSpPr>
        <p:grpSpPr>
          <a:xfrm>
            <a:off x="4937561" y="2886740"/>
            <a:ext cx="1117623" cy="938521"/>
            <a:chOff x="4937561" y="2886740"/>
            <a:chExt cx="1117623" cy="938521"/>
          </a:xfrm>
        </p:grpSpPr>
        <p:sp>
          <p:nvSpPr>
            <p:cNvPr id="883" name="Google Shape;883;p41"/>
            <p:cNvSpPr/>
            <p:nvPr/>
          </p:nvSpPr>
          <p:spPr>
            <a:xfrm>
              <a:off x="5051313" y="2910950"/>
              <a:ext cx="890100" cy="890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1"/>
            <p:cNvSpPr/>
            <p:nvPr/>
          </p:nvSpPr>
          <p:spPr>
            <a:xfrm rot="-656778">
              <a:off x="5001121" y="2973829"/>
              <a:ext cx="990503" cy="764343"/>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 name="Google Shape;885;p41"/>
          <p:cNvGrpSpPr/>
          <p:nvPr/>
        </p:nvGrpSpPr>
        <p:grpSpPr>
          <a:xfrm>
            <a:off x="6849823" y="2910950"/>
            <a:ext cx="990501" cy="890100"/>
            <a:chOff x="6849823" y="2910950"/>
            <a:chExt cx="990501" cy="890100"/>
          </a:xfrm>
        </p:grpSpPr>
        <p:sp>
          <p:nvSpPr>
            <p:cNvPr id="886" name="Google Shape;886;p41"/>
            <p:cNvSpPr/>
            <p:nvPr/>
          </p:nvSpPr>
          <p:spPr>
            <a:xfrm>
              <a:off x="6900038" y="2910950"/>
              <a:ext cx="890100" cy="8901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1"/>
            <p:cNvSpPr/>
            <p:nvPr/>
          </p:nvSpPr>
          <p:spPr>
            <a:xfrm rot="10800000">
              <a:off x="6849823" y="2973832"/>
              <a:ext cx="990501" cy="764341"/>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8" name="Google Shape;888;p41"/>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 Cleaning Workflow</a:t>
            </a:r>
            <a:endParaRPr/>
          </a:p>
        </p:txBody>
      </p:sp>
      <p:sp>
        <p:nvSpPr>
          <p:cNvPr id="889" name="Google Shape;889;p41"/>
          <p:cNvSpPr txBox="1"/>
          <p:nvPr/>
        </p:nvSpPr>
        <p:spPr>
          <a:xfrm>
            <a:off x="1041425" y="1530727"/>
            <a:ext cx="1515000" cy="700500"/>
          </a:xfrm>
          <a:prstGeom prst="rect">
            <a:avLst/>
          </a:prstGeom>
          <a:noFill/>
          <a:ln>
            <a:noFill/>
          </a:ln>
        </p:spPr>
        <p:txBody>
          <a:bodyPr spcFirstLastPara="1" wrap="square" lIns="0" tIns="6700" rIns="0" bIns="0" anchor="b" anchorCtr="0">
            <a:noAutofit/>
          </a:bodyPr>
          <a:lstStyle/>
          <a:p>
            <a:pPr marL="12700" marR="0" lvl="0" indent="0" algn="ctr" rtl="0">
              <a:lnSpc>
                <a:spcPct val="100000"/>
              </a:lnSpc>
              <a:spcBef>
                <a:spcPts val="800"/>
              </a:spcBef>
              <a:spcAft>
                <a:spcPts val="0"/>
              </a:spcAft>
              <a:buNone/>
            </a:pPr>
            <a:r>
              <a:rPr lang="en" dirty="0">
                <a:solidFill>
                  <a:schemeClr val="dk1"/>
                </a:solidFill>
                <a:latin typeface="Karla"/>
                <a:ea typeface="Karla"/>
                <a:cs typeface="Karla"/>
                <a:sym typeface="Karla"/>
              </a:rPr>
              <a:t>Import Excel file via Get Data → Transform Data. Never click Load directly.</a:t>
            </a:r>
            <a:endParaRPr dirty="0">
              <a:solidFill>
                <a:schemeClr val="dk1"/>
              </a:solidFill>
              <a:latin typeface="Karla"/>
              <a:ea typeface="Karla"/>
              <a:cs typeface="Karla"/>
              <a:sym typeface="Karla"/>
            </a:endParaRPr>
          </a:p>
        </p:txBody>
      </p:sp>
      <p:sp>
        <p:nvSpPr>
          <p:cNvPr id="890" name="Google Shape;890;p41"/>
          <p:cNvSpPr txBox="1"/>
          <p:nvPr/>
        </p:nvSpPr>
        <p:spPr>
          <a:xfrm>
            <a:off x="1154513" y="2518350"/>
            <a:ext cx="1288800" cy="258900"/>
          </a:xfrm>
          <a:prstGeom prst="rect">
            <a:avLst/>
          </a:prstGeom>
          <a:noFill/>
          <a:ln>
            <a:noFill/>
          </a:ln>
        </p:spPr>
        <p:txBody>
          <a:bodyPr spcFirstLastPara="1" wrap="square" lIns="0" tIns="6700" rIns="0" bIns="0" anchor="b" anchorCtr="0">
            <a:noAutofit/>
          </a:bodyPr>
          <a:lstStyle/>
          <a:p>
            <a:pPr marL="12700" marR="0" lvl="0" indent="0" algn="ctr" rtl="0">
              <a:lnSpc>
                <a:spcPct val="100000"/>
              </a:lnSpc>
              <a:spcBef>
                <a:spcPts val="800"/>
              </a:spcBef>
              <a:spcAft>
                <a:spcPts val="0"/>
              </a:spcAft>
              <a:buNone/>
            </a:pPr>
            <a:r>
              <a:rPr lang="en" sz="1800" dirty="0">
                <a:solidFill>
                  <a:schemeClr val="dk1"/>
                </a:solidFill>
                <a:latin typeface="Archivo Black"/>
                <a:ea typeface="Archivo Black"/>
                <a:cs typeface="Archivo Black"/>
                <a:sym typeface="Archivo Black"/>
              </a:rPr>
              <a:t>Connect</a:t>
            </a:r>
            <a:endParaRPr sz="2000" dirty="0">
              <a:solidFill>
                <a:schemeClr val="dk1"/>
              </a:solidFill>
              <a:latin typeface="Archivo Black"/>
              <a:ea typeface="Archivo Black"/>
              <a:cs typeface="Archivo Black"/>
              <a:sym typeface="Archivo Black"/>
            </a:endParaRPr>
          </a:p>
        </p:txBody>
      </p:sp>
      <p:sp>
        <p:nvSpPr>
          <p:cNvPr id="891" name="Google Shape;891;p41"/>
          <p:cNvSpPr txBox="1"/>
          <p:nvPr/>
        </p:nvSpPr>
        <p:spPr>
          <a:xfrm>
            <a:off x="2885198" y="1530727"/>
            <a:ext cx="1515000" cy="700500"/>
          </a:xfrm>
          <a:prstGeom prst="rect">
            <a:avLst/>
          </a:prstGeom>
          <a:noFill/>
          <a:ln>
            <a:noFill/>
          </a:ln>
        </p:spPr>
        <p:txBody>
          <a:bodyPr spcFirstLastPara="1" wrap="square" lIns="0" tIns="6700" rIns="0" bIns="0" anchor="b" anchorCtr="0">
            <a:noAutofit/>
          </a:bodyPr>
          <a:lstStyle/>
          <a:p>
            <a:pPr marL="12700" marR="0" lvl="0" indent="0" algn="ctr" rtl="0">
              <a:lnSpc>
                <a:spcPct val="100000"/>
              </a:lnSpc>
              <a:spcBef>
                <a:spcPts val="800"/>
              </a:spcBef>
              <a:spcAft>
                <a:spcPts val="0"/>
              </a:spcAft>
              <a:buNone/>
            </a:pPr>
            <a:r>
              <a:rPr lang="en" dirty="0">
                <a:solidFill>
                  <a:schemeClr val="dk1"/>
                </a:solidFill>
                <a:latin typeface="Karla"/>
                <a:ea typeface="Karla"/>
                <a:cs typeface="Karla"/>
                <a:sym typeface="Karla"/>
              </a:rPr>
              <a:t>Correct data types: Period → Date, LC Value → Fixed Decimal, Units → Decimal.</a:t>
            </a:r>
            <a:endParaRPr dirty="0">
              <a:solidFill>
                <a:schemeClr val="dk1"/>
              </a:solidFill>
              <a:latin typeface="Karla"/>
              <a:ea typeface="Karla"/>
              <a:cs typeface="Karla"/>
              <a:sym typeface="Karla"/>
            </a:endParaRPr>
          </a:p>
        </p:txBody>
      </p:sp>
      <p:sp>
        <p:nvSpPr>
          <p:cNvPr id="892" name="Google Shape;892;p41"/>
          <p:cNvSpPr txBox="1"/>
          <p:nvPr/>
        </p:nvSpPr>
        <p:spPr>
          <a:xfrm>
            <a:off x="4728971" y="1335989"/>
            <a:ext cx="1515000" cy="700500"/>
          </a:xfrm>
          <a:prstGeom prst="rect">
            <a:avLst/>
          </a:prstGeom>
          <a:noFill/>
          <a:ln>
            <a:noFill/>
          </a:ln>
        </p:spPr>
        <p:txBody>
          <a:bodyPr spcFirstLastPara="1" wrap="square" lIns="0" tIns="6700" rIns="0" bIns="0" anchor="b" anchorCtr="0">
            <a:noAutofit/>
          </a:bodyPr>
          <a:lstStyle/>
          <a:p>
            <a:pPr marL="12700" marR="0" lvl="0" indent="0" algn="ctr" rtl="0">
              <a:lnSpc>
                <a:spcPct val="100000"/>
              </a:lnSpc>
              <a:spcBef>
                <a:spcPts val="800"/>
              </a:spcBef>
              <a:spcAft>
                <a:spcPts val="0"/>
              </a:spcAft>
              <a:buNone/>
            </a:pPr>
            <a:r>
              <a:rPr lang="en" dirty="0">
                <a:solidFill>
                  <a:schemeClr val="dk1"/>
                </a:solidFill>
                <a:latin typeface="Karla"/>
                <a:ea typeface="Karla"/>
                <a:cs typeface="Karla"/>
                <a:sym typeface="Karla"/>
              </a:rPr>
              <a:t>Replace nulls, deduplicate at Product+Pack+Sector+Period grain.</a:t>
            </a:r>
            <a:endParaRPr dirty="0">
              <a:solidFill>
                <a:schemeClr val="dk1"/>
              </a:solidFill>
              <a:latin typeface="Karla"/>
              <a:ea typeface="Karla"/>
              <a:cs typeface="Karla"/>
              <a:sym typeface="Karla"/>
            </a:endParaRPr>
          </a:p>
        </p:txBody>
      </p:sp>
      <p:sp>
        <p:nvSpPr>
          <p:cNvPr id="893" name="Google Shape;893;p41"/>
          <p:cNvSpPr txBox="1"/>
          <p:nvPr/>
        </p:nvSpPr>
        <p:spPr>
          <a:xfrm>
            <a:off x="6572744" y="1378542"/>
            <a:ext cx="1515000" cy="700500"/>
          </a:xfrm>
          <a:prstGeom prst="rect">
            <a:avLst/>
          </a:prstGeom>
          <a:noFill/>
          <a:ln>
            <a:noFill/>
          </a:ln>
        </p:spPr>
        <p:txBody>
          <a:bodyPr spcFirstLastPara="1" wrap="square" lIns="0" tIns="6700" rIns="0" bIns="0" anchor="b" anchorCtr="0">
            <a:noAutofit/>
          </a:bodyPr>
          <a:lstStyle/>
          <a:p>
            <a:pPr marL="12700" marR="0" lvl="0" indent="0" algn="ctr" rtl="0">
              <a:lnSpc>
                <a:spcPct val="100000"/>
              </a:lnSpc>
              <a:spcBef>
                <a:spcPts val="800"/>
              </a:spcBef>
              <a:spcAft>
                <a:spcPts val="0"/>
              </a:spcAft>
              <a:buNone/>
            </a:pPr>
            <a:r>
              <a:rPr lang="en" dirty="0">
                <a:solidFill>
                  <a:schemeClr val="dk1"/>
                </a:solidFill>
                <a:latin typeface="Karla"/>
                <a:ea typeface="Karla"/>
                <a:cs typeface="Karla"/>
                <a:sym typeface="Karla"/>
              </a:rPr>
              <a:t>Strip asterisks, trim, parse Launch Date, clean Corp names.</a:t>
            </a:r>
            <a:endParaRPr dirty="0">
              <a:solidFill>
                <a:schemeClr val="dk1"/>
              </a:solidFill>
              <a:latin typeface="Karla"/>
              <a:ea typeface="Karla"/>
              <a:cs typeface="Karla"/>
              <a:sym typeface="Karla"/>
            </a:endParaRPr>
          </a:p>
        </p:txBody>
      </p:sp>
      <p:sp>
        <p:nvSpPr>
          <p:cNvPr id="894" name="Google Shape;894;p41"/>
          <p:cNvSpPr txBox="1"/>
          <p:nvPr/>
        </p:nvSpPr>
        <p:spPr>
          <a:xfrm>
            <a:off x="2998298" y="2523848"/>
            <a:ext cx="1288800" cy="258900"/>
          </a:xfrm>
          <a:prstGeom prst="rect">
            <a:avLst/>
          </a:prstGeom>
          <a:noFill/>
          <a:ln>
            <a:noFill/>
          </a:ln>
        </p:spPr>
        <p:txBody>
          <a:bodyPr spcFirstLastPara="1" wrap="square" lIns="0" tIns="6700" rIns="0" bIns="0" anchor="b" anchorCtr="0">
            <a:noAutofit/>
          </a:bodyPr>
          <a:lstStyle/>
          <a:p>
            <a:pPr marL="12700" lvl="0" indent="0" algn="ctr" rtl="0">
              <a:spcBef>
                <a:spcPts val="800"/>
              </a:spcBef>
              <a:spcAft>
                <a:spcPts val="0"/>
              </a:spcAft>
              <a:buNone/>
            </a:pPr>
            <a:r>
              <a:rPr lang="en" sz="2000" dirty="0">
                <a:solidFill>
                  <a:schemeClr val="dk1"/>
                </a:solidFill>
                <a:latin typeface="Archivo Black"/>
                <a:ea typeface="Archivo Black"/>
                <a:cs typeface="Archivo Black"/>
                <a:sym typeface="Archivo Black"/>
              </a:rPr>
              <a:t>Fix </a:t>
            </a:r>
            <a:r>
              <a:rPr lang="en" sz="1600" dirty="0">
                <a:solidFill>
                  <a:schemeClr val="dk1"/>
                </a:solidFill>
                <a:latin typeface="Archivo Black"/>
                <a:ea typeface="Archivo Black"/>
                <a:cs typeface="Archivo Black"/>
                <a:sym typeface="Archivo Black"/>
              </a:rPr>
              <a:t>Types</a:t>
            </a:r>
            <a:endParaRPr sz="2000" dirty="0">
              <a:solidFill>
                <a:schemeClr val="dk1"/>
              </a:solidFill>
              <a:latin typeface="Archivo Black"/>
              <a:ea typeface="Archivo Black"/>
              <a:cs typeface="Archivo Black"/>
              <a:sym typeface="Archivo Black"/>
            </a:endParaRPr>
          </a:p>
        </p:txBody>
      </p:sp>
      <p:sp>
        <p:nvSpPr>
          <p:cNvPr id="895" name="Google Shape;895;p41"/>
          <p:cNvSpPr txBox="1"/>
          <p:nvPr/>
        </p:nvSpPr>
        <p:spPr>
          <a:xfrm>
            <a:off x="4572000" y="2518350"/>
            <a:ext cx="1775610" cy="258900"/>
          </a:xfrm>
          <a:prstGeom prst="rect">
            <a:avLst/>
          </a:prstGeom>
          <a:noFill/>
          <a:ln>
            <a:noFill/>
          </a:ln>
        </p:spPr>
        <p:txBody>
          <a:bodyPr spcFirstLastPara="1" wrap="square" lIns="0" tIns="6700" rIns="0" bIns="0" anchor="b" anchorCtr="0">
            <a:noAutofit/>
          </a:bodyPr>
          <a:lstStyle/>
          <a:p>
            <a:pPr marL="12700" lvl="0" indent="0" algn="ctr" rtl="0">
              <a:spcBef>
                <a:spcPts val="800"/>
              </a:spcBef>
              <a:spcAft>
                <a:spcPts val="0"/>
              </a:spcAft>
              <a:buNone/>
            </a:pPr>
            <a:r>
              <a:rPr lang="en" sz="1600" dirty="0">
                <a:solidFill>
                  <a:schemeClr val="dk1"/>
                </a:solidFill>
                <a:latin typeface="Archivo Black"/>
                <a:ea typeface="Archivo Black"/>
                <a:cs typeface="Archivo Black"/>
                <a:sym typeface="Archivo Black"/>
              </a:rPr>
              <a:t>Clean \&amp; Deduplicate</a:t>
            </a:r>
            <a:endParaRPr sz="1600" dirty="0">
              <a:solidFill>
                <a:schemeClr val="dk1"/>
              </a:solidFill>
              <a:latin typeface="Archivo Black"/>
              <a:ea typeface="Archivo Black"/>
              <a:cs typeface="Archivo Black"/>
              <a:sym typeface="Archivo Black"/>
            </a:endParaRPr>
          </a:p>
        </p:txBody>
      </p:sp>
      <p:sp>
        <p:nvSpPr>
          <p:cNvPr id="896" name="Google Shape;896;p41"/>
          <p:cNvSpPr txBox="1"/>
          <p:nvPr/>
        </p:nvSpPr>
        <p:spPr>
          <a:xfrm>
            <a:off x="6700698" y="2518350"/>
            <a:ext cx="1460321" cy="258900"/>
          </a:xfrm>
          <a:prstGeom prst="rect">
            <a:avLst/>
          </a:prstGeom>
          <a:noFill/>
          <a:ln>
            <a:noFill/>
          </a:ln>
        </p:spPr>
        <p:txBody>
          <a:bodyPr spcFirstLastPara="1" wrap="square" lIns="0" tIns="6700" rIns="0" bIns="0" anchor="b" anchorCtr="0">
            <a:noAutofit/>
          </a:bodyPr>
          <a:lstStyle/>
          <a:p>
            <a:pPr marL="12700" lvl="0" indent="0" algn="ctr" rtl="0">
              <a:spcBef>
                <a:spcPts val="800"/>
              </a:spcBef>
              <a:spcAft>
                <a:spcPts val="0"/>
              </a:spcAft>
              <a:buNone/>
            </a:pPr>
            <a:r>
              <a:rPr lang="en" sz="1600" dirty="0">
                <a:solidFill>
                  <a:schemeClr val="dk1"/>
                </a:solidFill>
                <a:latin typeface="Archivo Black"/>
                <a:ea typeface="Archivo Black"/>
                <a:cs typeface="Archivo Black"/>
                <a:sym typeface="Archivo Black"/>
              </a:rPr>
              <a:t>Standardize</a:t>
            </a:r>
            <a:endParaRPr sz="1600" dirty="0">
              <a:solidFill>
                <a:schemeClr val="dk1"/>
              </a:solidFill>
              <a:latin typeface="Archivo Black"/>
              <a:ea typeface="Archivo Black"/>
              <a:cs typeface="Archivo Black"/>
              <a:sym typeface="Archivo Black"/>
            </a:endParaRPr>
          </a:p>
        </p:txBody>
      </p:sp>
      <p:sp>
        <p:nvSpPr>
          <p:cNvPr id="897" name="Google Shape;897;p41"/>
          <p:cNvSpPr txBox="1"/>
          <p:nvPr/>
        </p:nvSpPr>
        <p:spPr>
          <a:xfrm>
            <a:off x="1502513" y="3063200"/>
            <a:ext cx="5928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a:solidFill>
                  <a:schemeClr val="lt2"/>
                </a:solidFill>
                <a:latin typeface="Archivo Black"/>
                <a:ea typeface="Archivo Black"/>
                <a:cs typeface="Archivo Black"/>
                <a:sym typeface="Archivo Black"/>
              </a:rPr>
              <a:t>01</a:t>
            </a:r>
            <a:endParaRPr sz="2300">
              <a:solidFill>
                <a:schemeClr val="lt2"/>
              </a:solidFill>
              <a:latin typeface="Archivo Black"/>
              <a:ea typeface="Archivo Black"/>
              <a:cs typeface="Archivo Black"/>
              <a:sym typeface="Archivo Black"/>
            </a:endParaRPr>
          </a:p>
        </p:txBody>
      </p:sp>
      <p:sp>
        <p:nvSpPr>
          <p:cNvPr id="898" name="Google Shape;898;p41"/>
          <p:cNvSpPr txBox="1"/>
          <p:nvPr/>
        </p:nvSpPr>
        <p:spPr>
          <a:xfrm>
            <a:off x="3351243" y="3063200"/>
            <a:ext cx="5928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a:solidFill>
                  <a:schemeClr val="lt2"/>
                </a:solidFill>
                <a:latin typeface="Archivo Black"/>
                <a:ea typeface="Archivo Black"/>
                <a:cs typeface="Archivo Black"/>
                <a:sym typeface="Archivo Black"/>
              </a:rPr>
              <a:t>02</a:t>
            </a:r>
            <a:endParaRPr sz="2300">
              <a:solidFill>
                <a:schemeClr val="lt2"/>
              </a:solidFill>
              <a:latin typeface="Archivo Black"/>
              <a:ea typeface="Archivo Black"/>
              <a:cs typeface="Archivo Black"/>
              <a:sym typeface="Archivo Black"/>
            </a:endParaRPr>
          </a:p>
        </p:txBody>
      </p:sp>
      <p:sp>
        <p:nvSpPr>
          <p:cNvPr id="899" name="Google Shape;899;p41"/>
          <p:cNvSpPr txBox="1"/>
          <p:nvPr/>
        </p:nvSpPr>
        <p:spPr>
          <a:xfrm>
            <a:off x="5199963" y="3063200"/>
            <a:ext cx="5928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a:solidFill>
                  <a:schemeClr val="lt2"/>
                </a:solidFill>
                <a:latin typeface="Archivo Black"/>
                <a:ea typeface="Archivo Black"/>
                <a:cs typeface="Archivo Black"/>
                <a:sym typeface="Archivo Black"/>
              </a:rPr>
              <a:t>03</a:t>
            </a:r>
            <a:endParaRPr sz="2300">
              <a:solidFill>
                <a:schemeClr val="lt2"/>
              </a:solidFill>
              <a:latin typeface="Archivo Black"/>
              <a:ea typeface="Archivo Black"/>
              <a:cs typeface="Archivo Black"/>
              <a:sym typeface="Archivo Black"/>
            </a:endParaRPr>
          </a:p>
        </p:txBody>
      </p:sp>
      <p:sp>
        <p:nvSpPr>
          <p:cNvPr id="900" name="Google Shape;900;p41"/>
          <p:cNvSpPr txBox="1"/>
          <p:nvPr/>
        </p:nvSpPr>
        <p:spPr>
          <a:xfrm>
            <a:off x="7048682" y="3063200"/>
            <a:ext cx="592800" cy="49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a:solidFill>
                  <a:schemeClr val="lt2"/>
                </a:solidFill>
                <a:latin typeface="Archivo Black"/>
                <a:ea typeface="Archivo Black"/>
                <a:cs typeface="Archivo Black"/>
                <a:sym typeface="Archivo Black"/>
              </a:rPr>
              <a:t>04</a:t>
            </a:r>
            <a:endParaRPr sz="2300">
              <a:solidFill>
                <a:schemeClr val="lt2"/>
              </a:solidFill>
              <a:latin typeface="Archivo Black"/>
              <a:ea typeface="Archivo Black"/>
              <a:cs typeface="Archivo Black"/>
              <a:sym typeface="Archivo Black"/>
            </a:endParaRPr>
          </a:p>
        </p:txBody>
      </p:sp>
      <p:cxnSp>
        <p:nvCxnSpPr>
          <p:cNvPr id="901" name="Google Shape;901;p41"/>
          <p:cNvCxnSpPr>
            <a:stCxn id="877" idx="6"/>
            <a:endCxn id="880" idx="2"/>
          </p:cNvCxnSpPr>
          <p:nvPr/>
        </p:nvCxnSpPr>
        <p:spPr>
          <a:xfrm>
            <a:off x="2243963" y="3356000"/>
            <a:ext cx="958500" cy="0"/>
          </a:xfrm>
          <a:prstGeom prst="straightConnector1">
            <a:avLst/>
          </a:prstGeom>
          <a:noFill/>
          <a:ln w="19050" cap="flat" cmpd="sng">
            <a:solidFill>
              <a:schemeClr val="accent3"/>
            </a:solidFill>
            <a:prstDash val="solid"/>
            <a:round/>
            <a:headEnd type="none" w="med" len="med"/>
            <a:tailEnd type="none" w="med" len="med"/>
          </a:ln>
        </p:spPr>
      </p:cxnSp>
      <p:cxnSp>
        <p:nvCxnSpPr>
          <p:cNvPr id="902" name="Google Shape;902;p41"/>
          <p:cNvCxnSpPr>
            <a:stCxn id="880" idx="6"/>
            <a:endCxn id="883" idx="2"/>
          </p:cNvCxnSpPr>
          <p:nvPr/>
        </p:nvCxnSpPr>
        <p:spPr>
          <a:xfrm>
            <a:off x="4092700" y="3356000"/>
            <a:ext cx="958500" cy="0"/>
          </a:xfrm>
          <a:prstGeom prst="straightConnector1">
            <a:avLst/>
          </a:prstGeom>
          <a:noFill/>
          <a:ln w="19050" cap="flat" cmpd="sng">
            <a:solidFill>
              <a:schemeClr val="accent3"/>
            </a:solidFill>
            <a:prstDash val="solid"/>
            <a:round/>
            <a:headEnd type="none" w="med" len="med"/>
            <a:tailEnd type="none" w="med" len="med"/>
          </a:ln>
        </p:spPr>
      </p:cxnSp>
      <p:cxnSp>
        <p:nvCxnSpPr>
          <p:cNvPr id="903" name="Google Shape;903;p41"/>
          <p:cNvCxnSpPr>
            <a:stCxn id="883" idx="6"/>
            <a:endCxn id="886" idx="2"/>
          </p:cNvCxnSpPr>
          <p:nvPr/>
        </p:nvCxnSpPr>
        <p:spPr>
          <a:xfrm>
            <a:off x="5941413" y="3356000"/>
            <a:ext cx="958500" cy="0"/>
          </a:xfrm>
          <a:prstGeom prst="straightConnector1">
            <a:avLst/>
          </a:prstGeom>
          <a:noFill/>
          <a:ln w="19050" cap="flat" cmpd="sng">
            <a:solidFill>
              <a:schemeClr val="accent3"/>
            </a:solidFill>
            <a:prstDash val="solid"/>
            <a:round/>
            <a:headEnd type="none" w="med" len="med"/>
            <a:tailEnd type="none" w="med" len="med"/>
          </a:ln>
        </p:spPr>
      </p:cxnSp>
      <p:sp>
        <p:nvSpPr>
          <p:cNvPr id="904" name="Google Shape;904;p41"/>
          <p:cNvSpPr/>
          <p:nvPr/>
        </p:nvSpPr>
        <p:spPr>
          <a:xfrm rot="-5323106" flipH="1">
            <a:off x="7359901" y="-1474033"/>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1"/>
          <p:cNvSpPr/>
          <p:nvPr/>
        </p:nvSpPr>
        <p:spPr>
          <a:xfrm rot="-5323106" flipH="1">
            <a:off x="7618211" y="-1627954"/>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1"/>
          <p:cNvSpPr/>
          <p:nvPr/>
        </p:nvSpPr>
        <p:spPr>
          <a:xfrm rot="-5323106" flipH="1">
            <a:off x="7840749" y="-1748479"/>
            <a:ext cx="1347100" cy="3342388"/>
          </a:xfrm>
          <a:custGeom>
            <a:avLst/>
            <a:gdLst/>
            <a:ahLst/>
            <a:cxnLst/>
            <a:rect l="l" t="t" r="r" b="b"/>
            <a:pathLst>
              <a:path w="3529" h="8756" extrusionOk="0">
                <a:moveTo>
                  <a:pt x="601" y="1"/>
                </a:moveTo>
                <a:lnTo>
                  <a:pt x="572" y="235"/>
                </a:lnTo>
                <a:cubicBezTo>
                  <a:pt x="308" y="323"/>
                  <a:pt x="425" y="1245"/>
                  <a:pt x="440" y="2650"/>
                </a:cubicBezTo>
                <a:cubicBezTo>
                  <a:pt x="440" y="3353"/>
                  <a:pt x="425" y="4188"/>
                  <a:pt x="308" y="5095"/>
                </a:cubicBezTo>
                <a:cubicBezTo>
                  <a:pt x="264" y="5549"/>
                  <a:pt x="191" y="6017"/>
                  <a:pt x="74" y="6530"/>
                </a:cubicBezTo>
                <a:cubicBezTo>
                  <a:pt x="59" y="6676"/>
                  <a:pt x="15" y="6837"/>
                  <a:pt x="1" y="7072"/>
                </a:cubicBezTo>
                <a:cubicBezTo>
                  <a:pt x="1" y="7189"/>
                  <a:pt x="1" y="7320"/>
                  <a:pt x="15" y="7438"/>
                </a:cubicBezTo>
                <a:cubicBezTo>
                  <a:pt x="45" y="7584"/>
                  <a:pt x="89" y="7730"/>
                  <a:pt x="147" y="7862"/>
                </a:cubicBezTo>
                <a:cubicBezTo>
                  <a:pt x="279" y="8140"/>
                  <a:pt x="484" y="8418"/>
                  <a:pt x="850" y="8609"/>
                </a:cubicBezTo>
                <a:cubicBezTo>
                  <a:pt x="1026" y="8711"/>
                  <a:pt x="1245" y="8755"/>
                  <a:pt x="1465" y="8755"/>
                </a:cubicBezTo>
                <a:cubicBezTo>
                  <a:pt x="1684" y="8755"/>
                  <a:pt x="1875" y="8711"/>
                  <a:pt x="2036" y="8653"/>
                </a:cubicBezTo>
                <a:cubicBezTo>
                  <a:pt x="2358" y="8506"/>
                  <a:pt x="2548" y="8316"/>
                  <a:pt x="2694" y="8155"/>
                </a:cubicBezTo>
                <a:cubicBezTo>
                  <a:pt x="2724" y="8126"/>
                  <a:pt x="2768" y="8067"/>
                  <a:pt x="2797" y="8023"/>
                </a:cubicBezTo>
                <a:lnTo>
                  <a:pt x="2899" y="7906"/>
                </a:lnTo>
                <a:cubicBezTo>
                  <a:pt x="2943" y="7833"/>
                  <a:pt x="3002" y="7730"/>
                  <a:pt x="3046" y="7642"/>
                </a:cubicBezTo>
                <a:cubicBezTo>
                  <a:pt x="3221" y="7320"/>
                  <a:pt x="3339" y="6954"/>
                  <a:pt x="3412" y="6618"/>
                </a:cubicBezTo>
                <a:cubicBezTo>
                  <a:pt x="3529" y="5944"/>
                  <a:pt x="3456" y="5300"/>
                  <a:pt x="3309" y="4729"/>
                </a:cubicBezTo>
                <a:cubicBezTo>
                  <a:pt x="3163" y="4188"/>
                  <a:pt x="2943" y="3704"/>
                  <a:pt x="2724" y="3309"/>
                </a:cubicBezTo>
                <a:cubicBezTo>
                  <a:pt x="2504" y="2899"/>
                  <a:pt x="2285" y="2548"/>
                  <a:pt x="2109" y="2240"/>
                </a:cubicBezTo>
                <a:cubicBezTo>
                  <a:pt x="1728" y="1626"/>
                  <a:pt x="1435" y="1143"/>
                  <a:pt x="1245" y="806"/>
                </a:cubicBezTo>
                <a:cubicBezTo>
                  <a:pt x="1040" y="454"/>
                  <a:pt x="733" y="1"/>
                  <a:pt x="601" y="1"/>
                </a:cubicBezTo>
                <a:close/>
              </a:path>
            </a:pathLst>
          </a:cu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1"/>
          <p:cNvSpPr/>
          <p:nvPr/>
        </p:nvSpPr>
        <p:spPr>
          <a:xfrm rot="1783380">
            <a:off x="8721400" y="500223"/>
            <a:ext cx="292251" cy="26188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8" name="Google Shape;908;p41"/>
          <p:cNvGrpSpPr/>
          <p:nvPr/>
        </p:nvGrpSpPr>
        <p:grpSpPr>
          <a:xfrm>
            <a:off x="8416475" y="3483007"/>
            <a:ext cx="727535" cy="1710819"/>
            <a:chOff x="8416475" y="3483007"/>
            <a:chExt cx="727535" cy="1710819"/>
          </a:xfrm>
        </p:grpSpPr>
        <p:sp>
          <p:nvSpPr>
            <p:cNvPr id="909" name="Google Shape;909;p41"/>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41"/>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41"/>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40"/>
          <p:cNvSpPr txBox="1">
            <a:spLocks noGrp="1"/>
          </p:cNvSpPr>
          <p:nvPr>
            <p:ph type="title"/>
          </p:nvPr>
        </p:nvSpPr>
        <p:spPr>
          <a:xfrm>
            <a:off x="510540" y="445025"/>
            <a:ext cx="790596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Power Query Transformation Checklist</a:t>
            </a:r>
            <a:endParaRPr sz="2800" dirty="0"/>
          </a:p>
        </p:txBody>
      </p:sp>
      <p:graphicFrame>
        <p:nvGraphicFramePr>
          <p:cNvPr id="855" name="Google Shape;855;p40"/>
          <p:cNvGraphicFramePr/>
          <p:nvPr>
            <p:extLst>
              <p:ext uri="{D42A27DB-BD31-4B8C-83A1-F6EECF244321}">
                <p14:modId xmlns:p14="http://schemas.microsoft.com/office/powerpoint/2010/main" val="1182485194"/>
              </p:ext>
            </p:extLst>
          </p:nvPr>
        </p:nvGraphicFramePr>
        <p:xfrm>
          <a:off x="720000" y="1301830"/>
          <a:ext cx="7704000" cy="3706301"/>
        </p:xfrm>
        <a:graphic>
          <a:graphicData uri="http://schemas.openxmlformats.org/drawingml/2006/table">
            <a:tbl>
              <a:tblPr>
                <a:noFill/>
                <a:tableStyleId>{8DAA80B8-2369-49B5-8AA8-1E38404EA42B}</a:tableStyleId>
              </a:tblPr>
              <a:tblGrid>
                <a:gridCol w="282692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350">
                  <a:extLst>
                    <a:ext uri="{9D8B030D-6E8A-4147-A177-3AD203B41FA5}">
                      <a16:colId xmlns:a16="http://schemas.microsoft.com/office/drawing/2014/main" val="20003"/>
                    </a:ext>
                  </a:extLst>
                </a:gridCol>
                <a:gridCol w="1219325">
                  <a:extLst>
                    <a:ext uri="{9D8B030D-6E8A-4147-A177-3AD203B41FA5}">
                      <a16:colId xmlns:a16="http://schemas.microsoft.com/office/drawing/2014/main" val="20004"/>
                    </a:ext>
                  </a:extLst>
                </a:gridCol>
              </a:tblGrid>
              <a:tr h="415338">
                <a:tc>
                  <a:txBody>
                    <a:bodyPr/>
                    <a:lstStyle/>
                    <a:p>
                      <a:pPr marL="0" lvl="0" indent="0" algn="l" rtl="0">
                        <a:spcBef>
                          <a:spcPts val="0"/>
                        </a:spcBef>
                        <a:spcAft>
                          <a:spcPts val="0"/>
                        </a:spcAft>
                        <a:buNone/>
                      </a:pPr>
                      <a:endParaRPr/>
                    </a:p>
                  </a:txBody>
                  <a:tcPr marL="91425" marR="91425" marT="91425" marB="91425">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Data Types</a:t>
                      </a:r>
                      <a:endParaRPr>
                        <a:solidFill>
                          <a:schemeClr val="dk1"/>
                        </a:solidFill>
                        <a:latin typeface="Archivo Black"/>
                        <a:ea typeface="Archivo Black"/>
                        <a:cs typeface="Archivo Black"/>
                        <a:sym typeface="Archivo Black"/>
                      </a:endParaRPr>
                    </a:p>
                  </a:txBody>
                  <a:tcPr marL="91425" marR="91425" marT="91425" marB="91425" anchor="ctr">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Null Handling</a:t>
                      </a:r>
                      <a:endParaRPr>
                        <a:solidFill>
                          <a:schemeClr val="dk1"/>
                        </a:solidFill>
                        <a:latin typeface="Archivo Black"/>
                        <a:ea typeface="Archivo Black"/>
                        <a:cs typeface="Archivo Black"/>
                        <a:sym typeface="Archivo Black"/>
                      </a:endParaRPr>
                    </a:p>
                  </a:txBody>
                  <a:tcPr marL="91425" marR="91425" marT="91425" marB="91425" anchor="ctr">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Deduplication</a:t>
                      </a:r>
                      <a:endParaRPr>
                        <a:solidFill>
                          <a:schemeClr val="dk1"/>
                        </a:solidFill>
                        <a:latin typeface="Archivo Black"/>
                        <a:ea typeface="Archivo Black"/>
                        <a:cs typeface="Archivo Black"/>
                        <a:sym typeface="Archivo Black"/>
                      </a:endParaRPr>
                    </a:p>
                  </a:txBody>
                  <a:tcPr marL="91425" marR="91425" marT="91425" marB="91425" anchor="ctr">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rchivo Black"/>
                          <a:ea typeface="Archivo Black"/>
                          <a:cs typeface="Archivo Black"/>
                          <a:sym typeface="Archivo Black"/>
                        </a:rPr>
                        <a:t>Text Cleaning</a:t>
                      </a:r>
                      <a:endParaRPr>
                        <a:solidFill>
                          <a:schemeClr val="dk1"/>
                        </a:solidFill>
                        <a:latin typeface="Archivo Black"/>
                        <a:ea typeface="Archivo Black"/>
                        <a:cs typeface="Archivo Black"/>
                        <a:sym typeface="Archivo Black"/>
                      </a:endParaRPr>
                    </a:p>
                  </a:txBody>
                  <a:tcPr marL="91425" marR="91425" marT="91425" marB="91425" anchor="ctr">
                    <a:lnL w="9525" cap="flat" cmpd="sng">
                      <a:solidFill>
                        <a:schemeClr val="accent3">
                          <a:alpha val="0"/>
                        </a:schemeClr>
                      </a:solidFill>
                      <a:prstDash val="solid"/>
                      <a:round/>
                      <a:headEnd type="none" w="sm" len="sm"/>
                      <a:tailEnd type="none" w="sm" len="sm"/>
                    </a:lnL>
                    <a:lnR w="9525" cap="flat" cmpd="sng">
                      <a:solidFill>
                        <a:schemeClr val="accent3">
                          <a:alpha val="0"/>
                        </a:schemeClr>
                      </a:solidFill>
                      <a:prstDash val="solid"/>
                      <a:round/>
                      <a:headEnd type="none" w="sm" len="sm"/>
                      <a:tailEnd type="none" w="sm" len="sm"/>
                    </a:lnR>
                    <a:lnT w="9525" cap="flat" cmpd="sng">
                      <a:solidFill>
                        <a:schemeClr val="accent3">
                          <a:alpha val="0"/>
                        </a:schemeClr>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0"/>
                  </a:ext>
                </a:extLst>
              </a:tr>
              <a:tr h="560713">
                <a:tc>
                  <a:txBody>
                    <a:bodyPr/>
                    <a:lstStyle/>
                    <a:p>
                      <a:pPr marL="0" lvl="0" indent="0" algn="l" rtl="0">
                        <a:spcBef>
                          <a:spcPts val="0"/>
                        </a:spcBef>
                        <a:spcAft>
                          <a:spcPts val="0"/>
                        </a:spcAft>
                        <a:buNone/>
                      </a:pPr>
                      <a:r>
                        <a:rPr lang="en" sz="1100" dirty="0">
                          <a:solidFill>
                            <a:schemeClr val="dk1"/>
                          </a:solidFill>
                          <a:latin typeface="Archivo Black"/>
                          <a:ea typeface="Archivo Black"/>
                          <a:cs typeface="Archivo Black"/>
                          <a:sym typeface="Archivo Black"/>
                        </a:rPr>
                        <a:t>Change Period to Date, LC Value to Fixed Decimal, retain Units as Decimal</a:t>
                      </a:r>
                      <a:endParaRPr sz="1100" dirty="0">
                        <a:solidFill>
                          <a:schemeClr val="dk1"/>
                        </a:solidFill>
                        <a:latin typeface="Archivo Black"/>
                        <a:ea typeface="Archivo Black"/>
                        <a:cs typeface="Archivo Black"/>
                        <a:sym typeface="Archivo Black"/>
                      </a:endParaRPr>
                    </a:p>
                  </a:txBody>
                  <a:tcPr marL="91425" marR="91425" marT="91425" marB="91425" anchor="ctr">
                    <a:lnL w="9525" cap="flat" cmpd="sng">
                      <a:solidFill>
                        <a:srgbClr val="168AC4">
                          <a:alpha val="0"/>
                        </a:srgb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9525" cap="flat" cmpd="sng">
                      <a:solidFill>
                        <a:srgbClr val="168AC4">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1"/>
                  </a:ext>
                </a:extLst>
              </a:tr>
              <a:tr h="706088">
                <a:tc>
                  <a:txBody>
                    <a:bodyPr/>
                    <a:lstStyle/>
                    <a:p>
                      <a:pPr marL="0" lvl="0" indent="0" algn="l" rtl="0">
                        <a:spcBef>
                          <a:spcPts val="0"/>
                        </a:spcBef>
                        <a:spcAft>
                          <a:spcPts val="0"/>
                        </a:spcAft>
                        <a:buNone/>
                      </a:pPr>
                      <a:r>
                        <a:rPr lang="en" sz="1100">
                          <a:solidFill>
                            <a:schemeClr val="dk1"/>
                          </a:solidFill>
                          <a:latin typeface="Archivo Black"/>
                          <a:ea typeface="Archivo Black"/>
                          <a:cs typeface="Archivo Black"/>
                          <a:sym typeface="Archivo Black"/>
                        </a:rPr>
                        <a:t>Replace nulls: LC Value/Units → 0, ATC1-4 → UNCLASSIFIED, Corporation → UNKNOWN</a:t>
                      </a:r>
                      <a:endParaRPr sz="1100">
                        <a:solidFill>
                          <a:schemeClr val="dk1"/>
                        </a:solidFill>
                        <a:latin typeface="Archivo Black"/>
                        <a:ea typeface="Archivo Black"/>
                        <a:cs typeface="Archivo Black"/>
                        <a:sym typeface="Archivo Black"/>
                      </a:endParaRPr>
                    </a:p>
                  </a:txBody>
                  <a:tcPr marL="91425" marR="91425" marT="91425" marB="91425" anchor="ctr">
                    <a:lnL w="9525" cap="flat" cmpd="sng">
                      <a:solidFill>
                        <a:srgbClr val="168AC4">
                          <a:alpha val="0"/>
                        </a:srgb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9525" cap="flat" cmpd="sng">
                      <a:solidFill>
                        <a:srgbClr val="168AC4">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2"/>
                  </a:ext>
                </a:extLst>
              </a:tr>
              <a:tr h="706088">
                <a:tc>
                  <a:txBody>
                    <a:bodyPr/>
                    <a:lstStyle/>
                    <a:p>
                      <a:pPr marL="0" lvl="0" indent="0" algn="l" rtl="0">
                        <a:spcBef>
                          <a:spcPts val="0"/>
                        </a:spcBef>
                        <a:spcAft>
                          <a:spcPts val="0"/>
                        </a:spcAft>
                        <a:buNone/>
                      </a:pPr>
                      <a:r>
                        <a:rPr lang="en" sz="1100" dirty="0">
                          <a:solidFill>
                            <a:schemeClr val="dk1"/>
                          </a:solidFill>
                          <a:latin typeface="Archivo Black"/>
                          <a:ea typeface="Archivo Black"/>
                          <a:cs typeface="Archivo Black"/>
                          <a:sym typeface="Archivo Black"/>
                        </a:rPr>
                        <a:t>Remove duplicate rows on Product+Pack+Sector+Period grain; validate LC Value before/after</a:t>
                      </a:r>
                      <a:endParaRPr sz="1100" dirty="0">
                        <a:solidFill>
                          <a:schemeClr val="dk1"/>
                        </a:solidFill>
                        <a:latin typeface="Archivo Black"/>
                        <a:ea typeface="Archivo Black"/>
                        <a:cs typeface="Archivo Black"/>
                        <a:sym typeface="Archivo Black"/>
                      </a:endParaRPr>
                    </a:p>
                  </a:txBody>
                  <a:tcPr marL="91425" marR="91425" marT="91425" marB="91425" anchor="ctr">
                    <a:lnL w="9525" cap="flat" cmpd="sng">
                      <a:solidFill>
                        <a:srgbClr val="168AC4">
                          <a:alpha val="0"/>
                        </a:srgb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9525" cap="flat" cmpd="sng">
                      <a:solidFill>
                        <a:srgbClr val="168AC4">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19050" cap="flat" cmpd="sng">
                      <a:solidFill>
                        <a:schemeClr val="accent3"/>
                      </a:solidFill>
                      <a:prstDash val="solid"/>
                      <a:round/>
                      <a:headEnd type="none" w="sm" len="sm"/>
                      <a:tailEnd type="none" w="sm" len="sm"/>
                    </a:lnB>
                  </a:tcPr>
                </a:tc>
                <a:extLst>
                  <a:ext uri="{0D108BD9-81ED-4DB2-BD59-A6C34878D82A}">
                    <a16:rowId xmlns:a16="http://schemas.microsoft.com/office/drawing/2014/main" val="10003"/>
                  </a:ext>
                </a:extLst>
              </a:tr>
              <a:tr h="851463">
                <a:tc>
                  <a:txBody>
                    <a:bodyPr/>
                    <a:lstStyle/>
                    <a:p>
                      <a:pPr marL="0" lvl="0" indent="0" algn="l" rtl="0">
                        <a:spcBef>
                          <a:spcPts val="0"/>
                        </a:spcBef>
                        <a:spcAft>
                          <a:spcPts val="0"/>
                        </a:spcAft>
                        <a:buNone/>
                      </a:pPr>
                      <a:r>
                        <a:rPr lang="en" sz="1050" dirty="0">
                          <a:solidFill>
                            <a:schemeClr val="dk1"/>
                          </a:solidFill>
                          <a:latin typeface="Archivo Black"/>
                          <a:ea typeface="Archivo Black"/>
                          <a:cs typeface="Archivo Black"/>
                          <a:sym typeface="Archivo Black"/>
                        </a:rPr>
                        <a:t>Strip asterisks from Calendar Year and Corporation; trim whitespace; parse Launch Date YYYY/MM</a:t>
                      </a:r>
                      <a:endParaRPr sz="1050" dirty="0">
                        <a:solidFill>
                          <a:schemeClr val="dk1"/>
                        </a:solidFill>
                        <a:latin typeface="Archivo Black"/>
                        <a:ea typeface="Archivo Black"/>
                        <a:cs typeface="Archivo Black"/>
                        <a:sym typeface="Archivo Black"/>
                      </a:endParaRPr>
                    </a:p>
                  </a:txBody>
                  <a:tcPr marL="91425" marR="91425" marT="91425" marB="91425" anchor="ctr">
                    <a:lnL w="9525" cap="flat" cmpd="sng">
                      <a:solidFill>
                        <a:srgbClr val="168AC4">
                          <a:alpha val="0"/>
                        </a:srgb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9525" cap="flat" cmpd="sng">
                      <a:solidFill>
                        <a:srgbClr val="168AC4">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9525" cap="flat" cmpd="sng">
                      <a:solidFill>
                        <a:srgbClr val="168AC4">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9525" cap="flat" cmpd="sng">
                      <a:solidFill>
                        <a:srgbClr val="168AC4">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chemeClr val="accent3">
                          <a:alpha val="0"/>
                        </a:schemeClr>
                      </a:solidFill>
                      <a:prstDash val="solid"/>
                      <a:round/>
                      <a:headEnd type="none" w="sm" len="sm"/>
                      <a:tailEnd type="none" w="sm" len="sm"/>
                    </a:lnL>
                    <a:lnR w="19050" cap="flat" cmpd="sng">
                      <a:solidFill>
                        <a:schemeClr val="accent3">
                          <a:alpha val="0"/>
                        </a:schemeClr>
                      </a:solidFill>
                      <a:prstDash val="solid"/>
                      <a:round/>
                      <a:headEnd type="none" w="sm" len="sm"/>
                      <a:tailEnd type="none" w="sm" len="sm"/>
                    </a:lnR>
                    <a:lnT w="19050" cap="flat" cmpd="sng">
                      <a:solidFill>
                        <a:schemeClr val="accent3"/>
                      </a:solidFill>
                      <a:prstDash val="solid"/>
                      <a:round/>
                      <a:headEnd type="none" w="sm" len="sm"/>
                      <a:tailEnd type="none" w="sm" len="sm"/>
                    </a:lnT>
                    <a:lnB w="9525" cap="flat" cmpd="sng">
                      <a:solidFill>
                        <a:srgbClr val="168AC4">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dirty="0"/>
                    </a:p>
                  </a:txBody>
                  <a:tcPr marL="91425" marR="91425" marT="91425" marB="91425">
                    <a:lnL w="19050" cap="flat" cmpd="sng">
                      <a:solidFill>
                        <a:schemeClr val="accent3">
                          <a:alpha val="0"/>
                        </a:schemeClr>
                      </a:solidFill>
                      <a:prstDash val="solid"/>
                      <a:round/>
                      <a:headEnd type="none" w="sm" len="sm"/>
                      <a:tailEnd type="none" w="sm" len="sm"/>
                    </a:lnL>
                    <a:lnR w="9525" cap="flat" cmpd="sng">
                      <a:solidFill>
                        <a:srgbClr val="168AC4">
                          <a:alpha val="0"/>
                        </a:srgbClr>
                      </a:solidFill>
                      <a:prstDash val="solid"/>
                      <a:round/>
                      <a:headEnd type="none" w="sm" len="sm"/>
                      <a:tailEnd type="none" w="sm" len="sm"/>
                    </a:lnR>
                    <a:lnT w="19050" cap="flat" cmpd="sng">
                      <a:solidFill>
                        <a:schemeClr val="accent3"/>
                      </a:solidFill>
                      <a:prstDash val="solid"/>
                      <a:round/>
                      <a:headEnd type="none" w="sm" len="sm"/>
                      <a:tailEnd type="none" w="sm" len="sm"/>
                    </a:lnT>
                    <a:lnB w="9525" cap="flat" cmpd="sng">
                      <a:solidFill>
                        <a:srgbClr val="168AC4">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856" name="Google Shape;856;p40"/>
          <p:cNvSpPr/>
          <p:nvPr/>
        </p:nvSpPr>
        <p:spPr>
          <a:xfrm>
            <a:off x="3995502" y="2085709"/>
            <a:ext cx="305626" cy="225478"/>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0"/>
          <p:cNvSpPr/>
          <p:nvPr/>
        </p:nvSpPr>
        <p:spPr>
          <a:xfrm>
            <a:off x="4028308" y="4460859"/>
            <a:ext cx="240013" cy="237616"/>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0"/>
          <p:cNvSpPr/>
          <p:nvPr/>
        </p:nvSpPr>
        <p:spPr>
          <a:xfrm>
            <a:off x="3995501" y="2740062"/>
            <a:ext cx="305626" cy="225478"/>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0"/>
          <p:cNvSpPr/>
          <p:nvPr/>
        </p:nvSpPr>
        <p:spPr>
          <a:xfrm>
            <a:off x="3995502" y="3598192"/>
            <a:ext cx="305626" cy="225478"/>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0"/>
          <p:cNvSpPr/>
          <p:nvPr/>
        </p:nvSpPr>
        <p:spPr>
          <a:xfrm>
            <a:off x="5236802" y="2085709"/>
            <a:ext cx="305626" cy="225478"/>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0"/>
          <p:cNvSpPr/>
          <p:nvPr/>
        </p:nvSpPr>
        <p:spPr>
          <a:xfrm>
            <a:off x="5346168" y="4471139"/>
            <a:ext cx="240013" cy="237616"/>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0"/>
          <p:cNvSpPr/>
          <p:nvPr/>
        </p:nvSpPr>
        <p:spPr>
          <a:xfrm>
            <a:off x="5236802" y="2804677"/>
            <a:ext cx="305626" cy="225478"/>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0"/>
          <p:cNvSpPr/>
          <p:nvPr/>
        </p:nvSpPr>
        <p:spPr>
          <a:xfrm>
            <a:off x="5348443" y="3592123"/>
            <a:ext cx="240013" cy="237616"/>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0"/>
          <p:cNvSpPr/>
          <p:nvPr/>
        </p:nvSpPr>
        <p:spPr>
          <a:xfrm>
            <a:off x="6438502" y="2085709"/>
            <a:ext cx="305626" cy="225478"/>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0"/>
          <p:cNvSpPr/>
          <p:nvPr/>
        </p:nvSpPr>
        <p:spPr>
          <a:xfrm>
            <a:off x="6536725" y="4471139"/>
            <a:ext cx="240013" cy="237616"/>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0"/>
          <p:cNvSpPr/>
          <p:nvPr/>
        </p:nvSpPr>
        <p:spPr>
          <a:xfrm>
            <a:off x="6515764" y="3586054"/>
            <a:ext cx="240013" cy="237616"/>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0"/>
          <p:cNvSpPr/>
          <p:nvPr/>
        </p:nvSpPr>
        <p:spPr>
          <a:xfrm>
            <a:off x="6504115" y="2831915"/>
            <a:ext cx="240013" cy="237616"/>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0"/>
          <p:cNvSpPr/>
          <p:nvPr/>
        </p:nvSpPr>
        <p:spPr>
          <a:xfrm>
            <a:off x="7640177" y="4477208"/>
            <a:ext cx="305626" cy="225478"/>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9" name="Google Shape;869;p40"/>
          <p:cNvSpPr/>
          <p:nvPr/>
        </p:nvSpPr>
        <p:spPr>
          <a:xfrm>
            <a:off x="7646280" y="2844053"/>
            <a:ext cx="305626" cy="225478"/>
          </a:xfrm>
          <a:custGeom>
            <a:avLst/>
            <a:gdLst/>
            <a:ahLst/>
            <a:cxnLst/>
            <a:rect l="l" t="t" r="r" b="b"/>
            <a:pathLst>
              <a:path w="14151" h="10440" extrusionOk="0">
                <a:moveTo>
                  <a:pt x="11972" y="1"/>
                </a:moveTo>
                <a:lnTo>
                  <a:pt x="5563" y="6410"/>
                </a:lnTo>
                <a:cubicBezTo>
                  <a:pt x="5477" y="6497"/>
                  <a:pt x="5364" y="6540"/>
                  <a:pt x="5251" y="6540"/>
                </a:cubicBezTo>
                <a:cubicBezTo>
                  <a:pt x="5138" y="6540"/>
                  <a:pt x="5026" y="6497"/>
                  <a:pt x="4939" y="6410"/>
                </a:cubicBezTo>
                <a:lnTo>
                  <a:pt x="2178" y="3649"/>
                </a:lnTo>
                <a:lnTo>
                  <a:pt x="0" y="5827"/>
                </a:lnTo>
                <a:lnTo>
                  <a:pt x="4162" y="9989"/>
                </a:lnTo>
                <a:cubicBezTo>
                  <a:pt x="4453" y="10280"/>
                  <a:pt x="4842" y="10440"/>
                  <a:pt x="5251" y="10440"/>
                </a:cubicBezTo>
                <a:cubicBezTo>
                  <a:pt x="5660" y="10440"/>
                  <a:pt x="6056" y="10280"/>
                  <a:pt x="6340" y="9989"/>
                </a:cubicBezTo>
                <a:lnTo>
                  <a:pt x="14150" y="2179"/>
                </a:lnTo>
                <a:lnTo>
                  <a:pt x="1197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0"/>
          <p:cNvSpPr/>
          <p:nvPr/>
        </p:nvSpPr>
        <p:spPr>
          <a:xfrm>
            <a:off x="7668387" y="3598192"/>
            <a:ext cx="240013" cy="237616"/>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0"/>
          <p:cNvSpPr/>
          <p:nvPr/>
        </p:nvSpPr>
        <p:spPr>
          <a:xfrm>
            <a:off x="7673008" y="2079627"/>
            <a:ext cx="240013" cy="237616"/>
          </a:xfrm>
          <a:custGeom>
            <a:avLst/>
            <a:gdLst/>
            <a:ahLst/>
            <a:cxnLst/>
            <a:rect l="l" t="t" r="r" b="b"/>
            <a:pathLst>
              <a:path w="11113" h="11002" extrusionOk="0">
                <a:moveTo>
                  <a:pt x="2619" y="0"/>
                </a:moveTo>
                <a:cubicBezTo>
                  <a:pt x="2492" y="0"/>
                  <a:pt x="2366" y="49"/>
                  <a:pt x="2268" y="146"/>
                </a:cubicBezTo>
                <a:lnTo>
                  <a:pt x="201" y="2213"/>
                </a:lnTo>
                <a:cubicBezTo>
                  <a:pt x="7" y="2407"/>
                  <a:pt x="7" y="2719"/>
                  <a:pt x="201" y="2914"/>
                </a:cubicBezTo>
                <a:lnTo>
                  <a:pt x="2782" y="5501"/>
                </a:lnTo>
                <a:lnTo>
                  <a:pt x="195" y="8081"/>
                </a:lnTo>
                <a:cubicBezTo>
                  <a:pt x="0" y="8275"/>
                  <a:pt x="0" y="8587"/>
                  <a:pt x="195" y="8782"/>
                </a:cubicBezTo>
                <a:lnTo>
                  <a:pt x="2268" y="10856"/>
                </a:lnTo>
                <a:cubicBezTo>
                  <a:pt x="2366" y="10953"/>
                  <a:pt x="2492" y="11001"/>
                  <a:pt x="2619" y="11001"/>
                </a:cubicBezTo>
                <a:cubicBezTo>
                  <a:pt x="2745" y="11001"/>
                  <a:pt x="2872" y="10953"/>
                  <a:pt x="2969" y="10856"/>
                </a:cubicBezTo>
                <a:lnTo>
                  <a:pt x="5556" y="8268"/>
                </a:lnTo>
                <a:lnTo>
                  <a:pt x="8143" y="10856"/>
                </a:lnTo>
                <a:cubicBezTo>
                  <a:pt x="8241" y="10953"/>
                  <a:pt x="8367" y="11001"/>
                  <a:pt x="8494" y="11001"/>
                </a:cubicBezTo>
                <a:cubicBezTo>
                  <a:pt x="8620" y="11001"/>
                  <a:pt x="8747" y="10953"/>
                  <a:pt x="8844" y="10856"/>
                </a:cubicBezTo>
                <a:lnTo>
                  <a:pt x="10911" y="8789"/>
                </a:lnTo>
                <a:cubicBezTo>
                  <a:pt x="11105" y="8594"/>
                  <a:pt x="11105" y="8275"/>
                  <a:pt x="10911" y="8081"/>
                </a:cubicBezTo>
                <a:lnTo>
                  <a:pt x="8331" y="5501"/>
                </a:lnTo>
                <a:lnTo>
                  <a:pt x="10918" y="2914"/>
                </a:lnTo>
                <a:cubicBezTo>
                  <a:pt x="11112" y="2719"/>
                  <a:pt x="11112" y="2407"/>
                  <a:pt x="10918" y="2213"/>
                </a:cubicBezTo>
                <a:lnTo>
                  <a:pt x="8844" y="146"/>
                </a:lnTo>
                <a:cubicBezTo>
                  <a:pt x="8747" y="49"/>
                  <a:pt x="8620" y="0"/>
                  <a:pt x="8494" y="0"/>
                </a:cubicBezTo>
                <a:cubicBezTo>
                  <a:pt x="8367" y="0"/>
                  <a:pt x="8241" y="49"/>
                  <a:pt x="8143" y="146"/>
                </a:cubicBezTo>
                <a:lnTo>
                  <a:pt x="5556" y="2726"/>
                </a:lnTo>
                <a:lnTo>
                  <a:pt x="2969" y="146"/>
                </a:lnTo>
                <a:cubicBezTo>
                  <a:pt x="2872" y="49"/>
                  <a:pt x="2745" y="0"/>
                  <a:pt x="26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47"/>
          <p:cNvSpPr txBox="1">
            <a:spLocks noGrp="1"/>
          </p:cNvSpPr>
          <p:nvPr>
            <p:ph type="title"/>
          </p:nvPr>
        </p:nvSpPr>
        <p:spPr>
          <a:xfrm>
            <a:off x="1388100" y="1524250"/>
            <a:ext cx="6367800" cy="1995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DAX Measures Library</a:t>
            </a:r>
            <a:endParaRPr/>
          </a:p>
        </p:txBody>
      </p:sp>
      <p:grpSp>
        <p:nvGrpSpPr>
          <p:cNvPr id="1241" name="Google Shape;1241;p47"/>
          <p:cNvGrpSpPr/>
          <p:nvPr/>
        </p:nvGrpSpPr>
        <p:grpSpPr>
          <a:xfrm>
            <a:off x="-186412" y="3432682"/>
            <a:ext cx="727535" cy="1710819"/>
            <a:chOff x="-186412" y="3432682"/>
            <a:chExt cx="727535" cy="1710819"/>
          </a:xfrm>
        </p:grpSpPr>
        <p:sp>
          <p:nvSpPr>
            <p:cNvPr id="1242" name="Google Shape;1242;p47"/>
            <p:cNvSpPr/>
            <p:nvPr/>
          </p:nvSpPr>
          <p:spPr>
            <a:xfrm>
              <a:off x="-24523" y="4794787"/>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7"/>
            <p:cNvSpPr/>
            <p:nvPr/>
          </p:nvSpPr>
          <p:spPr>
            <a:xfrm>
              <a:off x="-186412" y="3432682"/>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7"/>
            <p:cNvSpPr/>
            <p:nvPr/>
          </p:nvSpPr>
          <p:spPr>
            <a:xfrm>
              <a:off x="-24523" y="4794787"/>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5" name="Google Shape;1245;p47"/>
          <p:cNvGrpSpPr/>
          <p:nvPr/>
        </p:nvGrpSpPr>
        <p:grpSpPr>
          <a:xfrm>
            <a:off x="311967" y="3329599"/>
            <a:ext cx="1044556" cy="1849595"/>
            <a:chOff x="311967" y="3329599"/>
            <a:chExt cx="1044556" cy="1849595"/>
          </a:xfrm>
        </p:grpSpPr>
        <p:sp>
          <p:nvSpPr>
            <p:cNvPr id="1246" name="Google Shape;1246;p47"/>
            <p:cNvSpPr/>
            <p:nvPr/>
          </p:nvSpPr>
          <p:spPr>
            <a:xfrm flipH="1">
              <a:off x="655040" y="40999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7"/>
            <p:cNvSpPr/>
            <p:nvPr/>
          </p:nvSpPr>
          <p:spPr>
            <a:xfrm flipH="1">
              <a:off x="784098" y="41095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7"/>
            <p:cNvSpPr/>
            <p:nvPr/>
          </p:nvSpPr>
          <p:spPr>
            <a:xfrm flipH="1">
              <a:off x="384746" y="40999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7"/>
            <p:cNvSpPr/>
            <p:nvPr/>
          </p:nvSpPr>
          <p:spPr>
            <a:xfrm flipH="1">
              <a:off x="571983" y="45249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7"/>
            <p:cNvSpPr/>
            <p:nvPr/>
          </p:nvSpPr>
          <p:spPr>
            <a:xfrm flipH="1">
              <a:off x="311967" y="33295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7"/>
            <p:cNvSpPr/>
            <p:nvPr/>
          </p:nvSpPr>
          <p:spPr>
            <a:xfrm flipH="1">
              <a:off x="324974" y="33298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7"/>
            <p:cNvSpPr/>
            <p:nvPr/>
          </p:nvSpPr>
          <p:spPr>
            <a:xfrm flipH="1">
              <a:off x="584400" y="36141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7"/>
            <p:cNvSpPr/>
            <p:nvPr/>
          </p:nvSpPr>
          <p:spPr>
            <a:xfrm flipH="1">
              <a:off x="565851" y="35432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7"/>
            <p:cNvSpPr/>
            <p:nvPr/>
          </p:nvSpPr>
          <p:spPr>
            <a:xfrm flipH="1">
              <a:off x="592693" y="36077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5" name="Google Shape;1255;p47"/>
          <p:cNvGrpSpPr/>
          <p:nvPr/>
        </p:nvGrpSpPr>
        <p:grpSpPr>
          <a:xfrm>
            <a:off x="8512438" y="3519557"/>
            <a:ext cx="727535" cy="1710819"/>
            <a:chOff x="-181612" y="3483857"/>
            <a:chExt cx="727535" cy="1710819"/>
          </a:xfrm>
        </p:grpSpPr>
        <p:sp>
          <p:nvSpPr>
            <p:cNvPr id="1256" name="Google Shape;1256;p47"/>
            <p:cNvSpPr/>
            <p:nvPr/>
          </p:nvSpPr>
          <p:spPr>
            <a:xfrm flipH="1">
              <a:off x="56020" y="484596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7"/>
            <p:cNvSpPr/>
            <p:nvPr/>
          </p:nvSpPr>
          <p:spPr>
            <a:xfrm flipH="1">
              <a:off x="-181612" y="348385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7"/>
            <p:cNvSpPr/>
            <p:nvPr/>
          </p:nvSpPr>
          <p:spPr>
            <a:xfrm flipH="1">
              <a:off x="162751" y="484596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 name="Google Shape;1259;p47"/>
          <p:cNvGrpSpPr/>
          <p:nvPr/>
        </p:nvGrpSpPr>
        <p:grpSpPr>
          <a:xfrm>
            <a:off x="7944975" y="3259525"/>
            <a:ext cx="891794" cy="1989775"/>
            <a:chOff x="7944975" y="3259525"/>
            <a:chExt cx="891794" cy="1989775"/>
          </a:xfrm>
        </p:grpSpPr>
        <p:sp>
          <p:nvSpPr>
            <p:cNvPr id="1260" name="Google Shape;1260;p47"/>
            <p:cNvSpPr/>
            <p:nvPr/>
          </p:nvSpPr>
          <p:spPr>
            <a:xfrm>
              <a:off x="8392382" y="3259525"/>
              <a:ext cx="444386" cy="1190799"/>
            </a:xfrm>
            <a:custGeom>
              <a:avLst/>
              <a:gdLst/>
              <a:ahLst/>
              <a:cxnLst/>
              <a:rect l="l" t="t" r="r" b="b"/>
              <a:pathLst>
                <a:path w="8550" h="22911" extrusionOk="0">
                  <a:moveTo>
                    <a:pt x="2460" y="0"/>
                  </a:moveTo>
                  <a:lnTo>
                    <a:pt x="1" y="22252"/>
                  </a:lnTo>
                  <a:lnTo>
                    <a:pt x="4451" y="22911"/>
                  </a:lnTo>
                  <a:lnTo>
                    <a:pt x="8550" y="234"/>
                  </a:lnTo>
                  <a:lnTo>
                    <a:pt x="246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7"/>
            <p:cNvSpPr/>
            <p:nvPr/>
          </p:nvSpPr>
          <p:spPr>
            <a:xfrm>
              <a:off x="8371072" y="3259525"/>
              <a:ext cx="418555" cy="1126922"/>
            </a:xfrm>
            <a:custGeom>
              <a:avLst/>
              <a:gdLst/>
              <a:ahLst/>
              <a:cxnLst/>
              <a:rect l="l" t="t" r="r" b="b"/>
              <a:pathLst>
                <a:path w="8053" h="21682" extrusionOk="0">
                  <a:moveTo>
                    <a:pt x="1948" y="0"/>
                  </a:moveTo>
                  <a:lnTo>
                    <a:pt x="1" y="21505"/>
                  </a:lnTo>
                  <a:lnTo>
                    <a:pt x="4202" y="21681"/>
                  </a:lnTo>
                  <a:lnTo>
                    <a:pt x="8052" y="234"/>
                  </a:lnTo>
                  <a:lnTo>
                    <a:pt x="1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7"/>
            <p:cNvSpPr/>
            <p:nvPr/>
          </p:nvSpPr>
          <p:spPr>
            <a:xfrm>
              <a:off x="7944975" y="4350652"/>
              <a:ext cx="694750" cy="898648"/>
            </a:xfrm>
            <a:custGeom>
              <a:avLst/>
              <a:gdLst/>
              <a:ahLst/>
              <a:cxnLst/>
              <a:rect l="l" t="t" r="r" b="b"/>
              <a:pathLst>
                <a:path w="13367" h="17290" extrusionOk="0">
                  <a:moveTo>
                    <a:pt x="1406" y="1318"/>
                  </a:moveTo>
                  <a:lnTo>
                    <a:pt x="11317" y="1830"/>
                  </a:lnTo>
                  <a:lnTo>
                    <a:pt x="6544" y="5783"/>
                  </a:lnTo>
                  <a:lnTo>
                    <a:pt x="1406" y="1318"/>
                  </a:lnTo>
                  <a:close/>
                  <a:moveTo>
                    <a:pt x="11946" y="1889"/>
                  </a:moveTo>
                  <a:lnTo>
                    <a:pt x="11595" y="10145"/>
                  </a:lnTo>
                  <a:lnTo>
                    <a:pt x="6852" y="6046"/>
                  </a:lnTo>
                  <a:lnTo>
                    <a:pt x="11946" y="1889"/>
                  </a:lnTo>
                  <a:close/>
                  <a:moveTo>
                    <a:pt x="1055" y="1610"/>
                  </a:moveTo>
                  <a:lnTo>
                    <a:pt x="6164" y="6090"/>
                  </a:lnTo>
                  <a:lnTo>
                    <a:pt x="1040" y="10321"/>
                  </a:lnTo>
                  <a:lnTo>
                    <a:pt x="1040" y="10321"/>
                  </a:lnTo>
                  <a:lnTo>
                    <a:pt x="1055" y="1610"/>
                  </a:lnTo>
                  <a:close/>
                  <a:moveTo>
                    <a:pt x="0" y="0"/>
                  </a:moveTo>
                  <a:lnTo>
                    <a:pt x="249" y="1259"/>
                  </a:lnTo>
                  <a:lnTo>
                    <a:pt x="410" y="1259"/>
                  </a:lnTo>
                  <a:lnTo>
                    <a:pt x="557" y="16821"/>
                  </a:lnTo>
                  <a:lnTo>
                    <a:pt x="1011" y="16806"/>
                  </a:lnTo>
                  <a:lnTo>
                    <a:pt x="1040" y="10804"/>
                  </a:lnTo>
                  <a:lnTo>
                    <a:pt x="6486" y="6368"/>
                  </a:lnTo>
                  <a:lnTo>
                    <a:pt x="11580" y="10833"/>
                  </a:lnTo>
                  <a:lnTo>
                    <a:pt x="11302" y="17289"/>
                  </a:lnTo>
                  <a:lnTo>
                    <a:pt x="11756" y="17289"/>
                  </a:lnTo>
                  <a:lnTo>
                    <a:pt x="12576" y="1918"/>
                  </a:lnTo>
                  <a:lnTo>
                    <a:pt x="13059" y="1933"/>
                  </a:lnTo>
                  <a:lnTo>
                    <a:pt x="13366" y="586"/>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595;p34">
            <a:extLst>
              <a:ext uri="{FF2B5EF4-FFF2-40B4-BE49-F238E27FC236}">
                <a16:creationId xmlns:a16="http://schemas.microsoft.com/office/drawing/2014/main" id="{FB896E18-5776-FDB7-3A4A-8EEBB0BE38C6}"/>
              </a:ext>
            </a:extLst>
          </p:cNvPr>
          <p:cNvSpPr txBox="1">
            <a:spLocks/>
          </p:cNvSpPr>
          <p:nvPr/>
        </p:nvSpPr>
        <p:spPr>
          <a:xfrm>
            <a:off x="3977068" y="541004"/>
            <a:ext cx="1189864" cy="8643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5500" dirty="0">
                <a:solidFill>
                  <a:schemeClr val="lt2"/>
                </a:solidFill>
                <a:latin typeface="Archivo Black"/>
                <a:sym typeface="Archivo Black"/>
              </a:rPr>
              <a:t>03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grpSp>
        <p:nvGrpSpPr>
          <p:cNvPr id="1282" name="Google Shape;1282;p49"/>
          <p:cNvGrpSpPr/>
          <p:nvPr/>
        </p:nvGrpSpPr>
        <p:grpSpPr>
          <a:xfrm>
            <a:off x="4940355" y="382409"/>
            <a:ext cx="1859071" cy="4421220"/>
            <a:chOff x="4940355" y="382409"/>
            <a:chExt cx="1859071" cy="4421220"/>
          </a:xfrm>
        </p:grpSpPr>
        <p:sp>
          <p:nvSpPr>
            <p:cNvPr id="1283" name="Google Shape;1283;p49"/>
            <p:cNvSpPr/>
            <p:nvPr/>
          </p:nvSpPr>
          <p:spPr>
            <a:xfrm rot="-2105364">
              <a:off x="5497165" y="504762"/>
              <a:ext cx="592846" cy="53049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9"/>
            <p:cNvSpPr/>
            <p:nvPr/>
          </p:nvSpPr>
          <p:spPr>
            <a:xfrm flipH="1">
              <a:off x="5123375" y="1558855"/>
              <a:ext cx="912921" cy="827410"/>
            </a:xfrm>
            <a:custGeom>
              <a:avLst/>
              <a:gdLst/>
              <a:ahLst/>
              <a:cxnLst/>
              <a:rect l="l" t="t" r="r" b="b"/>
              <a:pathLst>
                <a:path w="12854" h="11650" extrusionOk="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9"/>
            <p:cNvSpPr/>
            <p:nvPr/>
          </p:nvSpPr>
          <p:spPr>
            <a:xfrm flipH="1">
              <a:off x="5697290" y="2536257"/>
              <a:ext cx="1031458" cy="2181381"/>
            </a:xfrm>
            <a:custGeom>
              <a:avLst/>
              <a:gdLst/>
              <a:ahLst/>
              <a:cxnLst/>
              <a:rect l="l" t="t" r="r" b="b"/>
              <a:pathLst>
                <a:path w="14523" h="30714" extrusionOk="0">
                  <a:moveTo>
                    <a:pt x="14523" y="0"/>
                  </a:moveTo>
                  <a:lnTo>
                    <a:pt x="9838" y="878"/>
                  </a:lnTo>
                  <a:cubicBezTo>
                    <a:pt x="7232" y="12912"/>
                    <a:pt x="1" y="28254"/>
                    <a:pt x="1" y="28254"/>
                  </a:cubicBezTo>
                  <a:lnTo>
                    <a:pt x="4012" y="30714"/>
                  </a:lnTo>
                  <a:cubicBezTo>
                    <a:pt x="13308" y="12341"/>
                    <a:pt x="14523" y="0"/>
                    <a:pt x="145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9"/>
            <p:cNvSpPr/>
            <p:nvPr/>
          </p:nvSpPr>
          <p:spPr>
            <a:xfrm flipH="1">
              <a:off x="5666054" y="1058436"/>
              <a:ext cx="770522" cy="832382"/>
            </a:xfrm>
            <a:custGeom>
              <a:avLst/>
              <a:gdLst/>
              <a:ahLst/>
              <a:cxnLst/>
              <a:rect l="l" t="t" r="r" b="b"/>
              <a:pathLst>
                <a:path w="10849" h="11720" extrusionOk="0">
                  <a:moveTo>
                    <a:pt x="2775" y="1"/>
                  </a:moveTo>
                  <a:cubicBezTo>
                    <a:pt x="2313" y="1"/>
                    <a:pt x="1872" y="147"/>
                    <a:pt x="1479" y="591"/>
                  </a:cubicBezTo>
                  <a:cubicBezTo>
                    <a:pt x="1478" y="591"/>
                    <a:pt x="1478" y="590"/>
                    <a:pt x="1477" y="590"/>
                  </a:cubicBezTo>
                  <a:cubicBezTo>
                    <a:pt x="1432" y="590"/>
                    <a:pt x="821" y="867"/>
                    <a:pt x="849" y="1338"/>
                  </a:cubicBezTo>
                  <a:cubicBezTo>
                    <a:pt x="893" y="2948"/>
                    <a:pt x="1171" y="4046"/>
                    <a:pt x="498" y="5510"/>
                  </a:cubicBezTo>
                  <a:cubicBezTo>
                    <a:pt x="278" y="6008"/>
                    <a:pt x="0" y="6535"/>
                    <a:pt x="88" y="7062"/>
                  </a:cubicBezTo>
                  <a:cubicBezTo>
                    <a:pt x="191" y="7545"/>
                    <a:pt x="586" y="7925"/>
                    <a:pt x="1025" y="8145"/>
                  </a:cubicBezTo>
                  <a:cubicBezTo>
                    <a:pt x="1464" y="8365"/>
                    <a:pt x="1962" y="8482"/>
                    <a:pt x="2430" y="8628"/>
                  </a:cubicBezTo>
                  <a:cubicBezTo>
                    <a:pt x="2913" y="8774"/>
                    <a:pt x="3382" y="8994"/>
                    <a:pt x="3675" y="9375"/>
                  </a:cubicBezTo>
                  <a:cubicBezTo>
                    <a:pt x="4026" y="9814"/>
                    <a:pt x="4099" y="10399"/>
                    <a:pt x="4465" y="10824"/>
                  </a:cubicBezTo>
                  <a:cubicBezTo>
                    <a:pt x="4846" y="11278"/>
                    <a:pt x="5475" y="11439"/>
                    <a:pt x="6076" y="11527"/>
                  </a:cubicBezTo>
                  <a:cubicBezTo>
                    <a:pt x="6841" y="11659"/>
                    <a:pt x="7594" y="11719"/>
                    <a:pt x="8367" y="11719"/>
                  </a:cubicBezTo>
                  <a:cubicBezTo>
                    <a:pt x="8452" y="11719"/>
                    <a:pt x="8537" y="11718"/>
                    <a:pt x="8623" y="11717"/>
                  </a:cubicBezTo>
                  <a:cubicBezTo>
                    <a:pt x="9135" y="11702"/>
                    <a:pt x="9677" y="11644"/>
                    <a:pt x="10101" y="11351"/>
                  </a:cubicBezTo>
                  <a:cubicBezTo>
                    <a:pt x="10746" y="10868"/>
                    <a:pt x="10848" y="9828"/>
                    <a:pt x="10321" y="9243"/>
                  </a:cubicBezTo>
                  <a:cubicBezTo>
                    <a:pt x="9940" y="8818"/>
                    <a:pt x="9355" y="8672"/>
                    <a:pt x="8842" y="8408"/>
                  </a:cubicBezTo>
                  <a:cubicBezTo>
                    <a:pt x="7964" y="7940"/>
                    <a:pt x="7320" y="7091"/>
                    <a:pt x="7144" y="6110"/>
                  </a:cubicBezTo>
                  <a:cubicBezTo>
                    <a:pt x="6998" y="5276"/>
                    <a:pt x="7174" y="4397"/>
                    <a:pt x="7247" y="3533"/>
                  </a:cubicBezTo>
                  <a:cubicBezTo>
                    <a:pt x="7305" y="2670"/>
                    <a:pt x="7188" y="1718"/>
                    <a:pt x="6573" y="1133"/>
                  </a:cubicBezTo>
                  <a:cubicBezTo>
                    <a:pt x="6163" y="752"/>
                    <a:pt x="5607" y="591"/>
                    <a:pt x="5051" y="503"/>
                  </a:cubicBezTo>
                  <a:cubicBezTo>
                    <a:pt x="4311" y="377"/>
                    <a:pt x="3516" y="1"/>
                    <a:pt x="27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9"/>
            <p:cNvSpPr/>
            <p:nvPr/>
          </p:nvSpPr>
          <p:spPr>
            <a:xfrm flipH="1">
              <a:off x="5697302" y="2536257"/>
              <a:ext cx="1031458" cy="2181381"/>
            </a:xfrm>
            <a:custGeom>
              <a:avLst/>
              <a:gdLst/>
              <a:ahLst/>
              <a:cxnLst/>
              <a:rect l="l" t="t" r="r" b="b"/>
              <a:pathLst>
                <a:path w="14523" h="30714" extrusionOk="0">
                  <a:moveTo>
                    <a:pt x="14523" y="0"/>
                  </a:moveTo>
                  <a:lnTo>
                    <a:pt x="9838" y="878"/>
                  </a:lnTo>
                  <a:cubicBezTo>
                    <a:pt x="7232" y="12912"/>
                    <a:pt x="1" y="28254"/>
                    <a:pt x="1" y="28254"/>
                  </a:cubicBezTo>
                  <a:lnTo>
                    <a:pt x="4012" y="30714"/>
                  </a:lnTo>
                  <a:cubicBezTo>
                    <a:pt x="13308" y="12341"/>
                    <a:pt x="14523" y="0"/>
                    <a:pt x="14523"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9"/>
            <p:cNvSpPr/>
            <p:nvPr/>
          </p:nvSpPr>
          <p:spPr>
            <a:xfrm flipH="1">
              <a:off x="6390764" y="4531472"/>
              <a:ext cx="339061" cy="272158"/>
            </a:xfrm>
            <a:custGeom>
              <a:avLst/>
              <a:gdLst/>
              <a:ahLst/>
              <a:cxnLst/>
              <a:rect l="l" t="t" r="r" b="b"/>
              <a:pathLst>
                <a:path w="4774" h="3832" extrusionOk="0">
                  <a:moveTo>
                    <a:pt x="1" y="0"/>
                  </a:moveTo>
                  <a:lnTo>
                    <a:pt x="16" y="161"/>
                  </a:lnTo>
                  <a:cubicBezTo>
                    <a:pt x="16" y="161"/>
                    <a:pt x="4167" y="3832"/>
                    <a:pt x="4618" y="3832"/>
                  </a:cubicBezTo>
                  <a:cubicBezTo>
                    <a:pt x="4639" y="3832"/>
                    <a:pt x="4652" y="3824"/>
                    <a:pt x="4656" y="3807"/>
                  </a:cubicBezTo>
                  <a:cubicBezTo>
                    <a:pt x="4773" y="3426"/>
                    <a:pt x="3997" y="2621"/>
                    <a:pt x="3997" y="2621"/>
                  </a:cubicBez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9"/>
            <p:cNvSpPr/>
            <p:nvPr/>
          </p:nvSpPr>
          <p:spPr>
            <a:xfrm flipH="1">
              <a:off x="6532169" y="3030498"/>
              <a:ext cx="267257" cy="303194"/>
            </a:xfrm>
            <a:custGeom>
              <a:avLst/>
              <a:gdLst/>
              <a:ahLst/>
              <a:cxnLst/>
              <a:rect l="l" t="t" r="r" b="b"/>
              <a:pathLst>
                <a:path w="3763" h="4269" extrusionOk="0">
                  <a:moveTo>
                    <a:pt x="1007" y="0"/>
                  </a:moveTo>
                  <a:cubicBezTo>
                    <a:pt x="912" y="0"/>
                    <a:pt x="842" y="30"/>
                    <a:pt x="805" y="97"/>
                  </a:cubicBezTo>
                  <a:cubicBezTo>
                    <a:pt x="805" y="97"/>
                    <a:pt x="0" y="2264"/>
                    <a:pt x="73" y="2528"/>
                  </a:cubicBezTo>
                  <a:cubicBezTo>
                    <a:pt x="83" y="2566"/>
                    <a:pt x="105" y="2583"/>
                    <a:pt x="134" y="2583"/>
                  </a:cubicBezTo>
                  <a:cubicBezTo>
                    <a:pt x="316" y="2583"/>
                    <a:pt x="805" y="1942"/>
                    <a:pt x="805" y="1942"/>
                  </a:cubicBezTo>
                  <a:lnTo>
                    <a:pt x="805" y="1942"/>
                  </a:lnTo>
                  <a:cubicBezTo>
                    <a:pt x="805" y="1942"/>
                    <a:pt x="264" y="2879"/>
                    <a:pt x="337" y="3128"/>
                  </a:cubicBezTo>
                  <a:cubicBezTo>
                    <a:pt x="344" y="3155"/>
                    <a:pt x="362" y="3167"/>
                    <a:pt x="387" y="3167"/>
                  </a:cubicBezTo>
                  <a:cubicBezTo>
                    <a:pt x="609" y="3167"/>
                    <a:pt x="1434" y="2235"/>
                    <a:pt x="1435" y="2235"/>
                  </a:cubicBezTo>
                  <a:lnTo>
                    <a:pt x="1435" y="2235"/>
                  </a:lnTo>
                  <a:cubicBezTo>
                    <a:pt x="1434" y="2235"/>
                    <a:pt x="483" y="3435"/>
                    <a:pt x="732" y="3640"/>
                  </a:cubicBezTo>
                  <a:cubicBezTo>
                    <a:pt x="752" y="3656"/>
                    <a:pt x="777" y="3663"/>
                    <a:pt x="805" y="3663"/>
                  </a:cubicBezTo>
                  <a:cubicBezTo>
                    <a:pt x="1159" y="3663"/>
                    <a:pt x="2123" y="2586"/>
                    <a:pt x="2123" y="2586"/>
                  </a:cubicBezTo>
                  <a:lnTo>
                    <a:pt x="2123" y="2586"/>
                  </a:lnTo>
                  <a:cubicBezTo>
                    <a:pt x="2123" y="2586"/>
                    <a:pt x="1069" y="3977"/>
                    <a:pt x="1303" y="4240"/>
                  </a:cubicBezTo>
                  <a:cubicBezTo>
                    <a:pt x="1319" y="4260"/>
                    <a:pt x="1341" y="4269"/>
                    <a:pt x="1368" y="4269"/>
                  </a:cubicBezTo>
                  <a:cubicBezTo>
                    <a:pt x="1728" y="4269"/>
                    <a:pt x="2957" y="2659"/>
                    <a:pt x="2957" y="2659"/>
                  </a:cubicBezTo>
                  <a:cubicBezTo>
                    <a:pt x="2984" y="3291"/>
                    <a:pt x="3357" y="3664"/>
                    <a:pt x="3542" y="3664"/>
                  </a:cubicBezTo>
                  <a:cubicBezTo>
                    <a:pt x="3559" y="3664"/>
                    <a:pt x="3574" y="3661"/>
                    <a:pt x="3587" y="3655"/>
                  </a:cubicBezTo>
                  <a:cubicBezTo>
                    <a:pt x="3762" y="3582"/>
                    <a:pt x="3557" y="1459"/>
                    <a:pt x="3557" y="1459"/>
                  </a:cubicBezTo>
                  <a:cubicBezTo>
                    <a:pt x="3557" y="1459"/>
                    <a:pt x="1673" y="0"/>
                    <a:pt x="1007"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9"/>
            <p:cNvSpPr/>
            <p:nvPr/>
          </p:nvSpPr>
          <p:spPr>
            <a:xfrm flipH="1">
              <a:off x="5302207" y="2508133"/>
              <a:ext cx="1096940" cy="2262559"/>
            </a:xfrm>
            <a:custGeom>
              <a:avLst/>
              <a:gdLst/>
              <a:ahLst/>
              <a:cxnLst/>
              <a:rect l="l" t="t" r="r" b="b"/>
              <a:pathLst>
                <a:path w="15445" h="31857" extrusionOk="0">
                  <a:moveTo>
                    <a:pt x="6251" y="1"/>
                  </a:moveTo>
                  <a:lnTo>
                    <a:pt x="0" y="2124"/>
                  </a:lnTo>
                  <a:cubicBezTo>
                    <a:pt x="0" y="2124"/>
                    <a:pt x="3470" y="18154"/>
                    <a:pt x="11844" y="31856"/>
                  </a:cubicBezTo>
                  <a:lnTo>
                    <a:pt x="15445" y="29895"/>
                  </a:lnTo>
                  <a:cubicBezTo>
                    <a:pt x="15445" y="29895"/>
                    <a:pt x="5929" y="9956"/>
                    <a:pt x="6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9"/>
            <p:cNvSpPr/>
            <p:nvPr/>
          </p:nvSpPr>
          <p:spPr>
            <a:xfrm flipH="1">
              <a:off x="6141265" y="2320990"/>
              <a:ext cx="166405" cy="180326"/>
            </a:xfrm>
            <a:custGeom>
              <a:avLst/>
              <a:gdLst/>
              <a:ahLst/>
              <a:cxnLst/>
              <a:rect l="l" t="t" r="r" b="b"/>
              <a:pathLst>
                <a:path w="2343" h="2539" extrusionOk="0">
                  <a:moveTo>
                    <a:pt x="162" y="1"/>
                  </a:moveTo>
                  <a:cubicBezTo>
                    <a:pt x="162" y="1"/>
                    <a:pt x="279" y="15"/>
                    <a:pt x="469" y="30"/>
                  </a:cubicBezTo>
                  <a:cubicBezTo>
                    <a:pt x="689" y="59"/>
                    <a:pt x="981" y="74"/>
                    <a:pt x="1333" y="103"/>
                  </a:cubicBezTo>
                  <a:cubicBezTo>
                    <a:pt x="1523" y="132"/>
                    <a:pt x="1713" y="147"/>
                    <a:pt x="1933" y="162"/>
                  </a:cubicBezTo>
                  <a:cubicBezTo>
                    <a:pt x="2050" y="176"/>
                    <a:pt x="2153" y="176"/>
                    <a:pt x="2211" y="250"/>
                  </a:cubicBezTo>
                  <a:cubicBezTo>
                    <a:pt x="2270" y="323"/>
                    <a:pt x="2270" y="440"/>
                    <a:pt x="2270" y="572"/>
                  </a:cubicBezTo>
                  <a:cubicBezTo>
                    <a:pt x="2270" y="806"/>
                    <a:pt x="2270" y="1055"/>
                    <a:pt x="2211" y="1318"/>
                  </a:cubicBezTo>
                  <a:cubicBezTo>
                    <a:pt x="2153" y="1567"/>
                    <a:pt x="2050" y="1831"/>
                    <a:pt x="1860" y="2006"/>
                  </a:cubicBezTo>
                  <a:cubicBezTo>
                    <a:pt x="1684" y="2197"/>
                    <a:pt x="1421" y="2328"/>
                    <a:pt x="1186" y="2372"/>
                  </a:cubicBezTo>
                  <a:cubicBezTo>
                    <a:pt x="1062" y="2402"/>
                    <a:pt x="934" y="2420"/>
                    <a:pt x="811" y="2420"/>
                  </a:cubicBezTo>
                  <a:cubicBezTo>
                    <a:pt x="689" y="2420"/>
                    <a:pt x="571" y="2402"/>
                    <a:pt x="469" y="2358"/>
                  </a:cubicBezTo>
                  <a:cubicBezTo>
                    <a:pt x="279" y="2255"/>
                    <a:pt x="176" y="2036"/>
                    <a:pt x="147" y="1831"/>
                  </a:cubicBezTo>
                  <a:cubicBezTo>
                    <a:pt x="103" y="1626"/>
                    <a:pt x="132" y="1421"/>
                    <a:pt x="132" y="1245"/>
                  </a:cubicBezTo>
                  <a:cubicBezTo>
                    <a:pt x="147" y="879"/>
                    <a:pt x="205" y="586"/>
                    <a:pt x="235" y="381"/>
                  </a:cubicBezTo>
                  <a:cubicBezTo>
                    <a:pt x="293" y="176"/>
                    <a:pt x="308" y="74"/>
                    <a:pt x="308" y="74"/>
                  </a:cubicBezTo>
                  <a:lnTo>
                    <a:pt x="308" y="74"/>
                  </a:lnTo>
                  <a:cubicBezTo>
                    <a:pt x="308" y="74"/>
                    <a:pt x="293" y="89"/>
                    <a:pt x="249" y="176"/>
                  </a:cubicBezTo>
                  <a:cubicBezTo>
                    <a:pt x="235" y="220"/>
                    <a:pt x="220" y="308"/>
                    <a:pt x="176" y="396"/>
                  </a:cubicBezTo>
                  <a:cubicBezTo>
                    <a:pt x="118" y="601"/>
                    <a:pt x="74" y="894"/>
                    <a:pt x="30" y="1260"/>
                  </a:cubicBezTo>
                  <a:cubicBezTo>
                    <a:pt x="15" y="1450"/>
                    <a:pt x="1" y="1640"/>
                    <a:pt x="30" y="1860"/>
                  </a:cubicBezTo>
                  <a:cubicBezTo>
                    <a:pt x="44" y="1977"/>
                    <a:pt x="88" y="2080"/>
                    <a:pt x="147" y="2197"/>
                  </a:cubicBezTo>
                  <a:cubicBezTo>
                    <a:pt x="220" y="2284"/>
                    <a:pt x="308" y="2402"/>
                    <a:pt x="410" y="2446"/>
                  </a:cubicBezTo>
                  <a:cubicBezTo>
                    <a:pt x="540" y="2514"/>
                    <a:pt x="673" y="2539"/>
                    <a:pt x="808" y="2539"/>
                  </a:cubicBezTo>
                  <a:cubicBezTo>
                    <a:pt x="933" y="2539"/>
                    <a:pt x="1060" y="2518"/>
                    <a:pt x="1186" y="2489"/>
                  </a:cubicBezTo>
                  <a:cubicBezTo>
                    <a:pt x="1435" y="2416"/>
                    <a:pt x="1713" y="2284"/>
                    <a:pt x="1918" y="2080"/>
                  </a:cubicBezTo>
                  <a:cubicBezTo>
                    <a:pt x="2123" y="1860"/>
                    <a:pt x="2226" y="1596"/>
                    <a:pt x="2284" y="1333"/>
                  </a:cubicBezTo>
                  <a:cubicBezTo>
                    <a:pt x="2343" y="1055"/>
                    <a:pt x="2343" y="806"/>
                    <a:pt x="2343" y="572"/>
                  </a:cubicBezTo>
                  <a:cubicBezTo>
                    <a:pt x="2343" y="455"/>
                    <a:pt x="2343" y="308"/>
                    <a:pt x="2270" y="206"/>
                  </a:cubicBezTo>
                  <a:cubicBezTo>
                    <a:pt x="2226" y="132"/>
                    <a:pt x="2153" y="103"/>
                    <a:pt x="2109" y="89"/>
                  </a:cubicBezTo>
                  <a:cubicBezTo>
                    <a:pt x="2050" y="74"/>
                    <a:pt x="1991" y="74"/>
                    <a:pt x="1933" y="74"/>
                  </a:cubicBezTo>
                  <a:cubicBezTo>
                    <a:pt x="1713" y="59"/>
                    <a:pt x="1523" y="59"/>
                    <a:pt x="1333" y="30"/>
                  </a:cubicBezTo>
                  <a:cubicBezTo>
                    <a:pt x="981" y="15"/>
                    <a:pt x="689" y="15"/>
                    <a:pt x="469" y="1"/>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9"/>
            <p:cNvSpPr/>
            <p:nvPr/>
          </p:nvSpPr>
          <p:spPr>
            <a:xfrm flipH="1">
              <a:off x="5166985" y="4623445"/>
              <a:ext cx="391049" cy="147229"/>
            </a:xfrm>
            <a:custGeom>
              <a:avLst/>
              <a:gdLst/>
              <a:ahLst/>
              <a:cxnLst/>
              <a:rect l="l" t="t" r="r" b="b"/>
              <a:pathLst>
                <a:path w="5506" h="2073" extrusionOk="0">
                  <a:moveTo>
                    <a:pt x="4908" y="0"/>
                  </a:moveTo>
                  <a:cubicBezTo>
                    <a:pt x="4370" y="0"/>
                    <a:pt x="3602" y="111"/>
                    <a:pt x="3602" y="111"/>
                  </a:cubicBezTo>
                  <a:lnTo>
                    <a:pt x="1" y="2072"/>
                  </a:lnTo>
                  <a:cubicBezTo>
                    <a:pt x="1" y="2072"/>
                    <a:pt x="5505" y="374"/>
                    <a:pt x="5417" y="111"/>
                  </a:cubicBezTo>
                  <a:cubicBezTo>
                    <a:pt x="5388" y="28"/>
                    <a:pt x="5176" y="0"/>
                    <a:pt x="49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9"/>
            <p:cNvSpPr/>
            <p:nvPr/>
          </p:nvSpPr>
          <p:spPr>
            <a:xfrm flipH="1">
              <a:off x="5123375" y="1558855"/>
              <a:ext cx="912921" cy="827410"/>
            </a:xfrm>
            <a:custGeom>
              <a:avLst/>
              <a:gdLst/>
              <a:ahLst/>
              <a:cxnLst/>
              <a:rect l="l" t="t" r="r" b="b"/>
              <a:pathLst>
                <a:path w="12854" h="11650" extrusionOk="0">
                  <a:moveTo>
                    <a:pt x="3148" y="1"/>
                  </a:moveTo>
                  <a:lnTo>
                    <a:pt x="425" y="206"/>
                  </a:lnTo>
                  <a:cubicBezTo>
                    <a:pt x="425" y="206"/>
                    <a:pt x="0" y="3397"/>
                    <a:pt x="908" y="8170"/>
                  </a:cubicBezTo>
                  <a:cubicBezTo>
                    <a:pt x="1453" y="10979"/>
                    <a:pt x="3171" y="11650"/>
                    <a:pt x="4719" y="11650"/>
                  </a:cubicBezTo>
                  <a:cubicBezTo>
                    <a:pt x="5793" y="11650"/>
                    <a:pt x="6785" y="11327"/>
                    <a:pt x="7247" y="11171"/>
                  </a:cubicBezTo>
                  <a:cubicBezTo>
                    <a:pt x="8360" y="10761"/>
                    <a:pt x="12854" y="9136"/>
                    <a:pt x="12854" y="9136"/>
                  </a:cubicBezTo>
                  <a:lnTo>
                    <a:pt x="11507" y="6062"/>
                  </a:lnTo>
                  <a:cubicBezTo>
                    <a:pt x="11507" y="6062"/>
                    <a:pt x="8769" y="7057"/>
                    <a:pt x="5681" y="7716"/>
                  </a:cubicBezTo>
                  <a:cubicBezTo>
                    <a:pt x="5655" y="7721"/>
                    <a:pt x="5630" y="7724"/>
                    <a:pt x="5604" y="7724"/>
                  </a:cubicBezTo>
                  <a:cubicBezTo>
                    <a:pt x="4221" y="7724"/>
                    <a:pt x="3148" y="1"/>
                    <a:pt x="3148"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9"/>
            <p:cNvSpPr/>
            <p:nvPr/>
          </p:nvSpPr>
          <p:spPr>
            <a:xfrm flipH="1">
              <a:off x="5646309" y="1543799"/>
              <a:ext cx="831885" cy="1160647"/>
            </a:xfrm>
            <a:custGeom>
              <a:avLst/>
              <a:gdLst/>
              <a:ahLst/>
              <a:cxnLst/>
              <a:rect l="l" t="t" r="r" b="b"/>
              <a:pathLst>
                <a:path w="11713" h="16342" extrusionOk="0">
                  <a:moveTo>
                    <a:pt x="6680" y="0"/>
                  </a:moveTo>
                  <a:cubicBezTo>
                    <a:pt x="5073" y="0"/>
                    <a:pt x="3107" y="146"/>
                    <a:pt x="2050" y="725"/>
                  </a:cubicBezTo>
                  <a:cubicBezTo>
                    <a:pt x="2050" y="725"/>
                    <a:pt x="308" y="1501"/>
                    <a:pt x="1" y="2526"/>
                  </a:cubicBezTo>
                  <a:lnTo>
                    <a:pt x="1143" y="10607"/>
                  </a:lnTo>
                  <a:lnTo>
                    <a:pt x="850" y="15702"/>
                  </a:lnTo>
                  <a:cubicBezTo>
                    <a:pt x="850" y="15702"/>
                    <a:pt x="2405" y="16341"/>
                    <a:pt x="4371" y="16341"/>
                  </a:cubicBezTo>
                  <a:cubicBezTo>
                    <a:pt x="5608" y="16341"/>
                    <a:pt x="7009" y="16088"/>
                    <a:pt x="8287" y="15262"/>
                  </a:cubicBezTo>
                  <a:cubicBezTo>
                    <a:pt x="8287" y="15262"/>
                    <a:pt x="9946" y="15816"/>
                    <a:pt x="11017" y="15816"/>
                  </a:cubicBezTo>
                  <a:cubicBezTo>
                    <a:pt x="11307" y="15816"/>
                    <a:pt x="11553" y="15775"/>
                    <a:pt x="11712" y="15672"/>
                  </a:cubicBezTo>
                  <a:lnTo>
                    <a:pt x="10600" y="9319"/>
                  </a:lnTo>
                  <a:cubicBezTo>
                    <a:pt x="10283" y="7334"/>
                    <a:pt x="10023" y="191"/>
                    <a:pt x="9417" y="191"/>
                  </a:cubicBezTo>
                  <a:cubicBezTo>
                    <a:pt x="9407" y="191"/>
                    <a:pt x="9396" y="194"/>
                    <a:pt x="9385" y="198"/>
                  </a:cubicBezTo>
                  <a:cubicBezTo>
                    <a:pt x="9372" y="206"/>
                    <a:pt x="9359" y="209"/>
                    <a:pt x="9346" y="209"/>
                  </a:cubicBezTo>
                  <a:cubicBezTo>
                    <a:pt x="9285" y="209"/>
                    <a:pt x="9223" y="137"/>
                    <a:pt x="9150" y="125"/>
                  </a:cubicBezTo>
                  <a:cubicBezTo>
                    <a:pt x="8875" y="81"/>
                    <a:pt x="7877" y="0"/>
                    <a:pt x="66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9"/>
            <p:cNvSpPr/>
            <p:nvPr/>
          </p:nvSpPr>
          <p:spPr>
            <a:xfrm flipH="1">
              <a:off x="5949932" y="1542307"/>
              <a:ext cx="270382" cy="536503"/>
            </a:xfrm>
            <a:custGeom>
              <a:avLst/>
              <a:gdLst/>
              <a:ahLst/>
              <a:cxnLst/>
              <a:rect l="l" t="t" r="r" b="b"/>
              <a:pathLst>
                <a:path w="3807" h="7554" extrusionOk="0">
                  <a:moveTo>
                    <a:pt x="2867" y="0"/>
                  </a:moveTo>
                  <a:cubicBezTo>
                    <a:pt x="1934" y="0"/>
                    <a:pt x="564" y="41"/>
                    <a:pt x="0" y="263"/>
                  </a:cubicBezTo>
                  <a:lnTo>
                    <a:pt x="3806" y="7554"/>
                  </a:lnTo>
                  <a:lnTo>
                    <a:pt x="3806" y="14"/>
                  </a:lnTo>
                  <a:cubicBezTo>
                    <a:pt x="3806" y="14"/>
                    <a:pt x="3411" y="0"/>
                    <a:pt x="28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9"/>
            <p:cNvSpPr/>
            <p:nvPr/>
          </p:nvSpPr>
          <p:spPr>
            <a:xfrm flipH="1">
              <a:off x="5920812" y="1097285"/>
              <a:ext cx="431532" cy="548790"/>
            </a:xfrm>
            <a:custGeom>
              <a:avLst/>
              <a:gdLst/>
              <a:ahLst/>
              <a:cxnLst/>
              <a:rect l="l" t="t" r="r" b="b"/>
              <a:pathLst>
                <a:path w="6076" h="7727" extrusionOk="0">
                  <a:moveTo>
                    <a:pt x="2782" y="0"/>
                  </a:moveTo>
                  <a:lnTo>
                    <a:pt x="1200" y="44"/>
                  </a:lnTo>
                  <a:cubicBezTo>
                    <a:pt x="1200" y="44"/>
                    <a:pt x="293" y="59"/>
                    <a:pt x="293" y="498"/>
                  </a:cubicBezTo>
                  <a:cubicBezTo>
                    <a:pt x="293" y="498"/>
                    <a:pt x="0" y="5885"/>
                    <a:pt x="1713" y="5958"/>
                  </a:cubicBezTo>
                  <a:lnTo>
                    <a:pt x="2738" y="5958"/>
                  </a:lnTo>
                  <a:lnTo>
                    <a:pt x="2738" y="6720"/>
                  </a:lnTo>
                  <a:cubicBezTo>
                    <a:pt x="2738" y="6983"/>
                    <a:pt x="2855" y="7217"/>
                    <a:pt x="3074" y="7349"/>
                  </a:cubicBezTo>
                  <a:cubicBezTo>
                    <a:pt x="3364" y="7521"/>
                    <a:pt x="3783" y="7727"/>
                    <a:pt x="4206" y="7727"/>
                  </a:cubicBezTo>
                  <a:cubicBezTo>
                    <a:pt x="4466" y="7727"/>
                    <a:pt x="4728" y="7649"/>
                    <a:pt x="4963" y="7437"/>
                  </a:cubicBezTo>
                  <a:cubicBezTo>
                    <a:pt x="5256" y="7188"/>
                    <a:pt x="5387" y="6778"/>
                    <a:pt x="5343" y="6397"/>
                  </a:cubicBezTo>
                  <a:lnTo>
                    <a:pt x="5124" y="3513"/>
                  </a:lnTo>
                  <a:cubicBezTo>
                    <a:pt x="5124" y="3513"/>
                    <a:pt x="6075" y="3323"/>
                    <a:pt x="5900" y="2328"/>
                  </a:cubicBezTo>
                  <a:cubicBezTo>
                    <a:pt x="5801" y="1797"/>
                    <a:pt x="5528" y="1643"/>
                    <a:pt x="5245" y="1643"/>
                  </a:cubicBezTo>
                  <a:cubicBezTo>
                    <a:pt x="4857" y="1643"/>
                    <a:pt x="4450" y="1932"/>
                    <a:pt x="4450" y="1932"/>
                  </a:cubicBezTo>
                  <a:lnTo>
                    <a:pt x="4450" y="1610"/>
                  </a:lnTo>
                  <a:cubicBezTo>
                    <a:pt x="4450" y="717"/>
                    <a:pt x="3718" y="0"/>
                    <a:pt x="2840" y="0"/>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9"/>
            <p:cNvSpPr/>
            <p:nvPr/>
          </p:nvSpPr>
          <p:spPr>
            <a:xfrm flipH="1">
              <a:off x="6239987" y="1278177"/>
              <a:ext cx="24006" cy="114417"/>
            </a:xfrm>
            <a:custGeom>
              <a:avLst/>
              <a:gdLst/>
              <a:ahLst/>
              <a:cxnLst/>
              <a:rect l="l" t="t" r="r" b="b"/>
              <a:pathLst>
                <a:path w="338" h="1611" extrusionOk="0">
                  <a:moveTo>
                    <a:pt x="74" y="0"/>
                  </a:moveTo>
                  <a:cubicBezTo>
                    <a:pt x="59" y="0"/>
                    <a:pt x="30" y="396"/>
                    <a:pt x="0" y="879"/>
                  </a:cubicBezTo>
                  <a:lnTo>
                    <a:pt x="0" y="1230"/>
                  </a:lnTo>
                  <a:cubicBezTo>
                    <a:pt x="0" y="1347"/>
                    <a:pt x="30" y="1450"/>
                    <a:pt x="74" y="1523"/>
                  </a:cubicBezTo>
                  <a:cubicBezTo>
                    <a:pt x="132" y="1596"/>
                    <a:pt x="205" y="1611"/>
                    <a:pt x="264" y="1611"/>
                  </a:cubicBezTo>
                  <a:cubicBezTo>
                    <a:pt x="308" y="1596"/>
                    <a:pt x="337" y="1581"/>
                    <a:pt x="337" y="1581"/>
                  </a:cubicBezTo>
                  <a:cubicBezTo>
                    <a:pt x="330" y="1574"/>
                    <a:pt x="319" y="1574"/>
                    <a:pt x="306" y="1574"/>
                  </a:cubicBezTo>
                  <a:cubicBezTo>
                    <a:pt x="293" y="1574"/>
                    <a:pt x="279" y="1574"/>
                    <a:pt x="264" y="1567"/>
                  </a:cubicBezTo>
                  <a:cubicBezTo>
                    <a:pt x="220" y="1567"/>
                    <a:pt x="176" y="1523"/>
                    <a:pt x="132" y="1464"/>
                  </a:cubicBezTo>
                  <a:cubicBezTo>
                    <a:pt x="74" y="1362"/>
                    <a:pt x="117" y="1113"/>
                    <a:pt x="117" y="879"/>
                  </a:cubicBezTo>
                  <a:cubicBezTo>
                    <a:pt x="117" y="396"/>
                    <a:pt x="117"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9"/>
            <p:cNvSpPr/>
            <p:nvPr/>
          </p:nvSpPr>
          <p:spPr>
            <a:xfrm flipH="1">
              <a:off x="6172445" y="1281302"/>
              <a:ext cx="9446" cy="28125"/>
            </a:xfrm>
            <a:custGeom>
              <a:avLst/>
              <a:gdLst/>
              <a:ahLst/>
              <a:cxnLst/>
              <a:rect l="l" t="t" r="r" b="b"/>
              <a:pathLst>
                <a:path w="133" h="396" extrusionOk="0">
                  <a:moveTo>
                    <a:pt x="74" y="0"/>
                  </a:moveTo>
                  <a:cubicBezTo>
                    <a:pt x="45" y="0"/>
                    <a:pt x="16" y="88"/>
                    <a:pt x="16" y="205"/>
                  </a:cubicBezTo>
                  <a:cubicBezTo>
                    <a:pt x="1" y="308"/>
                    <a:pt x="16" y="395"/>
                    <a:pt x="59" y="395"/>
                  </a:cubicBezTo>
                  <a:cubicBezTo>
                    <a:pt x="74" y="395"/>
                    <a:pt x="118" y="308"/>
                    <a:pt x="118" y="205"/>
                  </a:cubicBezTo>
                  <a:cubicBezTo>
                    <a:pt x="133" y="88"/>
                    <a:pt x="118"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9"/>
            <p:cNvSpPr/>
            <p:nvPr/>
          </p:nvSpPr>
          <p:spPr>
            <a:xfrm flipH="1">
              <a:off x="6296165" y="1280237"/>
              <a:ext cx="9446" cy="28125"/>
            </a:xfrm>
            <a:custGeom>
              <a:avLst/>
              <a:gdLst/>
              <a:ahLst/>
              <a:cxnLst/>
              <a:rect l="l" t="t" r="r" b="b"/>
              <a:pathLst>
                <a:path w="133" h="396" extrusionOk="0">
                  <a:moveTo>
                    <a:pt x="74" y="1"/>
                  </a:moveTo>
                  <a:cubicBezTo>
                    <a:pt x="45" y="1"/>
                    <a:pt x="30" y="74"/>
                    <a:pt x="30" y="191"/>
                  </a:cubicBezTo>
                  <a:cubicBezTo>
                    <a:pt x="1" y="308"/>
                    <a:pt x="30" y="396"/>
                    <a:pt x="59" y="396"/>
                  </a:cubicBezTo>
                  <a:cubicBezTo>
                    <a:pt x="74" y="396"/>
                    <a:pt x="118" y="308"/>
                    <a:pt x="118" y="191"/>
                  </a:cubicBezTo>
                  <a:cubicBezTo>
                    <a:pt x="133" y="88"/>
                    <a:pt x="118" y="1"/>
                    <a:pt x="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9"/>
            <p:cNvSpPr/>
            <p:nvPr/>
          </p:nvSpPr>
          <p:spPr>
            <a:xfrm flipH="1">
              <a:off x="6094462" y="1478814"/>
              <a:ext cx="67613" cy="119673"/>
            </a:xfrm>
            <a:custGeom>
              <a:avLst/>
              <a:gdLst/>
              <a:ahLst/>
              <a:cxnLst/>
              <a:rect l="l" t="t" r="r" b="b"/>
              <a:pathLst>
                <a:path w="952" h="1685" extrusionOk="0">
                  <a:moveTo>
                    <a:pt x="937" y="1"/>
                  </a:moveTo>
                  <a:lnTo>
                    <a:pt x="937" y="1"/>
                  </a:lnTo>
                  <a:cubicBezTo>
                    <a:pt x="717" y="293"/>
                    <a:pt x="395" y="498"/>
                    <a:pt x="59" y="586"/>
                  </a:cubicBezTo>
                  <a:lnTo>
                    <a:pt x="29" y="586"/>
                  </a:lnTo>
                  <a:cubicBezTo>
                    <a:pt x="15" y="923"/>
                    <a:pt x="0" y="1143"/>
                    <a:pt x="59" y="1465"/>
                  </a:cubicBezTo>
                  <a:cubicBezTo>
                    <a:pt x="59" y="1479"/>
                    <a:pt x="103" y="1655"/>
                    <a:pt x="103" y="1684"/>
                  </a:cubicBezTo>
                  <a:cubicBezTo>
                    <a:pt x="103" y="1684"/>
                    <a:pt x="249" y="1626"/>
                    <a:pt x="351" y="1567"/>
                  </a:cubicBezTo>
                  <a:cubicBezTo>
                    <a:pt x="600" y="1421"/>
                    <a:pt x="791" y="1172"/>
                    <a:pt x="864" y="879"/>
                  </a:cubicBezTo>
                  <a:cubicBezTo>
                    <a:pt x="952" y="601"/>
                    <a:pt x="952" y="293"/>
                    <a:pt x="937"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9"/>
            <p:cNvSpPr/>
            <p:nvPr/>
          </p:nvSpPr>
          <p:spPr>
            <a:xfrm flipH="1">
              <a:off x="5967617" y="1250124"/>
              <a:ext cx="57244" cy="75497"/>
            </a:xfrm>
            <a:custGeom>
              <a:avLst/>
              <a:gdLst/>
              <a:ahLst/>
              <a:cxnLst/>
              <a:rect l="l" t="t" r="r" b="b"/>
              <a:pathLst>
                <a:path w="806" h="1063" extrusionOk="0">
                  <a:moveTo>
                    <a:pt x="718" y="0"/>
                  </a:moveTo>
                  <a:cubicBezTo>
                    <a:pt x="718" y="0"/>
                    <a:pt x="630" y="0"/>
                    <a:pt x="498" y="59"/>
                  </a:cubicBezTo>
                  <a:cubicBezTo>
                    <a:pt x="366" y="102"/>
                    <a:pt x="205" y="234"/>
                    <a:pt x="103" y="454"/>
                  </a:cubicBezTo>
                  <a:lnTo>
                    <a:pt x="0" y="615"/>
                  </a:lnTo>
                  <a:lnTo>
                    <a:pt x="0" y="615"/>
                  </a:lnTo>
                  <a:lnTo>
                    <a:pt x="176" y="512"/>
                  </a:lnTo>
                  <a:cubicBezTo>
                    <a:pt x="185" y="507"/>
                    <a:pt x="194" y="502"/>
                    <a:pt x="203" y="496"/>
                  </a:cubicBezTo>
                  <a:lnTo>
                    <a:pt x="203" y="496"/>
                  </a:lnTo>
                  <a:lnTo>
                    <a:pt x="205" y="498"/>
                  </a:lnTo>
                  <a:cubicBezTo>
                    <a:pt x="206" y="497"/>
                    <a:pt x="206" y="495"/>
                    <a:pt x="207" y="494"/>
                  </a:cubicBezTo>
                  <a:lnTo>
                    <a:pt x="207" y="494"/>
                  </a:lnTo>
                  <a:cubicBezTo>
                    <a:pt x="270" y="456"/>
                    <a:pt x="333" y="420"/>
                    <a:pt x="396" y="395"/>
                  </a:cubicBezTo>
                  <a:cubicBezTo>
                    <a:pt x="413" y="391"/>
                    <a:pt x="431" y="389"/>
                    <a:pt x="448" y="389"/>
                  </a:cubicBezTo>
                  <a:cubicBezTo>
                    <a:pt x="542" y="389"/>
                    <a:pt x="620" y="455"/>
                    <a:pt x="645" y="542"/>
                  </a:cubicBezTo>
                  <a:cubicBezTo>
                    <a:pt x="689" y="644"/>
                    <a:pt x="645" y="747"/>
                    <a:pt x="615" y="820"/>
                  </a:cubicBezTo>
                  <a:cubicBezTo>
                    <a:pt x="513" y="981"/>
                    <a:pt x="410" y="1039"/>
                    <a:pt x="425" y="1054"/>
                  </a:cubicBezTo>
                  <a:cubicBezTo>
                    <a:pt x="425" y="1060"/>
                    <a:pt x="430" y="1063"/>
                    <a:pt x="438" y="1063"/>
                  </a:cubicBezTo>
                  <a:cubicBezTo>
                    <a:pt x="475" y="1063"/>
                    <a:pt x="584" y="1009"/>
                    <a:pt x="703" y="878"/>
                  </a:cubicBezTo>
                  <a:cubicBezTo>
                    <a:pt x="762" y="805"/>
                    <a:pt x="806" y="659"/>
                    <a:pt x="762" y="527"/>
                  </a:cubicBezTo>
                  <a:cubicBezTo>
                    <a:pt x="732" y="454"/>
                    <a:pt x="703" y="395"/>
                    <a:pt x="630" y="351"/>
                  </a:cubicBezTo>
                  <a:cubicBezTo>
                    <a:pt x="575" y="318"/>
                    <a:pt x="512" y="302"/>
                    <a:pt x="453" y="302"/>
                  </a:cubicBezTo>
                  <a:cubicBezTo>
                    <a:pt x="433" y="302"/>
                    <a:pt x="414" y="304"/>
                    <a:pt x="396" y="307"/>
                  </a:cubicBezTo>
                  <a:cubicBezTo>
                    <a:pt x="358" y="312"/>
                    <a:pt x="324" y="322"/>
                    <a:pt x="294" y="334"/>
                  </a:cubicBezTo>
                  <a:lnTo>
                    <a:pt x="294" y="334"/>
                  </a:lnTo>
                  <a:cubicBezTo>
                    <a:pt x="369" y="230"/>
                    <a:pt x="462" y="152"/>
                    <a:pt x="542" y="102"/>
                  </a:cubicBezTo>
                  <a:cubicBezTo>
                    <a:pt x="645" y="29"/>
                    <a:pt x="718" y="15"/>
                    <a:pt x="7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9"/>
            <p:cNvSpPr/>
            <p:nvPr/>
          </p:nvSpPr>
          <p:spPr>
            <a:xfrm flipH="1">
              <a:off x="6185939" y="1384213"/>
              <a:ext cx="64559" cy="52272"/>
            </a:xfrm>
            <a:custGeom>
              <a:avLst/>
              <a:gdLst/>
              <a:ahLst/>
              <a:cxnLst/>
              <a:rect l="l" t="t" r="r" b="b"/>
              <a:pathLst>
                <a:path w="909" h="736" extrusionOk="0">
                  <a:moveTo>
                    <a:pt x="879" y="1"/>
                  </a:moveTo>
                  <a:cubicBezTo>
                    <a:pt x="864" y="1"/>
                    <a:pt x="864" y="74"/>
                    <a:pt x="820" y="176"/>
                  </a:cubicBezTo>
                  <a:cubicBezTo>
                    <a:pt x="806" y="293"/>
                    <a:pt x="718" y="410"/>
                    <a:pt x="586" y="528"/>
                  </a:cubicBezTo>
                  <a:cubicBezTo>
                    <a:pt x="455" y="630"/>
                    <a:pt x="293" y="674"/>
                    <a:pt x="176" y="674"/>
                  </a:cubicBezTo>
                  <a:cubicBezTo>
                    <a:pt x="108" y="674"/>
                    <a:pt x="53" y="667"/>
                    <a:pt x="23" y="667"/>
                  </a:cubicBezTo>
                  <a:cubicBezTo>
                    <a:pt x="9" y="667"/>
                    <a:pt x="1" y="669"/>
                    <a:pt x="1" y="674"/>
                  </a:cubicBezTo>
                  <a:cubicBezTo>
                    <a:pt x="1" y="689"/>
                    <a:pt x="59" y="732"/>
                    <a:pt x="176" y="732"/>
                  </a:cubicBezTo>
                  <a:cubicBezTo>
                    <a:pt x="191" y="734"/>
                    <a:pt x="207" y="735"/>
                    <a:pt x="223" y="735"/>
                  </a:cubicBezTo>
                  <a:cubicBezTo>
                    <a:pt x="337" y="735"/>
                    <a:pt x="491" y="690"/>
                    <a:pt x="645" y="601"/>
                  </a:cubicBezTo>
                  <a:cubicBezTo>
                    <a:pt x="806" y="484"/>
                    <a:pt x="879" y="323"/>
                    <a:pt x="894" y="191"/>
                  </a:cubicBezTo>
                  <a:cubicBezTo>
                    <a:pt x="908" y="74"/>
                    <a:pt x="894" y="1"/>
                    <a:pt x="8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9"/>
            <p:cNvSpPr/>
            <p:nvPr/>
          </p:nvSpPr>
          <p:spPr>
            <a:xfrm flipH="1">
              <a:off x="6168254" y="1378176"/>
              <a:ext cx="34375" cy="21733"/>
            </a:xfrm>
            <a:custGeom>
              <a:avLst/>
              <a:gdLst/>
              <a:ahLst/>
              <a:cxnLst/>
              <a:rect l="l" t="t" r="r" b="b"/>
              <a:pathLst>
                <a:path w="484" h="306" extrusionOk="0">
                  <a:moveTo>
                    <a:pt x="146" y="0"/>
                  </a:moveTo>
                  <a:cubicBezTo>
                    <a:pt x="125" y="0"/>
                    <a:pt x="105" y="4"/>
                    <a:pt x="88" y="12"/>
                  </a:cubicBezTo>
                  <a:cubicBezTo>
                    <a:pt x="15" y="27"/>
                    <a:pt x="0" y="42"/>
                    <a:pt x="0" y="56"/>
                  </a:cubicBezTo>
                  <a:cubicBezTo>
                    <a:pt x="0" y="86"/>
                    <a:pt x="132" y="56"/>
                    <a:pt x="264" y="115"/>
                  </a:cubicBezTo>
                  <a:cubicBezTo>
                    <a:pt x="381" y="188"/>
                    <a:pt x="425" y="305"/>
                    <a:pt x="454" y="305"/>
                  </a:cubicBezTo>
                  <a:cubicBezTo>
                    <a:pt x="483" y="305"/>
                    <a:pt x="483" y="261"/>
                    <a:pt x="454" y="203"/>
                  </a:cubicBezTo>
                  <a:cubicBezTo>
                    <a:pt x="439" y="159"/>
                    <a:pt x="381" y="86"/>
                    <a:pt x="308" y="42"/>
                  </a:cubicBezTo>
                  <a:cubicBezTo>
                    <a:pt x="256" y="21"/>
                    <a:pt x="197" y="0"/>
                    <a:pt x="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9"/>
            <p:cNvSpPr/>
            <p:nvPr/>
          </p:nvSpPr>
          <p:spPr>
            <a:xfrm flipH="1">
              <a:off x="5637006" y="2610757"/>
              <a:ext cx="780891" cy="84375"/>
            </a:xfrm>
            <a:custGeom>
              <a:avLst/>
              <a:gdLst/>
              <a:ahLst/>
              <a:cxnLst/>
              <a:rect l="l" t="t" r="r" b="b"/>
              <a:pathLst>
                <a:path w="10995" h="1188" extrusionOk="0">
                  <a:moveTo>
                    <a:pt x="7423" y="0"/>
                  </a:moveTo>
                  <a:lnTo>
                    <a:pt x="7408" y="30"/>
                  </a:lnTo>
                  <a:cubicBezTo>
                    <a:pt x="6969" y="440"/>
                    <a:pt x="6325" y="732"/>
                    <a:pt x="5637" y="908"/>
                  </a:cubicBezTo>
                  <a:cubicBezTo>
                    <a:pt x="5027" y="1035"/>
                    <a:pt x="4427" y="1098"/>
                    <a:pt x="3864" y="1098"/>
                  </a:cubicBezTo>
                  <a:cubicBezTo>
                    <a:pt x="3710" y="1098"/>
                    <a:pt x="3559" y="1093"/>
                    <a:pt x="3412" y="1084"/>
                  </a:cubicBezTo>
                  <a:cubicBezTo>
                    <a:pt x="2738" y="1055"/>
                    <a:pt x="2138" y="923"/>
                    <a:pt x="1626" y="806"/>
                  </a:cubicBezTo>
                  <a:cubicBezTo>
                    <a:pt x="1113" y="703"/>
                    <a:pt x="703" y="571"/>
                    <a:pt x="440" y="498"/>
                  </a:cubicBezTo>
                  <a:cubicBezTo>
                    <a:pt x="294" y="469"/>
                    <a:pt x="191" y="425"/>
                    <a:pt x="103" y="410"/>
                  </a:cubicBezTo>
                  <a:cubicBezTo>
                    <a:pt x="30" y="396"/>
                    <a:pt x="1" y="396"/>
                    <a:pt x="1" y="396"/>
                  </a:cubicBezTo>
                  <a:lnTo>
                    <a:pt x="1" y="396"/>
                  </a:lnTo>
                  <a:cubicBezTo>
                    <a:pt x="1" y="396"/>
                    <a:pt x="30" y="410"/>
                    <a:pt x="103" y="425"/>
                  </a:cubicBezTo>
                  <a:cubicBezTo>
                    <a:pt x="176" y="469"/>
                    <a:pt x="294" y="498"/>
                    <a:pt x="411" y="542"/>
                  </a:cubicBezTo>
                  <a:cubicBezTo>
                    <a:pt x="689" y="630"/>
                    <a:pt x="1099" y="762"/>
                    <a:pt x="1611" y="879"/>
                  </a:cubicBezTo>
                  <a:cubicBezTo>
                    <a:pt x="2123" y="1011"/>
                    <a:pt x="2724" y="1142"/>
                    <a:pt x="3412" y="1172"/>
                  </a:cubicBezTo>
                  <a:cubicBezTo>
                    <a:pt x="3574" y="1182"/>
                    <a:pt x="3741" y="1187"/>
                    <a:pt x="3911" y="1187"/>
                  </a:cubicBezTo>
                  <a:cubicBezTo>
                    <a:pt x="4461" y="1187"/>
                    <a:pt x="5048" y="1130"/>
                    <a:pt x="5652" y="996"/>
                  </a:cubicBezTo>
                  <a:cubicBezTo>
                    <a:pt x="6320" y="811"/>
                    <a:pt x="6961" y="530"/>
                    <a:pt x="7426" y="111"/>
                  </a:cubicBezTo>
                  <a:lnTo>
                    <a:pt x="7426" y="111"/>
                  </a:lnTo>
                  <a:cubicBezTo>
                    <a:pt x="8318" y="522"/>
                    <a:pt x="9173" y="738"/>
                    <a:pt x="9825" y="738"/>
                  </a:cubicBezTo>
                  <a:cubicBezTo>
                    <a:pt x="9885" y="738"/>
                    <a:pt x="9943" y="736"/>
                    <a:pt x="9999" y="732"/>
                  </a:cubicBezTo>
                  <a:cubicBezTo>
                    <a:pt x="10351" y="718"/>
                    <a:pt x="10585" y="586"/>
                    <a:pt x="10761" y="513"/>
                  </a:cubicBezTo>
                  <a:cubicBezTo>
                    <a:pt x="10849" y="484"/>
                    <a:pt x="10907" y="440"/>
                    <a:pt x="10936" y="425"/>
                  </a:cubicBezTo>
                  <a:cubicBezTo>
                    <a:pt x="10980" y="410"/>
                    <a:pt x="10995" y="396"/>
                    <a:pt x="10995" y="396"/>
                  </a:cubicBezTo>
                  <a:cubicBezTo>
                    <a:pt x="10995" y="390"/>
                    <a:pt x="10992" y="388"/>
                    <a:pt x="10987" y="388"/>
                  </a:cubicBezTo>
                  <a:cubicBezTo>
                    <a:pt x="10961" y="388"/>
                    <a:pt x="10881" y="438"/>
                    <a:pt x="10761" y="498"/>
                  </a:cubicBezTo>
                  <a:cubicBezTo>
                    <a:pt x="10585" y="557"/>
                    <a:pt x="10351" y="659"/>
                    <a:pt x="10029" y="689"/>
                  </a:cubicBezTo>
                  <a:cubicBezTo>
                    <a:pt x="10008" y="689"/>
                    <a:pt x="9987" y="689"/>
                    <a:pt x="9966" y="689"/>
                  </a:cubicBezTo>
                  <a:cubicBezTo>
                    <a:pt x="9312" y="689"/>
                    <a:pt x="8417" y="469"/>
                    <a:pt x="7467" y="30"/>
                  </a:cubicBezTo>
                  <a:lnTo>
                    <a:pt x="7423"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9"/>
            <p:cNvSpPr/>
            <p:nvPr/>
          </p:nvSpPr>
          <p:spPr>
            <a:xfrm flipH="1">
              <a:off x="5889635" y="2064175"/>
              <a:ext cx="59304" cy="564628"/>
            </a:xfrm>
            <a:custGeom>
              <a:avLst/>
              <a:gdLst/>
              <a:ahLst/>
              <a:cxnLst/>
              <a:rect l="l" t="t" r="r" b="b"/>
              <a:pathLst>
                <a:path w="835" h="7950" extrusionOk="0">
                  <a:moveTo>
                    <a:pt x="15" y="1"/>
                  </a:moveTo>
                  <a:cubicBezTo>
                    <a:pt x="0" y="1"/>
                    <a:pt x="15" y="118"/>
                    <a:pt x="29" y="323"/>
                  </a:cubicBezTo>
                  <a:cubicBezTo>
                    <a:pt x="59" y="528"/>
                    <a:pt x="88" y="821"/>
                    <a:pt x="132" y="1157"/>
                  </a:cubicBezTo>
                  <a:cubicBezTo>
                    <a:pt x="205" y="1875"/>
                    <a:pt x="322" y="2855"/>
                    <a:pt x="439" y="3953"/>
                  </a:cubicBezTo>
                  <a:cubicBezTo>
                    <a:pt x="542" y="5051"/>
                    <a:pt x="644" y="6062"/>
                    <a:pt x="717" y="6779"/>
                  </a:cubicBezTo>
                  <a:cubicBezTo>
                    <a:pt x="732" y="7130"/>
                    <a:pt x="761" y="7423"/>
                    <a:pt x="791" y="7643"/>
                  </a:cubicBezTo>
                  <a:cubicBezTo>
                    <a:pt x="805" y="7848"/>
                    <a:pt x="820" y="7950"/>
                    <a:pt x="820" y="7950"/>
                  </a:cubicBezTo>
                  <a:cubicBezTo>
                    <a:pt x="835" y="7950"/>
                    <a:pt x="835" y="7848"/>
                    <a:pt x="835" y="7643"/>
                  </a:cubicBezTo>
                  <a:cubicBezTo>
                    <a:pt x="820" y="7438"/>
                    <a:pt x="805" y="7145"/>
                    <a:pt x="791" y="6779"/>
                  </a:cubicBezTo>
                  <a:cubicBezTo>
                    <a:pt x="747" y="6047"/>
                    <a:pt x="659" y="5051"/>
                    <a:pt x="542" y="3953"/>
                  </a:cubicBezTo>
                  <a:cubicBezTo>
                    <a:pt x="439" y="2855"/>
                    <a:pt x="308" y="1875"/>
                    <a:pt x="205" y="1157"/>
                  </a:cubicBezTo>
                  <a:cubicBezTo>
                    <a:pt x="147" y="821"/>
                    <a:pt x="103" y="528"/>
                    <a:pt x="73" y="323"/>
                  </a:cubicBezTo>
                  <a:cubicBezTo>
                    <a:pt x="59" y="118"/>
                    <a:pt x="15" y="1"/>
                    <a:pt x="1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9"/>
            <p:cNvSpPr/>
            <p:nvPr/>
          </p:nvSpPr>
          <p:spPr>
            <a:xfrm flipH="1">
              <a:off x="5865701" y="1543302"/>
              <a:ext cx="84304" cy="431532"/>
            </a:xfrm>
            <a:custGeom>
              <a:avLst/>
              <a:gdLst/>
              <a:ahLst/>
              <a:cxnLst/>
              <a:rect l="l" t="t" r="r" b="b"/>
              <a:pathLst>
                <a:path w="1187" h="6076" extrusionOk="0">
                  <a:moveTo>
                    <a:pt x="0" y="0"/>
                  </a:moveTo>
                  <a:lnTo>
                    <a:pt x="0" y="6076"/>
                  </a:lnTo>
                  <a:cubicBezTo>
                    <a:pt x="0" y="6076"/>
                    <a:pt x="1186" y="2518"/>
                    <a:pt x="923" y="1874"/>
                  </a:cubicBezTo>
                  <a:cubicBezTo>
                    <a:pt x="689" y="1245"/>
                    <a:pt x="0" y="0"/>
                    <a:pt x="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9"/>
            <p:cNvSpPr/>
            <p:nvPr/>
          </p:nvSpPr>
          <p:spPr>
            <a:xfrm flipH="1">
              <a:off x="5996735" y="1560986"/>
              <a:ext cx="272442" cy="431532"/>
            </a:xfrm>
            <a:custGeom>
              <a:avLst/>
              <a:gdLst/>
              <a:ahLst/>
              <a:cxnLst/>
              <a:rect l="l" t="t" r="r" b="b"/>
              <a:pathLst>
                <a:path w="3836" h="6076" extrusionOk="0">
                  <a:moveTo>
                    <a:pt x="688" y="0"/>
                  </a:moveTo>
                  <a:cubicBezTo>
                    <a:pt x="542" y="30"/>
                    <a:pt x="0" y="2167"/>
                    <a:pt x="556" y="2811"/>
                  </a:cubicBezTo>
                  <a:cubicBezTo>
                    <a:pt x="1171" y="3528"/>
                    <a:pt x="3836" y="6076"/>
                    <a:pt x="3836" y="6076"/>
                  </a:cubicBezTo>
                  <a:lnTo>
                    <a:pt x="688"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9"/>
            <p:cNvSpPr/>
            <p:nvPr/>
          </p:nvSpPr>
          <p:spPr>
            <a:xfrm flipH="1">
              <a:off x="6130825" y="2746126"/>
              <a:ext cx="175780" cy="125994"/>
            </a:xfrm>
            <a:custGeom>
              <a:avLst/>
              <a:gdLst/>
              <a:ahLst/>
              <a:cxnLst/>
              <a:rect l="l" t="t" r="r" b="b"/>
              <a:pathLst>
                <a:path w="2475" h="1774" extrusionOk="0">
                  <a:moveTo>
                    <a:pt x="2455" y="0"/>
                  </a:moveTo>
                  <a:cubicBezTo>
                    <a:pt x="2404" y="0"/>
                    <a:pt x="2040" y="576"/>
                    <a:pt x="1376" y="1056"/>
                  </a:cubicBezTo>
                  <a:cubicBezTo>
                    <a:pt x="674" y="1569"/>
                    <a:pt x="0" y="1730"/>
                    <a:pt x="15" y="1774"/>
                  </a:cubicBezTo>
                  <a:cubicBezTo>
                    <a:pt x="15" y="1774"/>
                    <a:pt x="205" y="1759"/>
                    <a:pt x="454" y="1657"/>
                  </a:cubicBezTo>
                  <a:cubicBezTo>
                    <a:pt x="732" y="1569"/>
                    <a:pt x="1083" y="1408"/>
                    <a:pt x="1420" y="1144"/>
                  </a:cubicBezTo>
                  <a:cubicBezTo>
                    <a:pt x="1772" y="895"/>
                    <a:pt x="2050" y="602"/>
                    <a:pt x="2211" y="383"/>
                  </a:cubicBezTo>
                  <a:cubicBezTo>
                    <a:pt x="2386" y="163"/>
                    <a:pt x="2474" y="2"/>
                    <a:pt x="2460" y="2"/>
                  </a:cubicBezTo>
                  <a:cubicBezTo>
                    <a:pt x="2459" y="1"/>
                    <a:pt x="2457" y="0"/>
                    <a:pt x="245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9"/>
            <p:cNvSpPr/>
            <p:nvPr/>
          </p:nvSpPr>
          <p:spPr>
            <a:xfrm flipH="1">
              <a:off x="5465417" y="2832560"/>
              <a:ext cx="754897" cy="1900700"/>
            </a:xfrm>
            <a:custGeom>
              <a:avLst/>
              <a:gdLst/>
              <a:ahLst/>
              <a:cxnLst/>
              <a:rect l="l" t="t" r="r" b="b"/>
              <a:pathLst>
                <a:path w="10629" h="26762" extrusionOk="0">
                  <a:moveTo>
                    <a:pt x="0" y="0"/>
                  </a:moveTo>
                  <a:lnTo>
                    <a:pt x="0" y="74"/>
                  </a:lnTo>
                  <a:cubicBezTo>
                    <a:pt x="15" y="132"/>
                    <a:pt x="15" y="205"/>
                    <a:pt x="30" y="293"/>
                  </a:cubicBezTo>
                  <a:cubicBezTo>
                    <a:pt x="73" y="498"/>
                    <a:pt x="103" y="776"/>
                    <a:pt x="161" y="1142"/>
                  </a:cubicBezTo>
                  <a:cubicBezTo>
                    <a:pt x="176" y="1318"/>
                    <a:pt x="220" y="1523"/>
                    <a:pt x="249" y="1742"/>
                  </a:cubicBezTo>
                  <a:cubicBezTo>
                    <a:pt x="293" y="1962"/>
                    <a:pt x="337" y="2196"/>
                    <a:pt x="395" y="2460"/>
                  </a:cubicBezTo>
                  <a:cubicBezTo>
                    <a:pt x="483" y="2958"/>
                    <a:pt x="600" y="3543"/>
                    <a:pt x="761" y="4173"/>
                  </a:cubicBezTo>
                  <a:cubicBezTo>
                    <a:pt x="835" y="4509"/>
                    <a:pt x="908" y="4831"/>
                    <a:pt x="996" y="5183"/>
                  </a:cubicBezTo>
                  <a:cubicBezTo>
                    <a:pt x="1098" y="5534"/>
                    <a:pt x="1186" y="5900"/>
                    <a:pt x="1289" y="6266"/>
                  </a:cubicBezTo>
                  <a:cubicBezTo>
                    <a:pt x="1493" y="7013"/>
                    <a:pt x="1757" y="7803"/>
                    <a:pt x="2006" y="8623"/>
                  </a:cubicBezTo>
                  <a:cubicBezTo>
                    <a:pt x="2562" y="10277"/>
                    <a:pt x="3221" y="12049"/>
                    <a:pt x="3997" y="13893"/>
                  </a:cubicBezTo>
                  <a:cubicBezTo>
                    <a:pt x="4787" y="15723"/>
                    <a:pt x="5607" y="17451"/>
                    <a:pt x="6383" y="19002"/>
                  </a:cubicBezTo>
                  <a:cubicBezTo>
                    <a:pt x="7144" y="20554"/>
                    <a:pt x="7876" y="21930"/>
                    <a:pt x="8520" y="23087"/>
                  </a:cubicBezTo>
                  <a:cubicBezTo>
                    <a:pt x="9150" y="24229"/>
                    <a:pt x="9677" y="25151"/>
                    <a:pt x="10043" y="25795"/>
                  </a:cubicBezTo>
                  <a:cubicBezTo>
                    <a:pt x="10219" y="26103"/>
                    <a:pt x="10365" y="26351"/>
                    <a:pt x="10467" y="26527"/>
                  </a:cubicBezTo>
                  <a:cubicBezTo>
                    <a:pt x="10497" y="26600"/>
                    <a:pt x="10541" y="26644"/>
                    <a:pt x="10570" y="26703"/>
                  </a:cubicBezTo>
                  <a:cubicBezTo>
                    <a:pt x="10585" y="26747"/>
                    <a:pt x="10614" y="26761"/>
                    <a:pt x="10614" y="26761"/>
                  </a:cubicBezTo>
                  <a:cubicBezTo>
                    <a:pt x="10614" y="26761"/>
                    <a:pt x="10585" y="26747"/>
                    <a:pt x="10628" y="26688"/>
                  </a:cubicBezTo>
                  <a:cubicBezTo>
                    <a:pt x="10585" y="26630"/>
                    <a:pt x="10555" y="26556"/>
                    <a:pt x="10511" y="26483"/>
                  </a:cubicBezTo>
                  <a:cubicBezTo>
                    <a:pt x="10424" y="26322"/>
                    <a:pt x="10292" y="26059"/>
                    <a:pt x="10116" y="25751"/>
                  </a:cubicBezTo>
                  <a:cubicBezTo>
                    <a:pt x="9765" y="25107"/>
                    <a:pt x="9252" y="24185"/>
                    <a:pt x="8638" y="23028"/>
                  </a:cubicBezTo>
                  <a:cubicBezTo>
                    <a:pt x="8008" y="21872"/>
                    <a:pt x="7276" y="20496"/>
                    <a:pt x="6515" y="18944"/>
                  </a:cubicBezTo>
                  <a:cubicBezTo>
                    <a:pt x="5739" y="17392"/>
                    <a:pt x="4919" y="15665"/>
                    <a:pt x="4129" y="13835"/>
                  </a:cubicBezTo>
                  <a:cubicBezTo>
                    <a:pt x="3338" y="11990"/>
                    <a:pt x="2665" y="10219"/>
                    <a:pt x="2123" y="8564"/>
                  </a:cubicBezTo>
                  <a:cubicBezTo>
                    <a:pt x="1845" y="7745"/>
                    <a:pt x="1581" y="6983"/>
                    <a:pt x="1391" y="6222"/>
                  </a:cubicBezTo>
                  <a:cubicBezTo>
                    <a:pt x="1289" y="5842"/>
                    <a:pt x="1186" y="5490"/>
                    <a:pt x="1098" y="5153"/>
                  </a:cubicBezTo>
                  <a:cubicBezTo>
                    <a:pt x="996" y="4817"/>
                    <a:pt x="908" y="4465"/>
                    <a:pt x="835" y="4158"/>
                  </a:cubicBezTo>
                  <a:cubicBezTo>
                    <a:pt x="674" y="3543"/>
                    <a:pt x="557" y="2958"/>
                    <a:pt x="454" y="2445"/>
                  </a:cubicBezTo>
                  <a:cubicBezTo>
                    <a:pt x="395" y="2182"/>
                    <a:pt x="337" y="1947"/>
                    <a:pt x="308" y="1728"/>
                  </a:cubicBezTo>
                  <a:cubicBezTo>
                    <a:pt x="264" y="1508"/>
                    <a:pt x="234" y="1303"/>
                    <a:pt x="191" y="1128"/>
                  </a:cubicBezTo>
                  <a:cubicBezTo>
                    <a:pt x="147" y="776"/>
                    <a:pt x="88" y="498"/>
                    <a:pt x="44" y="293"/>
                  </a:cubicBezTo>
                  <a:cubicBezTo>
                    <a:pt x="30" y="205"/>
                    <a:pt x="30" y="132"/>
                    <a:pt x="15" y="74"/>
                  </a:cubicBezTo>
                  <a:cubicBezTo>
                    <a:pt x="0" y="30"/>
                    <a:pt x="0" y="0"/>
                    <a:pt x="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9"/>
            <p:cNvSpPr/>
            <p:nvPr/>
          </p:nvSpPr>
          <p:spPr>
            <a:xfrm flipH="1">
              <a:off x="6258733" y="1720075"/>
              <a:ext cx="502270" cy="1441115"/>
            </a:xfrm>
            <a:custGeom>
              <a:avLst/>
              <a:gdLst/>
              <a:ahLst/>
              <a:cxnLst/>
              <a:rect l="l" t="t" r="r" b="b"/>
              <a:pathLst>
                <a:path w="7072" h="20291" extrusionOk="0">
                  <a:moveTo>
                    <a:pt x="3953" y="0"/>
                  </a:moveTo>
                  <a:cubicBezTo>
                    <a:pt x="3953" y="0"/>
                    <a:pt x="1948" y="5768"/>
                    <a:pt x="1172" y="9150"/>
                  </a:cubicBezTo>
                  <a:cubicBezTo>
                    <a:pt x="264" y="13117"/>
                    <a:pt x="1" y="18519"/>
                    <a:pt x="1" y="18519"/>
                  </a:cubicBezTo>
                  <a:lnTo>
                    <a:pt x="3046" y="20290"/>
                  </a:lnTo>
                  <a:cubicBezTo>
                    <a:pt x="3046" y="20290"/>
                    <a:pt x="4393" y="11638"/>
                    <a:pt x="4715" y="10453"/>
                  </a:cubicBezTo>
                  <a:cubicBezTo>
                    <a:pt x="4978" y="9486"/>
                    <a:pt x="5783" y="6807"/>
                    <a:pt x="6471" y="4538"/>
                  </a:cubicBezTo>
                  <a:cubicBezTo>
                    <a:pt x="7072" y="2591"/>
                    <a:pt x="5930" y="512"/>
                    <a:pt x="39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9"/>
            <p:cNvSpPr/>
            <p:nvPr/>
          </p:nvSpPr>
          <p:spPr>
            <a:xfrm flipH="1">
              <a:off x="6305619" y="1714109"/>
              <a:ext cx="183096" cy="705749"/>
            </a:xfrm>
            <a:custGeom>
              <a:avLst/>
              <a:gdLst/>
              <a:ahLst/>
              <a:cxnLst/>
              <a:rect l="l" t="t" r="r" b="b"/>
              <a:pathLst>
                <a:path w="2578" h="9937" extrusionOk="0">
                  <a:moveTo>
                    <a:pt x="651" y="0"/>
                  </a:moveTo>
                  <a:cubicBezTo>
                    <a:pt x="574" y="0"/>
                    <a:pt x="503" y="5"/>
                    <a:pt x="440" y="11"/>
                  </a:cubicBezTo>
                  <a:cubicBezTo>
                    <a:pt x="147" y="55"/>
                    <a:pt x="1" y="143"/>
                    <a:pt x="1" y="143"/>
                  </a:cubicBezTo>
                  <a:cubicBezTo>
                    <a:pt x="2" y="144"/>
                    <a:pt x="4" y="145"/>
                    <a:pt x="8" y="145"/>
                  </a:cubicBezTo>
                  <a:cubicBezTo>
                    <a:pt x="43" y="145"/>
                    <a:pt x="188" y="81"/>
                    <a:pt x="455" y="55"/>
                  </a:cubicBezTo>
                  <a:cubicBezTo>
                    <a:pt x="492" y="53"/>
                    <a:pt x="532" y="52"/>
                    <a:pt x="574" y="52"/>
                  </a:cubicBezTo>
                  <a:cubicBezTo>
                    <a:pt x="860" y="52"/>
                    <a:pt x="1245" y="105"/>
                    <a:pt x="1640" y="348"/>
                  </a:cubicBezTo>
                  <a:cubicBezTo>
                    <a:pt x="1860" y="479"/>
                    <a:pt x="2080" y="670"/>
                    <a:pt x="2241" y="933"/>
                  </a:cubicBezTo>
                  <a:cubicBezTo>
                    <a:pt x="2416" y="1182"/>
                    <a:pt x="2504" y="1519"/>
                    <a:pt x="2504" y="1870"/>
                  </a:cubicBezTo>
                  <a:cubicBezTo>
                    <a:pt x="2519" y="2207"/>
                    <a:pt x="2446" y="2558"/>
                    <a:pt x="2372" y="2939"/>
                  </a:cubicBezTo>
                  <a:cubicBezTo>
                    <a:pt x="2299" y="3334"/>
                    <a:pt x="2226" y="3715"/>
                    <a:pt x="2153" y="4110"/>
                  </a:cubicBezTo>
                  <a:cubicBezTo>
                    <a:pt x="1845" y="5706"/>
                    <a:pt x="1567" y="7155"/>
                    <a:pt x="1362" y="8209"/>
                  </a:cubicBezTo>
                  <a:cubicBezTo>
                    <a:pt x="1274" y="8721"/>
                    <a:pt x="1201" y="9146"/>
                    <a:pt x="1143" y="9453"/>
                  </a:cubicBezTo>
                  <a:cubicBezTo>
                    <a:pt x="1133" y="9548"/>
                    <a:pt x="1124" y="9631"/>
                    <a:pt x="1114" y="9701"/>
                  </a:cubicBezTo>
                  <a:lnTo>
                    <a:pt x="1114" y="9701"/>
                  </a:lnTo>
                  <a:cubicBezTo>
                    <a:pt x="1126" y="9630"/>
                    <a:pt x="1142" y="9542"/>
                    <a:pt x="1172" y="9453"/>
                  </a:cubicBezTo>
                  <a:cubicBezTo>
                    <a:pt x="1216" y="9146"/>
                    <a:pt x="1318" y="8721"/>
                    <a:pt x="1421" y="8209"/>
                  </a:cubicBezTo>
                  <a:cubicBezTo>
                    <a:pt x="1626" y="7170"/>
                    <a:pt x="1919" y="5720"/>
                    <a:pt x="2226" y="4125"/>
                  </a:cubicBezTo>
                  <a:cubicBezTo>
                    <a:pt x="2299" y="3729"/>
                    <a:pt x="2372" y="3349"/>
                    <a:pt x="2446" y="2953"/>
                  </a:cubicBezTo>
                  <a:cubicBezTo>
                    <a:pt x="2519" y="2573"/>
                    <a:pt x="2577" y="2207"/>
                    <a:pt x="2577" y="1841"/>
                  </a:cubicBezTo>
                  <a:cubicBezTo>
                    <a:pt x="2577" y="1489"/>
                    <a:pt x="2489" y="1153"/>
                    <a:pt x="2299" y="875"/>
                  </a:cubicBezTo>
                  <a:cubicBezTo>
                    <a:pt x="2123" y="626"/>
                    <a:pt x="1904" y="421"/>
                    <a:pt x="1655" y="274"/>
                  </a:cubicBezTo>
                  <a:cubicBezTo>
                    <a:pt x="1288" y="56"/>
                    <a:pt x="930" y="0"/>
                    <a:pt x="651" y="0"/>
                  </a:cubicBezTo>
                  <a:close/>
                  <a:moveTo>
                    <a:pt x="1114" y="9701"/>
                  </a:moveTo>
                  <a:cubicBezTo>
                    <a:pt x="1108" y="9736"/>
                    <a:pt x="1104" y="9766"/>
                    <a:pt x="1099" y="9790"/>
                  </a:cubicBezTo>
                  <a:cubicBezTo>
                    <a:pt x="1099" y="9795"/>
                    <a:pt x="1099" y="9800"/>
                    <a:pt x="1099" y="9805"/>
                  </a:cubicBezTo>
                  <a:lnTo>
                    <a:pt x="1099" y="9805"/>
                  </a:lnTo>
                  <a:cubicBezTo>
                    <a:pt x="1099" y="9805"/>
                    <a:pt x="1099" y="9805"/>
                    <a:pt x="1099" y="9805"/>
                  </a:cubicBezTo>
                  <a:cubicBezTo>
                    <a:pt x="1104" y="9774"/>
                    <a:pt x="1109" y="9739"/>
                    <a:pt x="1114" y="9701"/>
                  </a:cubicBezTo>
                  <a:close/>
                  <a:moveTo>
                    <a:pt x="1099" y="9805"/>
                  </a:moveTo>
                  <a:lnTo>
                    <a:pt x="1099" y="9805"/>
                  </a:lnTo>
                  <a:cubicBezTo>
                    <a:pt x="1069" y="9893"/>
                    <a:pt x="1069" y="9936"/>
                    <a:pt x="1069" y="9936"/>
                  </a:cubicBezTo>
                  <a:cubicBezTo>
                    <a:pt x="1069" y="9936"/>
                    <a:pt x="1096" y="9897"/>
                    <a:pt x="1099" y="9805"/>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9"/>
            <p:cNvSpPr/>
            <p:nvPr/>
          </p:nvSpPr>
          <p:spPr>
            <a:xfrm flipH="1">
              <a:off x="6129831" y="2465875"/>
              <a:ext cx="202769" cy="7457"/>
            </a:xfrm>
            <a:custGeom>
              <a:avLst/>
              <a:gdLst/>
              <a:ahLst/>
              <a:cxnLst/>
              <a:rect l="l" t="t" r="r" b="b"/>
              <a:pathLst>
                <a:path w="2855" h="105" extrusionOk="0">
                  <a:moveTo>
                    <a:pt x="2295" y="1"/>
                  </a:moveTo>
                  <a:cubicBezTo>
                    <a:pt x="2055" y="1"/>
                    <a:pt x="1756" y="4"/>
                    <a:pt x="1435" y="10"/>
                  </a:cubicBezTo>
                  <a:cubicBezTo>
                    <a:pt x="644" y="25"/>
                    <a:pt x="0" y="40"/>
                    <a:pt x="0" y="83"/>
                  </a:cubicBezTo>
                  <a:cubicBezTo>
                    <a:pt x="0" y="94"/>
                    <a:pt x="322" y="104"/>
                    <a:pt x="790" y="104"/>
                  </a:cubicBezTo>
                  <a:cubicBezTo>
                    <a:pt x="984" y="104"/>
                    <a:pt x="1203" y="102"/>
                    <a:pt x="1435" y="98"/>
                  </a:cubicBezTo>
                  <a:cubicBezTo>
                    <a:pt x="2211" y="83"/>
                    <a:pt x="2855" y="69"/>
                    <a:pt x="2855" y="25"/>
                  </a:cubicBezTo>
                  <a:cubicBezTo>
                    <a:pt x="2855" y="8"/>
                    <a:pt x="2634" y="1"/>
                    <a:pt x="229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9"/>
            <p:cNvSpPr/>
            <p:nvPr/>
          </p:nvSpPr>
          <p:spPr>
            <a:xfrm flipH="1">
              <a:off x="6015413" y="1069941"/>
              <a:ext cx="328620" cy="182527"/>
            </a:xfrm>
            <a:custGeom>
              <a:avLst/>
              <a:gdLst/>
              <a:ahLst/>
              <a:cxnLst/>
              <a:rect l="l" t="t" r="r" b="b"/>
              <a:pathLst>
                <a:path w="4627" h="2570" extrusionOk="0">
                  <a:moveTo>
                    <a:pt x="1851" y="0"/>
                  </a:moveTo>
                  <a:cubicBezTo>
                    <a:pt x="1795" y="0"/>
                    <a:pt x="1739" y="2"/>
                    <a:pt x="1684" y="4"/>
                  </a:cubicBezTo>
                  <a:cubicBezTo>
                    <a:pt x="1083" y="48"/>
                    <a:pt x="469" y="268"/>
                    <a:pt x="0" y="634"/>
                  </a:cubicBezTo>
                  <a:lnTo>
                    <a:pt x="59" y="692"/>
                  </a:lnTo>
                  <a:cubicBezTo>
                    <a:pt x="937" y="1717"/>
                    <a:pt x="2181" y="2391"/>
                    <a:pt x="3514" y="2552"/>
                  </a:cubicBezTo>
                  <a:cubicBezTo>
                    <a:pt x="3623" y="2559"/>
                    <a:pt x="3733" y="2570"/>
                    <a:pt x="3838" y="2570"/>
                  </a:cubicBezTo>
                  <a:cubicBezTo>
                    <a:pt x="3942" y="2570"/>
                    <a:pt x="4041" y="2559"/>
                    <a:pt x="4128" y="2522"/>
                  </a:cubicBezTo>
                  <a:cubicBezTo>
                    <a:pt x="4451" y="2391"/>
                    <a:pt x="4626" y="2083"/>
                    <a:pt x="4626" y="1746"/>
                  </a:cubicBezTo>
                  <a:cubicBezTo>
                    <a:pt x="4626" y="1424"/>
                    <a:pt x="4480" y="1102"/>
                    <a:pt x="4260" y="868"/>
                  </a:cubicBezTo>
                  <a:cubicBezTo>
                    <a:pt x="4041" y="634"/>
                    <a:pt x="3748" y="473"/>
                    <a:pt x="3455" y="341"/>
                  </a:cubicBezTo>
                  <a:cubicBezTo>
                    <a:pt x="2963" y="129"/>
                    <a:pt x="2400" y="0"/>
                    <a:pt x="18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9"/>
            <p:cNvSpPr/>
            <p:nvPr/>
          </p:nvSpPr>
          <p:spPr>
            <a:xfrm flipH="1">
              <a:off x="4940355" y="1858212"/>
              <a:ext cx="278692" cy="350353"/>
            </a:xfrm>
            <a:custGeom>
              <a:avLst/>
              <a:gdLst/>
              <a:ahLst/>
              <a:cxnLst/>
              <a:rect l="l" t="t" r="r" b="b"/>
              <a:pathLst>
                <a:path w="3924" h="4933" extrusionOk="0">
                  <a:moveTo>
                    <a:pt x="1484" y="1"/>
                  </a:moveTo>
                  <a:cubicBezTo>
                    <a:pt x="1264" y="1"/>
                    <a:pt x="0" y="1861"/>
                    <a:pt x="0" y="1861"/>
                  </a:cubicBezTo>
                  <a:cubicBezTo>
                    <a:pt x="0" y="1861"/>
                    <a:pt x="710" y="4933"/>
                    <a:pt x="1286" y="4933"/>
                  </a:cubicBezTo>
                  <a:cubicBezTo>
                    <a:pt x="1306" y="4933"/>
                    <a:pt x="1327" y="4929"/>
                    <a:pt x="1347" y="4921"/>
                  </a:cubicBezTo>
                  <a:cubicBezTo>
                    <a:pt x="1347" y="4921"/>
                    <a:pt x="3499" y="3647"/>
                    <a:pt x="3631" y="3384"/>
                  </a:cubicBezTo>
                  <a:cubicBezTo>
                    <a:pt x="3665" y="3301"/>
                    <a:pt x="3562" y="3273"/>
                    <a:pt x="3411" y="3273"/>
                  </a:cubicBezTo>
                  <a:cubicBezTo>
                    <a:pt x="3107" y="3273"/>
                    <a:pt x="2606" y="3384"/>
                    <a:pt x="2606" y="3384"/>
                  </a:cubicBezTo>
                  <a:cubicBezTo>
                    <a:pt x="2606" y="3384"/>
                    <a:pt x="3704" y="2959"/>
                    <a:pt x="3821" y="2710"/>
                  </a:cubicBezTo>
                  <a:cubicBezTo>
                    <a:pt x="3865" y="2618"/>
                    <a:pt x="3710" y="2587"/>
                    <a:pt x="3485" y="2587"/>
                  </a:cubicBezTo>
                  <a:cubicBezTo>
                    <a:pt x="3034" y="2587"/>
                    <a:pt x="2298" y="2710"/>
                    <a:pt x="2298" y="2710"/>
                  </a:cubicBezTo>
                  <a:cubicBezTo>
                    <a:pt x="2298" y="2710"/>
                    <a:pt x="3923" y="2344"/>
                    <a:pt x="3850" y="1993"/>
                  </a:cubicBezTo>
                  <a:cubicBezTo>
                    <a:pt x="3822" y="1857"/>
                    <a:pt x="3530" y="1815"/>
                    <a:pt x="3184" y="1815"/>
                  </a:cubicBezTo>
                  <a:cubicBezTo>
                    <a:pt x="2635" y="1815"/>
                    <a:pt x="1947" y="1920"/>
                    <a:pt x="1947" y="1920"/>
                  </a:cubicBezTo>
                  <a:cubicBezTo>
                    <a:pt x="1947" y="1920"/>
                    <a:pt x="3806" y="1481"/>
                    <a:pt x="3792" y="1085"/>
                  </a:cubicBezTo>
                  <a:cubicBezTo>
                    <a:pt x="3792" y="981"/>
                    <a:pt x="3631" y="942"/>
                    <a:pt x="3392" y="942"/>
                  </a:cubicBezTo>
                  <a:cubicBezTo>
                    <a:pt x="2692" y="942"/>
                    <a:pt x="1318" y="1276"/>
                    <a:pt x="1318" y="1276"/>
                  </a:cubicBezTo>
                  <a:cubicBezTo>
                    <a:pt x="1786" y="676"/>
                    <a:pt x="1669" y="61"/>
                    <a:pt x="1493" y="2"/>
                  </a:cubicBezTo>
                  <a:cubicBezTo>
                    <a:pt x="1490" y="1"/>
                    <a:pt x="1487" y="1"/>
                    <a:pt x="1484"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9"/>
            <p:cNvSpPr/>
            <p:nvPr/>
          </p:nvSpPr>
          <p:spPr>
            <a:xfrm flipH="1">
              <a:off x="4975725" y="1579665"/>
              <a:ext cx="194459" cy="373365"/>
            </a:xfrm>
            <a:custGeom>
              <a:avLst/>
              <a:gdLst/>
              <a:ahLst/>
              <a:cxnLst/>
              <a:rect l="l" t="t" r="r" b="b"/>
              <a:pathLst>
                <a:path w="2738" h="5257" extrusionOk="0">
                  <a:moveTo>
                    <a:pt x="2211" y="1"/>
                  </a:moveTo>
                  <a:lnTo>
                    <a:pt x="2211" y="1"/>
                  </a:lnTo>
                  <a:cubicBezTo>
                    <a:pt x="1493" y="59"/>
                    <a:pt x="922" y="367"/>
                    <a:pt x="674" y="703"/>
                  </a:cubicBezTo>
                  <a:cubicBezTo>
                    <a:pt x="410" y="1026"/>
                    <a:pt x="161" y="1435"/>
                    <a:pt x="293" y="1831"/>
                  </a:cubicBezTo>
                  <a:cubicBezTo>
                    <a:pt x="439" y="2211"/>
                    <a:pt x="908" y="2460"/>
                    <a:pt x="952" y="2855"/>
                  </a:cubicBezTo>
                  <a:cubicBezTo>
                    <a:pt x="981" y="3324"/>
                    <a:pt x="483" y="3587"/>
                    <a:pt x="249" y="3953"/>
                  </a:cubicBezTo>
                  <a:cubicBezTo>
                    <a:pt x="0" y="4363"/>
                    <a:pt x="44" y="4934"/>
                    <a:pt x="381" y="5256"/>
                  </a:cubicBezTo>
                  <a:lnTo>
                    <a:pt x="2738" y="5256"/>
                  </a:lnTo>
                  <a:cubicBezTo>
                    <a:pt x="2533" y="5154"/>
                    <a:pt x="1991" y="4788"/>
                    <a:pt x="1815" y="4598"/>
                  </a:cubicBezTo>
                  <a:cubicBezTo>
                    <a:pt x="1654" y="4422"/>
                    <a:pt x="1567" y="4144"/>
                    <a:pt x="1654" y="3924"/>
                  </a:cubicBezTo>
                  <a:cubicBezTo>
                    <a:pt x="1742" y="3705"/>
                    <a:pt x="1991" y="3558"/>
                    <a:pt x="2167" y="3382"/>
                  </a:cubicBezTo>
                  <a:cubicBezTo>
                    <a:pt x="2621" y="2958"/>
                    <a:pt x="2679" y="2109"/>
                    <a:pt x="2196" y="1728"/>
                  </a:cubicBezTo>
                  <a:cubicBezTo>
                    <a:pt x="2006" y="1553"/>
                    <a:pt x="1757" y="1479"/>
                    <a:pt x="1567" y="1333"/>
                  </a:cubicBezTo>
                  <a:cubicBezTo>
                    <a:pt x="1069" y="952"/>
                    <a:pt x="1508" y="264"/>
                    <a:pt x="22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9"/>
            <p:cNvSpPr/>
            <p:nvPr/>
          </p:nvSpPr>
          <p:spPr>
            <a:xfrm flipH="1">
              <a:off x="4962231" y="1942515"/>
              <a:ext cx="199644" cy="233024"/>
            </a:xfrm>
            <a:custGeom>
              <a:avLst/>
              <a:gdLst/>
              <a:ahLst/>
              <a:cxnLst/>
              <a:rect l="l" t="t" r="r" b="b"/>
              <a:pathLst>
                <a:path w="2811" h="3281" extrusionOk="0">
                  <a:moveTo>
                    <a:pt x="0" y="1"/>
                  </a:moveTo>
                  <a:lnTo>
                    <a:pt x="498" y="3280"/>
                  </a:lnTo>
                  <a:lnTo>
                    <a:pt x="2343" y="3280"/>
                  </a:lnTo>
                  <a:cubicBezTo>
                    <a:pt x="2225" y="3280"/>
                    <a:pt x="2811" y="1"/>
                    <a:pt x="28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9"/>
            <p:cNvSpPr/>
            <p:nvPr/>
          </p:nvSpPr>
          <p:spPr>
            <a:xfrm rot="-2004018">
              <a:off x="5670007" y="762306"/>
              <a:ext cx="66833" cy="167944"/>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9"/>
            <p:cNvSpPr/>
            <p:nvPr/>
          </p:nvSpPr>
          <p:spPr>
            <a:xfrm rot="-2004018">
              <a:off x="5727508" y="663832"/>
              <a:ext cx="84960" cy="205923"/>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9"/>
            <p:cNvSpPr/>
            <p:nvPr/>
          </p:nvSpPr>
          <p:spPr>
            <a:xfrm rot="-2004018">
              <a:off x="5790777" y="533046"/>
              <a:ext cx="112088" cy="270906"/>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0" name="Google Shape;1320;p49"/>
          <p:cNvSpPr txBox="1">
            <a:spLocks noGrp="1"/>
          </p:cNvSpPr>
          <p:nvPr>
            <p:ph type="title"/>
          </p:nvPr>
        </p:nvSpPr>
        <p:spPr>
          <a:xfrm>
            <a:off x="720000" y="445025"/>
            <a:ext cx="4466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DAX Optimization Rules</a:t>
            </a:r>
            <a:endParaRPr/>
          </a:p>
        </p:txBody>
      </p:sp>
      <p:sp>
        <p:nvSpPr>
          <p:cNvPr id="1321" name="Google Shape;1321;p49"/>
          <p:cNvSpPr txBox="1">
            <a:spLocks noGrp="1"/>
          </p:cNvSpPr>
          <p:nvPr>
            <p:ph type="body" idx="1"/>
          </p:nvPr>
        </p:nvSpPr>
        <p:spPr>
          <a:xfrm>
            <a:off x="720000" y="1385266"/>
            <a:ext cx="4051800" cy="295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Apply these rules to ensure your Power BI model runs fast and accurately:</a:t>
            </a:r>
            <a:endParaRPr sz="1400" dirty="0"/>
          </a:p>
          <a:p>
            <a:pPr marL="0" lvl="0" indent="0" algn="l" rtl="0">
              <a:spcBef>
                <a:spcPts val="0"/>
              </a:spcBef>
              <a:spcAft>
                <a:spcPts val="0"/>
              </a:spcAft>
              <a:buNone/>
            </a:pPr>
            <a:endParaRPr sz="1400" dirty="0"/>
          </a:p>
          <a:p>
            <a:pPr marL="457200" lvl="0" indent="-317500" algn="l" rtl="0">
              <a:spcBef>
                <a:spcPts val="0"/>
              </a:spcBef>
              <a:spcAft>
                <a:spcPts val="0"/>
              </a:spcAft>
              <a:buSzPts val="1400"/>
              <a:buChar char="●"/>
            </a:pPr>
            <a:r>
              <a:rPr lang="en" sz="1400" dirty="0"/>
              <a:t>Always use VAR variables — they evaluate expressions once and cache results, cutting query time by up to 50%</a:t>
            </a:r>
            <a:endParaRPr sz="1400" dirty="0"/>
          </a:p>
          <a:p>
            <a:pPr marL="457200" lvl="0" indent="-317500" algn="l" rtl="0">
              <a:spcBef>
                <a:spcPts val="0"/>
              </a:spcBef>
              <a:spcAft>
                <a:spcPts val="0"/>
              </a:spcAft>
              <a:buSzPts val="1400"/>
              <a:buChar char="●"/>
            </a:pPr>
            <a:r>
              <a:rPr lang="en" sz="1400" dirty="0"/>
              <a:t>Replace FILTER(ALL()) with direct CALCULATE() filter arguments — avoids expensive table scans</a:t>
            </a:r>
            <a:endParaRPr sz="1400" dirty="0"/>
          </a:p>
          <a:p>
            <a:pPr marL="457200" lvl="0" indent="-317500" algn="l" rtl="0">
              <a:spcBef>
                <a:spcPts val="0"/>
              </a:spcBef>
              <a:spcAft>
                <a:spcPts val="0"/>
              </a:spcAft>
              <a:buSzPts val="1400"/>
              <a:buChar char="●"/>
            </a:pPr>
            <a:r>
              <a:rPr lang="en" sz="1400" dirty="0"/>
              <a:t>Use ALLSELECTED (not ALL) for market share — respects user slicer context for ATC4 competitive markets</a:t>
            </a:r>
            <a:endParaRPr sz="1400" dirty="0"/>
          </a:p>
          <a:p>
            <a:pPr marL="0" lvl="0" indent="0" algn="l" rtl="0">
              <a:spcBef>
                <a:spcPts val="0"/>
              </a:spcBef>
              <a:spcAft>
                <a:spcPts val="0"/>
              </a:spcAft>
              <a:buNone/>
            </a:pPr>
            <a:endParaRPr sz="1400" dirty="0"/>
          </a:p>
          <a:p>
            <a:pPr marL="0" lvl="0" indent="0" algn="l" rtl="0">
              <a:spcBef>
                <a:spcPts val="0"/>
              </a:spcBef>
              <a:spcAft>
                <a:spcPts val="0"/>
              </a:spcAft>
              <a:buNone/>
            </a:pPr>
            <a:r>
              <a:rPr lang="en" sz="1400" dirty="0"/>
              <a:t>Enable Import Mode and disable Auto Date/Time — 10x faster than DirectQuery; eliminates hidden date tables that double model size</a:t>
            </a:r>
            <a:endParaRPr sz="1400" dirty="0"/>
          </a:p>
          <a:p>
            <a:pPr marL="0" lvl="0" indent="0" algn="l" rtl="0">
              <a:spcBef>
                <a:spcPts val="0"/>
              </a:spcBef>
              <a:spcAft>
                <a:spcPts val="1200"/>
              </a:spcAft>
              <a:buNone/>
            </a:pPr>
            <a:endParaRPr sz="1400" dirty="0"/>
          </a:p>
        </p:txBody>
      </p:sp>
      <p:grpSp>
        <p:nvGrpSpPr>
          <p:cNvPr id="1322" name="Google Shape;1322;p49"/>
          <p:cNvGrpSpPr/>
          <p:nvPr/>
        </p:nvGrpSpPr>
        <p:grpSpPr>
          <a:xfrm>
            <a:off x="6328280" y="1100923"/>
            <a:ext cx="1827545" cy="3745275"/>
            <a:chOff x="6436355" y="780398"/>
            <a:chExt cx="1827545" cy="3745275"/>
          </a:xfrm>
        </p:grpSpPr>
        <p:sp>
          <p:nvSpPr>
            <p:cNvPr id="1323" name="Google Shape;1323;p49"/>
            <p:cNvSpPr/>
            <p:nvPr/>
          </p:nvSpPr>
          <p:spPr>
            <a:xfrm flipH="1">
              <a:off x="7042725" y="797754"/>
              <a:ext cx="836365" cy="758661"/>
            </a:xfrm>
            <a:custGeom>
              <a:avLst/>
              <a:gdLst/>
              <a:ahLst/>
              <a:cxnLst/>
              <a:rect l="l" t="t" r="r" b="b"/>
              <a:pathLst>
                <a:path w="11517" h="10447" extrusionOk="0">
                  <a:moveTo>
                    <a:pt x="6630" y="1"/>
                  </a:moveTo>
                  <a:cubicBezTo>
                    <a:pt x="6265" y="1"/>
                    <a:pt x="5860" y="174"/>
                    <a:pt x="5564" y="409"/>
                  </a:cubicBezTo>
                  <a:cubicBezTo>
                    <a:pt x="5081" y="789"/>
                    <a:pt x="4627" y="1316"/>
                    <a:pt x="4012" y="1433"/>
                  </a:cubicBezTo>
                  <a:cubicBezTo>
                    <a:pt x="3937" y="1444"/>
                    <a:pt x="3861" y="1448"/>
                    <a:pt x="3784" y="1448"/>
                  </a:cubicBezTo>
                  <a:cubicBezTo>
                    <a:pt x="3599" y="1448"/>
                    <a:pt x="3409" y="1426"/>
                    <a:pt x="3225" y="1426"/>
                  </a:cubicBezTo>
                  <a:cubicBezTo>
                    <a:pt x="3170" y="1426"/>
                    <a:pt x="3115" y="1428"/>
                    <a:pt x="3061" y="1433"/>
                  </a:cubicBezTo>
                  <a:cubicBezTo>
                    <a:pt x="2372" y="1448"/>
                    <a:pt x="1684" y="1829"/>
                    <a:pt x="1318" y="2414"/>
                  </a:cubicBezTo>
                  <a:cubicBezTo>
                    <a:pt x="952" y="3000"/>
                    <a:pt x="909" y="3790"/>
                    <a:pt x="1201" y="4405"/>
                  </a:cubicBezTo>
                  <a:cubicBezTo>
                    <a:pt x="425" y="4669"/>
                    <a:pt x="1" y="5635"/>
                    <a:pt x="250" y="6396"/>
                  </a:cubicBezTo>
                  <a:cubicBezTo>
                    <a:pt x="484" y="7187"/>
                    <a:pt x="1245" y="7743"/>
                    <a:pt x="2080" y="7831"/>
                  </a:cubicBezTo>
                  <a:cubicBezTo>
                    <a:pt x="2563" y="7889"/>
                    <a:pt x="3104" y="7816"/>
                    <a:pt x="3558" y="8006"/>
                  </a:cubicBezTo>
                  <a:cubicBezTo>
                    <a:pt x="4158" y="8285"/>
                    <a:pt x="4451" y="8943"/>
                    <a:pt x="4890" y="9441"/>
                  </a:cubicBezTo>
                  <a:cubicBezTo>
                    <a:pt x="5461" y="10103"/>
                    <a:pt x="6340" y="10447"/>
                    <a:pt x="7213" y="10447"/>
                  </a:cubicBezTo>
                  <a:cubicBezTo>
                    <a:pt x="7885" y="10447"/>
                    <a:pt x="8555" y="10242"/>
                    <a:pt x="9077" y="9822"/>
                  </a:cubicBezTo>
                  <a:cubicBezTo>
                    <a:pt x="9443" y="9529"/>
                    <a:pt x="9736" y="9148"/>
                    <a:pt x="9839" y="8695"/>
                  </a:cubicBezTo>
                  <a:cubicBezTo>
                    <a:pt x="9926" y="8226"/>
                    <a:pt x="9780" y="7714"/>
                    <a:pt x="9399" y="7465"/>
                  </a:cubicBezTo>
                  <a:lnTo>
                    <a:pt x="9399" y="7465"/>
                  </a:lnTo>
                  <a:cubicBezTo>
                    <a:pt x="9530" y="7504"/>
                    <a:pt x="9663" y="7522"/>
                    <a:pt x="9795" y="7522"/>
                  </a:cubicBezTo>
                  <a:cubicBezTo>
                    <a:pt x="10662" y="7522"/>
                    <a:pt x="11516" y="6743"/>
                    <a:pt x="11478" y="5854"/>
                  </a:cubicBezTo>
                  <a:cubicBezTo>
                    <a:pt x="11464" y="5254"/>
                    <a:pt x="11098" y="4698"/>
                    <a:pt x="10688" y="4244"/>
                  </a:cubicBezTo>
                  <a:cubicBezTo>
                    <a:pt x="10292" y="3790"/>
                    <a:pt x="9839" y="3366"/>
                    <a:pt x="9517" y="2839"/>
                  </a:cubicBezTo>
                  <a:cubicBezTo>
                    <a:pt x="9224" y="2297"/>
                    <a:pt x="9107" y="1609"/>
                    <a:pt x="9429" y="1097"/>
                  </a:cubicBezTo>
                  <a:lnTo>
                    <a:pt x="7277" y="277"/>
                  </a:lnTo>
                  <a:cubicBezTo>
                    <a:pt x="7111" y="81"/>
                    <a:pt x="6879" y="1"/>
                    <a:pt x="6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9"/>
            <p:cNvSpPr/>
            <p:nvPr/>
          </p:nvSpPr>
          <p:spPr>
            <a:xfrm flipH="1">
              <a:off x="6436355" y="2242880"/>
              <a:ext cx="271163" cy="192298"/>
            </a:xfrm>
            <a:custGeom>
              <a:avLst/>
              <a:gdLst/>
              <a:ahLst/>
              <a:cxnLst/>
              <a:rect l="l" t="t" r="r" b="b"/>
              <a:pathLst>
                <a:path w="3734" h="2648" extrusionOk="0">
                  <a:moveTo>
                    <a:pt x="2666" y="0"/>
                  </a:moveTo>
                  <a:cubicBezTo>
                    <a:pt x="2180" y="0"/>
                    <a:pt x="1465" y="52"/>
                    <a:pt x="1465" y="52"/>
                  </a:cubicBezTo>
                  <a:cubicBezTo>
                    <a:pt x="1465" y="52"/>
                    <a:pt x="1" y="1853"/>
                    <a:pt x="367" y="2058"/>
                  </a:cubicBezTo>
                  <a:cubicBezTo>
                    <a:pt x="367" y="2058"/>
                    <a:pt x="1827" y="2647"/>
                    <a:pt x="2133" y="2647"/>
                  </a:cubicBezTo>
                  <a:cubicBezTo>
                    <a:pt x="2147" y="2647"/>
                    <a:pt x="2158" y="2646"/>
                    <a:pt x="2167" y="2644"/>
                  </a:cubicBezTo>
                  <a:cubicBezTo>
                    <a:pt x="2372" y="2600"/>
                    <a:pt x="1728" y="2087"/>
                    <a:pt x="1728" y="2087"/>
                  </a:cubicBezTo>
                  <a:lnTo>
                    <a:pt x="1728" y="2087"/>
                  </a:lnTo>
                  <a:cubicBezTo>
                    <a:pt x="1728" y="2087"/>
                    <a:pt x="2365" y="2486"/>
                    <a:pt x="2603" y="2486"/>
                  </a:cubicBezTo>
                  <a:cubicBezTo>
                    <a:pt x="2615" y="2486"/>
                    <a:pt x="2626" y="2485"/>
                    <a:pt x="2636" y="2482"/>
                  </a:cubicBezTo>
                  <a:cubicBezTo>
                    <a:pt x="2826" y="2424"/>
                    <a:pt x="1963" y="1634"/>
                    <a:pt x="1962" y="1633"/>
                  </a:cubicBezTo>
                  <a:lnTo>
                    <a:pt x="1962" y="1633"/>
                  </a:lnTo>
                  <a:cubicBezTo>
                    <a:pt x="1963" y="1634"/>
                    <a:pt x="2686" y="2217"/>
                    <a:pt x="2956" y="2217"/>
                  </a:cubicBezTo>
                  <a:cubicBezTo>
                    <a:pt x="2988" y="2217"/>
                    <a:pt x="3014" y="2209"/>
                    <a:pt x="3031" y="2190"/>
                  </a:cubicBezTo>
                  <a:cubicBezTo>
                    <a:pt x="3192" y="1999"/>
                    <a:pt x="2270" y="1121"/>
                    <a:pt x="2270" y="1121"/>
                  </a:cubicBezTo>
                  <a:lnTo>
                    <a:pt x="2270" y="1121"/>
                  </a:lnTo>
                  <a:cubicBezTo>
                    <a:pt x="2270" y="1121"/>
                    <a:pt x="3107" y="1793"/>
                    <a:pt x="3427" y="1793"/>
                  </a:cubicBezTo>
                  <a:cubicBezTo>
                    <a:pt x="3463" y="1793"/>
                    <a:pt x="3493" y="1785"/>
                    <a:pt x="3514" y="1765"/>
                  </a:cubicBezTo>
                  <a:cubicBezTo>
                    <a:pt x="3734" y="1589"/>
                    <a:pt x="2343" y="506"/>
                    <a:pt x="2343" y="506"/>
                  </a:cubicBezTo>
                  <a:cubicBezTo>
                    <a:pt x="2870" y="506"/>
                    <a:pt x="3163" y="169"/>
                    <a:pt x="3104" y="52"/>
                  </a:cubicBezTo>
                  <a:cubicBezTo>
                    <a:pt x="3094" y="13"/>
                    <a:pt x="2909" y="0"/>
                    <a:pt x="266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9"/>
            <p:cNvSpPr/>
            <p:nvPr/>
          </p:nvSpPr>
          <p:spPr>
            <a:xfrm flipH="1">
              <a:off x="6529887" y="1292002"/>
              <a:ext cx="607103" cy="1115225"/>
            </a:xfrm>
            <a:custGeom>
              <a:avLst/>
              <a:gdLst/>
              <a:ahLst/>
              <a:cxnLst/>
              <a:rect l="l" t="t" r="r" b="b"/>
              <a:pathLst>
                <a:path w="8360" h="15357" extrusionOk="0">
                  <a:moveTo>
                    <a:pt x="0" y="0"/>
                  </a:moveTo>
                  <a:lnTo>
                    <a:pt x="88" y="7159"/>
                  </a:lnTo>
                  <a:cubicBezTo>
                    <a:pt x="88" y="7159"/>
                    <a:pt x="103" y="9560"/>
                    <a:pt x="395" y="10189"/>
                  </a:cubicBezTo>
                  <a:cubicBezTo>
                    <a:pt x="688" y="10833"/>
                    <a:pt x="6588" y="15357"/>
                    <a:pt x="6588" y="15357"/>
                  </a:cubicBezTo>
                  <a:lnTo>
                    <a:pt x="8359" y="13102"/>
                  </a:lnTo>
                  <a:cubicBezTo>
                    <a:pt x="8359" y="13102"/>
                    <a:pt x="3470" y="8901"/>
                    <a:pt x="2870" y="8432"/>
                  </a:cubicBezTo>
                  <a:cubicBezTo>
                    <a:pt x="2269" y="7979"/>
                    <a:pt x="0" y="1"/>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9"/>
            <p:cNvSpPr/>
            <p:nvPr/>
          </p:nvSpPr>
          <p:spPr>
            <a:xfrm flipH="1">
              <a:off x="6932856" y="1888353"/>
              <a:ext cx="84021" cy="121348"/>
            </a:xfrm>
            <a:custGeom>
              <a:avLst/>
              <a:gdLst/>
              <a:ahLst/>
              <a:cxnLst/>
              <a:rect l="l" t="t" r="r" b="b"/>
              <a:pathLst>
                <a:path w="1157" h="1671" extrusionOk="0">
                  <a:moveTo>
                    <a:pt x="1141" y="0"/>
                  </a:moveTo>
                  <a:cubicBezTo>
                    <a:pt x="1115" y="0"/>
                    <a:pt x="814" y="346"/>
                    <a:pt x="498" y="777"/>
                  </a:cubicBezTo>
                  <a:cubicBezTo>
                    <a:pt x="191" y="1245"/>
                    <a:pt x="0" y="1655"/>
                    <a:pt x="30" y="1670"/>
                  </a:cubicBezTo>
                  <a:cubicBezTo>
                    <a:pt x="30" y="1670"/>
                    <a:pt x="30" y="1670"/>
                    <a:pt x="31" y="1670"/>
                  </a:cubicBezTo>
                  <a:cubicBezTo>
                    <a:pt x="53" y="1670"/>
                    <a:pt x="285" y="1295"/>
                    <a:pt x="601" y="850"/>
                  </a:cubicBezTo>
                  <a:cubicBezTo>
                    <a:pt x="908" y="396"/>
                    <a:pt x="1157" y="30"/>
                    <a:pt x="1142" y="1"/>
                  </a:cubicBezTo>
                  <a:cubicBezTo>
                    <a:pt x="1142" y="1"/>
                    <a:pt x="1142" y="0"/>
                    <a:pt x="114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9"/>
            <p:cNvSpPr/>
            <p:nvPr/>
          </p:nvSpPr>
          <p:spPr>
            <a:xfrm flipH="1">
              <a:off x="6939174" y="1898955"/>
              <a:ext cx="30936" cy="101087"/>
            </a:xfrm>
            <a:custGeom>
              <a:avLst/>
              <a:gdLst/>
              <a:ahLst/>
              <a:cxnLst/>
              <a:rect l="l" t="t" r="r" b="b"/>
              <a:pathLst>
                <a:path w="426" h="1392" extrusionOk="0">
                  <a:moveTo>
                    <a:pt x="394" y="1"/>
                  </a:moveTo>
                  <a:cubicBezTo>
                    <a:pt x="360" y="1"/>
                    <a:pt x="218" y="289"/>
                    <a:pt x="118" y="689"/>
                  </a:cubicBezTo>
                  <a:cubicBezTo>
                    <a:pt x="30" y="1070"/>
                    <a:pt x="1" y="1392"/>
                    <a:pt x="30" y="1392"/>
                  </a:cubicBezTo>
                  <a:cubicBezTo>
                    <a:pt x="59" y="1392"/>
                    <a:pt x="132" y="1085"/>
                    <a:pt x="220" y="704"/>
                  </a:cubicBezTo>
                  <a:cubicBezTo>
                    <a:pt x="337" y="323"/>
                    <a:pt x="425" y="30"/>
                    <a:pt x="396" y="1"/>
                  </a:cubicBezTo>
                  <a:cubicBezTo>
                    <a:pt x="395" y="1"/>
                    <a:pt x="394" y="1"/>
                    <a:pt x="394"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9"/>
            <p:cNvSpPr/>
            <p:nvPr/>
          </p:nvSpPr>
          <p:spPr>
            <a:xfrm flipH="1">
              <a:off x="6971122" y="1275517"/>
              <a:ext cx="830337" cy="1161412"/>
            </a:xfrm>
            <a:custGeom>
              <a:avLst/>
              <a:gdLst/>
              <a:ahLst/>
              <a:cxnLst/>
              <a:rect l="l" t="t" r="r" b="b"/>
              <a:pathLst>
                <a:path w="11434" h="15993" extrusionOk="0">
                  <a:moveTo>
                    <a:pt x="6543" y="1"/>
                  </a:moveTo>
                  <a:cubicBezTo>
                    <a:pt x="4970" y="1"/>
                    <a:pt x="3042" y="152"/>
                    <a:pt x="2006" y="725"/>
                  </a:cubicBezTo>
                  <a:cubicBezTo>
                    <a:pt x="2006" y="725"/>
                    <a:pt x="308" y="1471"/>
                    <a:pt x="1" y="2482"/>
                  </a:cubicBezTo>
                  <a:lnTo>
                    <a:pt x="3324" y="9684"/>
                  </a:lnTo>
                  <a:cubicBezTo>
                    <a:pt x="2255" y="11368"/>
                    <a:pt x="1464" y="13271"/>
                    <a:pt x="820" y="15320"/>
                  </a:cubicBezTo>
                  <a:cubicBezTo>
                    <a:pt x="820" y="15320"/>
                    <a:pt x="4415" y="15993"/>
                    <a:pt x="7553" y="15993"/>
                  </a:cubicBezTo>
                  <a:cubicBezTo>
                    <a:pt x="9136" y="15993"/>
                    <a:pt x="10604" y="15821"/>
                    <a:pt x="11434" y="15306"/>
                  </a:cubicBezTo>
                  <a:lnTo>
                    <a:pt x="9487" y="9245"/>
                  </a:lnTo>
                  <a:cubicBezTo>
                    <a:pt x="10395" y="3316"/>
                    <a:pt x="10614" y="4721"/>
                    <a:pt x="9165" y="212"/>
                  </a:cubicBezTo>
                  <a:cubicBezTo>
                    <a:pt x="9150" y="139"/>
                    <a:pt x="9018" y="154"/>
                    <a:pt x="8945" y="139"/>
                  </a:cubicBezTo>
                  <a:cubicBezTo>
                    <a:pt x="8672" y="83"/>
                    <a:pt x="7704" y="1"/>
                    <a:pt x="65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9"/>
            <p:cNvSpPr/>
            <p:nvPr/>
          </p:nvSpPr>
          <p:spPr>
            <a:xfrm flipH="1">
              <a:off x="7274094" y="1274283"/>
              <a:ext cx="270074" cy="536589"/>
            </a:xfrm>
            <a:custGeom>
              <a:avLst/>
              <a:gdLst/>
              <a:ahLst/>
              <a:cxnLst/>
              <a:rect l="l" t="t" r="r" b="b"/>
              <a:pathLst>
                <a:path w="3719" h="7389" extrusionOk="0">
                  <a:moveTo>
                    <a:pt x="2527" y="0"/>
                  </a:moveTo>
                  <a:cubicBezTo>
                    <a:pt x="1638" y="0"/>
                    <a:pt x="494" y="43"/>
                    <a:pt x="0" y="244"/>
                  </a:cubicBezTo>
                  <a:lnTo>
                    <a:pt x="3719" y="7388"/>
                  </a:lnTo>
                  <a:lnTo>
                    <a:pt x="3719" y="24"/>
                  </a:lnTo>
                  <a:cubicBezTo>
                    <a:pt x="3719" y="24"/>
                    <a:pt x="3194" y="0"/>
                    <a:pt x="2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9"/>
            <p:cNvSpPr/>
            <p:nvPr/>
          </p:nvSpPr>
          <p:spPr>
            <a:xfrm flipH="1">
              <a:off x="7021083" y="2264739"/>
              <a:ext cx="1029171" cy="2175187"/>
            </a:xfrm>
            <a:custGeom>
              <a:avLst/>
              <a:gdLst/>
              <a:ahLst/>
              <a:cxnLst/>
              <a:rect l="l" t="t" r="r" b="b"/>
              <a:pathLst>
                <a:path w="14172" h="29953" extrusionOk="0">
                  <a:moveTo>
                    <a:pt x="14172" y="0"/>
                  </a:moveTo>
                  <a:lnTo>
                    <a:pt x="9604" y="864"/>
                  </a:lnTo>
                  <a:cubicBezTo>
                    <a:pt x="7043" y="12590"/>
                    <a:pt x="1" y="27581"/>
                    <a:pt x="1" y="27581"/>
                  </a:cubicBezTo>
                  <a:lnTo>
                    <a:pt x="3895" y="29953"/>
                  </a:lnTo>
                  <a:cubicBezTo>
                    <a:pt x="12971" y="12019"/>
                    <a:pt x="14172" y="0"/>
                    <a:pt x="14172"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9"/>
            <p:cNvSpPr/>
            <p:nvPr/>
          </p:nvSpPr>
          <p:spPr>
            <a:xfrm flipH="1">
              <a:off x="6626613" y="2238160"/>
              <a:ext cx="1094020" cy="2254924"/>
            </a:xfrm>
            <a:custGeom>
              <a:avLst/>
              <a:gdLst/>
              <a:ahLst/>
              <a:cxnLst/>
              <a:rect l="l" t="t" r="r" b="b"/>
              <a:pathLst>
                <a:path w="15065" h="31051" extrusionOk="0">
                  <a:moveTo>
                    <a:pt x="6076" y="0"/>
                  </a:moveTo>
                  <a:lnTo>
                    <a:pt x="0" y="2050"/>
                  </a:lnTo>
                  <a:cubicBezTo>
                    <a:pt x="0" y="2050"/>
                    <a:pt x="3367" y="17699"/>
                    <a:pt x="11551" y="31051"/>
                  </a:cubicBezTo>
                  <a:lnTo>
                    <a:pt x="15064" y="29147"/>
                  </a:lnTo>
                  <a:cubicBezTo>
                    <a:pt x="15064" y="29147"/>
                    <a:pt x="5783" y="9706"/>
                    <a:pt x="607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9"/>
            <p:cNvSpPr/>
            <p:nvPr/>
          </p:nvSpPr>
          <p:spPr>
            <a:xfrm flipH="1">
              <a:off x="7114621" y="817652"/>
              <a:ext cx="431653" cy="546030"/>
            </a:xfrm>
            <a:custGeom>
              <a:avLst/>
              <a:gdLst/>
              <a:ahLst/>
              <a:cxnLst/>
              <a:rect l="l" t="t" r="r" b="b"/>
              <a:pathLst>
                <a:path w="5944" h="7519" extrusionOk="0">
                  <a:moveTo>
                    <a:pt x="3086" y="1"/>
                  </a:moveTo>
                  <a:cubicBezTo>
                    <a:pt x="1665" y="1"/>
                    <a:pt x="1596" y="676"/>
                    <a:pt x="1596" y="676"/>
                  </a:cubicBezTo>
                  <a:lnTo>
                    <a:pt x="1596" y="1862"/>
                  </a:lnTo>
                  <a:cubicBezTo>
                    <a:pt x="1596" y="1862"/>
                    <a:pt x="1204" y="1594"/>
                    <a:pt x="827" y="1594"/>
                  </a:cubicBezTo>
                  <a:cubicBezTo>
                    <a:pt x="544" y="1594"/>
                    <a:pt x="270" y="1745"/>
                    <a:pt x="176" y="2272"/>
                  </a:cubicBezTo>
                  <a:cubicBezTo>
                    <a:pt x="0" y="3238"/>
                    <a:pt x="937" y="3428"/>
                    <a:pt x="937" y="3428"/>
                  </a:cubicBezTo>
                  <a:lnTo>
                    <a:pt x="717" y="6225"/>
                  </a:lnTo>
                  <a:cubicBezTo>
                    <a:pt x="673" y="6591"/>
                    <a:pt x="805" y="6957"/>
                    <a:pt x="1054" y="7205"/>
                  </a:cubicBezTo>
                  <a:cubicBezTo>
                    <a:pt x="1296" y="7436"/>
                    <a:pt x="1567" y="7519"/>
                    <a:pt x="1835" y="7519"/>
                  </a:cubicBezTo>
                  <a:cubicBezTo>
                    <a:pt x="2248" y="7519"/>
                    <a:pt x="2653" y="7321"/>
                    <a:pt x="2928" y="7162"/>
                  </a:cubicBezTo>
                  <a:cubicBezTo>
                    <a:pt x="3148" y="7015"/>
                    <a:pt x="3279" y="6796"/>
                    <a:pt x="3279" y="6532"/>
                  </a:cubicBezTo>
                  <a:lnTo>
                    <a:pt x="3279" y="5785"/>
                  </a:lnTo>
                  <a:lnTo>
                    <a:pt x="4275" y="5785"/>
                  </a:lnTo>
                  <a:cubicBezTo>
                    <a:pt x="5944" y="5712"/>
                    <a:pt x="5651" y="457"/>
                    <a:pt x="5651" y="457"/>
                  </a:cubicBezTo>
                  <a:cubicBezTo>
                    <a:pt x="5651" y="32"/>
                    <a:pt x="4772" y="32"/>
                    <a:pt x="4772" y="32"/>
                  </a:cubicBezTo>
                  <a:lnTo>
                    <a:pt x="3221" y="3"/>
                  </a:lnTo>
                  <a:cubicBezTo>
                    <a:pt x="3175" y="2"/>
                    <a:pt x="3130" y="1"/>
                    <a:pt x="3086"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9"/>
            <p:cNvSpPr/>
            <p:nvPr/>
          </p:nvSpPr>
          <p:spPr>
            <a:xfrm flipH="1">
              <a:off x="7203945" y="995352"/>
              <a:ext cx="23456" cy="111690"/>
            </a:xfrm>
            <a:custGeom>
              <a:avLst/>
              <a:gdLst/>
              <a:ahLst/>
              <a:cxnLst/>
              <a:rect l="l" t="t" r="r" b="b"/>
              <a:pathLst>
                <a:path w="323" h="1538" extrusionOk="0">
                  <a:moveTo>
                    <a:pt x="250" y="1"/>
                  </a:moveTo>
                  <a:cubicBezTo>
                    <a:pt x="235" y="1"/>
                    <a:pt x="220" y="381"/>
                    <a:pt x="177" y="820"/>
                  </a:cubicBezTo>
                  <a:cubicBezTo>
                    <a:pt x="177" y="1055"/>
                    <a:pt x="220" y="1289"/>
                    <a:pt x="162" y="1391"/>
                  </a:cubicBezTo>
                  <a:cubicBezTo>
                    <a:pt x="147" y="1450"/>
                    <a:pt x="89" y="1465"/>
                    <a:pt x="59" y="1479"/>
                  </a:cubicBezTo>
                  <a:cubicBezTo>
                    <a:pt x="16" y="1508"/>
                    <a:pt x="1" y="1508"/>
                    <a:pt x="1" y="1508"/>
                  </a:cubicBezTo>
                  <a:cubicBezTo>
                    <a:pt x="1" y="1523"/>
                    <a:pt x="16" y="1538"/>
                    <a:pt x="74" y="1538"/>
                  </a:cubicBezTo>
                  <a:cubicBezTo>
                    <a:pt x="133" y="1538"/>
                    <a:pt x="206" y="1523"/>
                    <a:pt x="250" y="1450"/>
                  </a:cubicBezTo>
                  <a:cubicBezTo>
                    <a:pt x="308" y="1377"/>
                    <a:pt x="323" y="1289"/>
                    <a:pt x="323" y="1172"/>
                  </a:cubicBezTo>
                  <a:lnTo>
                    <a:pt x="323" y="850"/>
                  </a:lnTo>
                  <a:cubicBezTo>
                    <a:pt x="308" y="396"/>
                    <a:pt x="294" y="1"/>
                    <a:pt x="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9"/>
            <p:cNvSpPr/>
            <p:nvPr/>
          </p:nvSpPr>
          <p:spPr>
            <a:xfrm flipH="1">
              <a:off x="7285788" y="999636"/>
              <a:ext cx="6463" cy="27668"/>
            </a:xfrm>
            <a:custGeom>
              <a:avLst/>
              <a:gdLst/>
              <a:ahLst/>
              <a:cxnLst/>
              <a:rect l="l" t="t" r="r" b="b"/>
              <a:pathLst>
                <a:path w="89" h="381" extrusionOk="0">
                  <a:moveTo>
                    <a:pt x="30" y="0"/>
                  </a:moveTo>
                  <a:cubicBezTo>
                    <a:pt x="16" y="0"/>
                    <a:pt x="1" y="88"/>
                    <a:pt x="1" y="205"/>
                  </a:cubicBezTo>
                  <a:cubicBezTo>
                    <a:pt x="1" y="293"/>
                    <a:pt x="16" y="381"/>
                    <a:pt x="45" y="381"/>
                  </a:cubicBezTo>
                  <a:cubicBezTo>
                    <a:pt x="59" y="366"/>
                    <a:pt x="89" y="293"/>
                    <a:pt x="89" y="191"/>
                  </a:cubicBezTo>
                  <a:cubicBezTo>
                    <a:pt x="89" y="88"/>
                    <a:pt x="59" y="0"/>
                    <a:pt x="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9"/>
            <p:cNvSpPr/>
            <p:nvPr/>
          </p:nvSpPr>
          <p:spPr>
            <a:xfrm flipH="1">
              <a:off x="7162480" y="996441"/>
              <a:ext cx="8569" cy="28758"/>
            </a:xfrm>
            <a:custGeom>
              <a:avLst/>
              <a:gdLst/>
              <a:ahLst/>
              <a:cxnLst/>
              <a:rect l="l" t="t" r="r" b="b"/>
              <a:pathLst>
                <a:path w="118" h="396" extrusionOk="0">
                  <a:moveTo>
                    <a:pt x="59" y="0"/>
                  </a:moveTo>
                  <a:cubicBezTo>
                    <a:pt x="30" y="0"/>
                    <a:pt x="1" y="103"/>
                    <a:pt x="30" y="205"/>
                  </a:cubicBezTo>
                  <a:cubicBezTo>
                    <a:pt x="30" y="308"/>
                    <a:pt x="45" y="396"/>
                    <a:pt x="89" y="396"/>
                  </a:cubicBezTo>
                  <a:cubicBezTo>
                    <a:pt x="103" y="366"/>
                    <a:pt x="118" y="308"/>
                    <a:pt x="118" y="191"/>
                  </a:cubicBezTo>
                  <a:cubicBezTo>
                    <a:pt x="118" y="103"/>
                    <a:pt x="103"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9"/>
            <p:cNvSpPr/>
            <p:nvPr/>
          </p:nvSpPr>
          <p:spPr>
            <a:xfrm flipH="1">
              <a:off x="7302780" y="1196290"/>
              <a:ext cx="69207" cy="120186"/>
            </a:xfrm>
            <a:custGeom>
              <a:avLst/>
              <a:gdLst/>
              <a:ahLst/>
              <a:cxnLst/>
              <a:rect l="l" t="t" r="r" b="b"/>
              <a:pathLst>
                <a:path w="953" h="1655" extrusionOk="0">
                  <a:moveTo>
                    <a:pt x="16" y="0"/>
                  </a:moveTo>
                  <a:cubicBezTo>
                    <a:pt x="1" y="293"/>
                    <a:pt x="1" y="586"/>
                    <a:pt x="89" y="864"/>
                  </a:cubicBezTo>
                  <a:cubicBezTo>
                    <a:pt x="162" y="1142"/>
                    <a:pt x="338" y="1391"/>
                    <a:pt x="601" y="1538"/>
                  </a:cubicBezTo>
                  <a:cubicBezTo>
                    <a:pt x="689" y="1596"/>
                    <a:pt x="835" y="1655"/>
                    <a:pt x="835" y="1655"/>
                  </a:cubicBezTo>
                  <a:cubicBezTo>
                    <a:pt x="835" y="1625"/>
                    <a:pt x="894" y="1450"/>
                    <a:pt x="894" y="1435"/>
                  </a:cubicBezTo>
                  <a:cubicBezTo>
                    <a:pt x="952" y="1113"/>
                    <a:pt x="923" y="894"/>
                    <a:pt x="909" y="586"/>
                  </a:cubicBezTo>
                  <a:lnTo>
                    <a:pt x="879" y="571"/>
                  </a:lnTo>
                  <a:cubicBezTo>
                    <a:pt x="528" y="484"/>
                    <a:pt x="235" y="279"/>
                    <a:pt x="16"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9"/>
            <p:cNvSpPr/>
            <p:nvPr/>
          </p:nvSpPr>
          <p:spPr>
            <a:xfrm flipH="1">
              <a:off x="7439958" y="967321"/>
              <a:ext cx="56353" cy="75961"/>
            </a:xfrm>
            <a:custGeom>
              <a:avLst/>
              <a:gdLst/>
              <a:ahLst/>
              <a:cxnLst/>
              <a:rect l="l" t="t" r="r" b="b"/>
              <a:pathLst>
                <a:path w="776" h="1046" extrusionOk="0">
                  <a:moveTo>
                    <a:pt x="87" y="1"/>
                  </a:moveTo>
                  <a:cubicBezTo>
                    <a:pt x="78" y="1"/>
                    <a:pt x="73" y="3"/>
                    <a:pt x="73" y="6"/>
                  </a:cubicBezTo>
                  <a:cubicBezTo>
                    <a:pt x="73" y="21"/>
                    <a:pt x="146" y="35"/>
                    <a:pt x="264" y="108"/>
                  </a:cubicBezTo>
                  <a:cubicBezTo>
                    <a:pt x="334" y="149"/>
                    <a:pt x="419" y="224"/>
                    <a:pt x="494" y="325"/>
                  </a:cubicBezTo>
                  <a:lnTo>
                    <a:pt x="494" y="325"/>
                  </a:lnTo>
                  <a:cubicBezTo>
                    <a:pt x="468" y="312"/>
                    <a:pt x="440" y="303"/>
                    <a:pt x="410" y="299"/>
                  </a:cubicBezTo>
                  <a:cubicBezTo>
                    <a:pt x="386" y="294"/>
                    <a:pt x="358" y="291"/>
                    <a:pt x="329" y="291"/>
                  </a:cubicBezTo>
                  <a:cubicBezTo>
                    <a:pt x="272" y="291"/>
                    <a:pt x="210" y="304"/>
                    <a:pt x="161" y="343"/>
                  </a:cubicBezTo>
                  <a:cubicBezTo>
                    <a:pt x="88" y="387"/>
                    <a:pt x="59" y="445"/>
                    <a:pt x="44" y="518"/>
                  </a:cubicBezTo>
                  <a:cubicBezTo>
                    <a:pt x="0" y="665"/>
                    <a:pt x="44" y="797"/>
                    <a:pt x="88" y="870"/>
                  </a:cubicBezTo>
                  <a:cubicBezTo>
                    <a:pt x="205" y="1016"/>
                    <a:pt x="337" y="1045"/>
                    <a:pt x="337" y="1045"/>
                  </a:cubicBezTo>
                  <a:cubicBezTo>
                    <a:pt x="351" y="1031"/>
                    <a:pt x="249" y="972"/>
                    <a:pt x="146" y="811"/>
                  </a:cubicBezTo>
                  <a:cubicBezTo>
                    <a:pt x="117" y="738"/>
                    <a:pt x="103" y="621"/>
                    <a:pt x="132" y="533"/>
                  </a:cubicBezTo>
                  <a:cubicBezTo>
                    <a:pt x="170" y="457"/>
                    <a:pt x="252" y="381"/>
                    <a:pt x="349" y="381"/>
                  </a:cubicBezTo>
                  <a:cubicBezTo>
                    <a:pt x="364" y="381"/>
                    <a:pt x="380" y="383"/>
                    <a:pt x="395" y="387"/>
                  </a:cubicBezTo>
                  <a:cubicBezTo>
                    <a:pt x="454" y="401"/>
                    <a:pt x="542" y="445"/>
                    <a:pt x="615" y="504"/>
                  </a:cubicBezTo>
                  <a:lnTo>
                    <a:pt x="776" y="606"/>
                  </a:lnTo>
                  <a:lnTo>
                    <a:pt x="673" y="445"/>
                  </a:lnTo>
                  <a:cubicBezTo>
                    <a:pt x="586" y="240"/>
                    <a:pt x="425" y="108"/>
                    <a:pt x="293" y="65"/>
                  </a:cubicBezTo>
                  <a:cubicBezTo>
                    <a:pt x="192" y="20"/>
                    <a:pt x="117" y="1"/>
                    <a:pt x="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9"/>
            <p:cNvSpPr/>
            <p:nvPr/>
          </p:nvSpPr>
          <p:spPr>
            <a:xfrm flipH="1">
              <a:off x="7215637" y="1101666"/>
              <a:ext cx="65939" cy="53521"/>
            </a:xfrm>
            <a:custGeom>
              <a:avLst/>
              <a:gdLst/>
              <a:ahLst/>
              <a:cxnLst/>
              <a:rect l="l" t="t" r="r" b="b"/>
              <a:pathLst>
                <a:path w="908" h="737" extrusionOk="0">
                  <a:moveTo>
                    <a:pt x="30" y="1"/>
                  </a:moveTo>
                  <a:cubicBezTo>
                    <a:pt x="15" y="1"/>
                    <a:pt x="0" y="74"/>
                    <a:pt x="15" y="206"/>
                  </a:cubicBezTo>
                  <a:cubicBezTo>
                    <a:pt x="30" y="337"/>
                    <a:pt x="117" y="498"/>
                    <a:pt x="264" y="601"/>
                  </a:cubicBezTo>
                  <a:cubicBezTo>
                    <a:pt x="400" y="700"/>
                    <a:pt x="546" y="736"/>
                    <a:pt x="668" y="736"/>
                  </a:cubicBezTo>
                  <a:cubicBezTo>
                    <a:pt x="690" y="736"/>
                    <a:pt x="712" y="735"/>
                    <a:pt x="732" y="733"/>
                  </a:cubicBezTo>
                  <a:cubicBezTo>
                    <a:pt x="849" y="718"/>
                    <a:pt x="908" y="689"/>
                    <a:pt x="908" y="659"/>
                  </a:cubicBezTo>
                  <a:cubicBezTo>
                    <a:pt x="901" y="652"/>
                    <a:pt x="879" y="652"/>
                    <a:pt x="844" y="652"/>
                  </a:cubicBezTo>
                  <a:cubicBezTo>
                    <a:pt x="809" y="652"/>
                    <a:pt x="762" y="652"/>
                    <a:pt x="703" y="645"/>
                  </a:cubicBezTo>
                  <a:cubicBezTo>
                    <a:pt x="600" y="645"/>
                    <a:pt x="454" y="601"/>
                    <a:pt x="322" y="513"/>
                  </a:cubicBezTo>
                  <a:cubicBezTo>
                    <a:pt x="191" y="425"/>
                    <a:pt x="117" y="293"/>
                    <a:pt x="88" y="191"/>
                  </a:cubicBezTo>
                  <a:cubicBezTo>
                    <a:pt x="44" y="74"/>
                    <a:pt x="44"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9"/>
            <p:cNvSpPr/>
            <p:nvPr/>
          </p:nvSpPr>
          <p:spPr>
            <a:xfrm flipH="1">
              <a:off x="7263421" y="1095930"/>
              <a:ext cx="35148" cy="22076"/>
            </a:xfrm>
            <a:custGeom>
              <a:avLst/>
              <a:gdLst/>
              <a:ahLst/>
              <a:cxnLst/>
              <a:rect l="l" t="t" r="r" b="b"/>
              <a:pathLst>
                <a:path w="484" h="304" extrusionOk="0">
                  <a:moveTo>
                    <a:pt x="347" y="1"/>
                  </a:moveTo>
                  <a:cubicBezTo>
                    <a:pt x="294" y="1"/>
                    <a:pt x="231" y="17"/>
                    <a:pt x="176" y="50"/>
                  </a:cubicBezTo>
                  <a:cubicBezTo>
                    <a:pt x="103" y="80"/>
                    <a:pt x="44" y="153"/>
                    <a:pt x="29" y="211"/>
                  </a:cubicBezTo>
                  <a:cubicBezTo>
                    <a:pt x="0" y="270"/>
                    <a:pt x="0" y="299"/>
                    <a:pt x="29" y="299"/>
                  </a:cubicBezTo>
                  <a:cubicBezTo>
                    <a:pt x="32" y="302"/>
                    <a:pt x="36" y="304"/>
                    <a:pt x="39" y="304"/>
                  </a:cubicBezTo>
                  <a:cubicBezTo>
                    <a:pt x="69" y="304"/>
                    <a:pt x="117" y="203"/>
                    <a:pt x="234" y="138"/>
                  </a:cubicBezTo>
                  <a:cubicBezTo>
                    <a:pt x="351" y="65"/>
                    <a:pt x="483" y="80"/>
                    <a:pt x="483" y="50"/>
                  </a:cubicBezTo>
                  <a:cubicBezTo>
                    <a:pt x="483" y="36"/>
                    <a:pt x="454" y="6"/>
                    <a:pt x="395" y="6"/>
                  </a:cubicBezTo>
                  <a:cubicBezTo>
                    <a:pt x="381" y="3"/>
                    <a:pt x="364"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9"/>
            <p:cNvSpPr/>
            <p:nvPr/>
          </p:nvSpPr>
          <p:spPr>
            <a:xfrm flipH="1">
              <a:off x="6977440" y="2071208"/>
              <a:ext cx="764471" cy="1453925"/>
            </a:xfrm>
            <a:custGeom>
              <a:avLst/>
              <a:gdLst/>
              <a:ahLst/>
              <a:cxnLst/>
              <a:rect l="l" t="t" r="r" b="b"/>
              <a:pathLst>
                <a:path w="10527" h="20021" extrusionOk="0">
                  <a:moveTo>
                    <a:pt x="9209" y="1"/>
                  </a:moveTo>
                  <a:lnTo>
                    <a:pt x="0" y="4188"/>
                  </a:lnTo>
                  <a:cubicBezTo>
                    <a:pt x="0" y="4188"/>
                    <a:pt x="937" y="7584"/>
                    <a:pt x="2328" y="11830"/>
                  </a:cubicBezTo>
                  <a:cubicBezTo>
                    <a:pt x="2474" y="14260"/>
                    <a:pt x="1479" y="16500"/>
                    <a:pt x="293" y="18695"/>
                  </a:cubicBezTo>
                  <a:lnTo>
                    <a:pt x="1816" y="19281"/>
                  </a:lnTo>
                  <a:cubicBezTo>
                    <a:pt x="3093" y="19772"/>
                    <a:pt x="4444" y="20021"/>
                    <a:pt x="5797" y="20021"/>
                  </a:cubicBezTo>
                  <a:cubicBezTo>
                    <a:pt x="7189" y="20021"/>
                    <a:pt x="8583" y="19757"/>
                    <a:pt x="9897" y="19223"/>
                  </a:cubicBezTo>
                  <a:cubicBezTo>
                    <a:pt x="10292" y="19076"/>
                    <a:pt x="10526" y="18959"/>
                    <a:pt x="10497" y="18900"/>
                  </a:cubicBezTo>
                  <a:cubicBezTo>
                    <a:pt x="10438" y="18695"/>
                    <a:pt x="10482" y="10248"/>
                    <a:pt x="10307" y="3953"/>
                  </a:cubicBezTo>
                  <a:cubicBezTo>
                    <a:pt x="10263" y="2826"/>
                    <a:pt x="9267" y="894"/>
                    <a:pt x="920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9"/>
            <p:cNvSpPr/>
            <p:nvPr/>
          </p:nvSpPr>
          <p:spPr>
            <a:xfrm flipH="1">
              <a:off x="6961536" y="2352971"/>
              <a:ext cx="780375" cy="84094"/>
            </a:xfrm>
            <a:custGeom>
              <a:avLst/>
              <a:gdLst/>
              <a:ahLst/>
              <a:cxnLst/>
              <a:rect l="l" t="t" r="r" b="b"/>
              <a:pathLst>
                <a:path w="10746" h="1158" extrusionOk="0">
                  <a:moveTo>
                    <a:pt x="7262" y="0"/>
                  </a:moveTo>
                  <a:lnTo>
                    <a:pt x="7247" y="15"/>
                  </a:lnTo>
                  <a:cubicBezTo>
                    <a:pt x="6808" y="439"/>
                    <a:pt x="6193" y="703"/>
                    <a:pt x="5505" y="879"/>
                  </a:cubicBezTo>
                  <a:cubicBezTo>
                    <a:pt x="4918" y="1005"/>
                    <a:pt x="4332" y="1068"/>
                    <a:pt x="3788" y="1068"/>
                  </a:cubicBezTo>
                  <a:cubicBezTo>
                    <a:pt x="3639" y="1068"/>
                    <a:pt x="3494" y="1064"/>
                    <a:pt x="3353" y="1054"/>
                  </a:cubicBezTo>
                  <a:cubicBezTo>
                    <a:pt x="2679" y="1025"/>
                    <a:pt x="2094" y="908"/>
                    <a:pt x="1596" y="805"/>
                  </a:cubicBezTo>
                  <a:cubicBezTo>
                    <a:pt x="1098" y="674"/>
                    <a:pt x="703" y="557"/>
                    <a:pt x="425" y="483"/>
                  </a:cubicBezTo>
                  <a:cubicBezTo>
                    <a:pt x="293" y="454"/>
                    <a:pt x="205" y="410"/>
                    <a:pt x="117" y="396"/>
                  </a:cubicBezTo>
                  <a:cubicBezTo>
                    <a:pt x="44" y="381"/>
                    <a:pt x="0" y="381"/>
                    <a:pt x="0" y="381"/>
                  </a:cubicBezTo>
                  <a:lnTo>
                    <a:pt x="0" y="381"/>
                  </a:lnTo>
                  <a:cubicBezTo>
                    <a:pt x="0" y="381"/>
                    <a:pt x="44" y="396"/>
                    <a:pt x="117" y="410"/>
                  </a:cubicBezTo>
                  <a:cubicBezTo>
                    <a:pt x="205" y="454"/>
                    <a:pt x="293" y="483"/>
                    <a:pt x="425" y="527"/>
                  </a:cubicBezTo>
                  <a:cubicBezTo>
                    <a:pt x="703" y="615"/>
                    <a:pt x="1084" y="732"/>
                    <a:pt x="1581" y="849"/>
                  </a:cubicBezTo>
                  <a:cubicBezTo>
                    <a:pt x="2065" y="981"/>
                    <a:pt x="2679" y="1113"/>
                    <a:pt x="3353" y="1142"/>
                  </a:cubicBezTo>
                  <a:cubicBezTo>
                    <a:pt x="3508" y="1153"/>
                    <a:pt x="3669" y="1158"/>
                    <a:pt x="3833" y="1158"/>
                  </a:cubicBezTo>
                  <a:cubicBezTo>
                    <a:pt x="4366" y="1158"/>
                    <a:pt x="4941" y="1101"/>
                    <a:pt x="5534" y="966"/>
                  </a:cubicBezTo>
                  <a:cubicBezTo>
                    <a:pt x="6193" y="809"/>
                    <a:pt x="6824" y="539"/>
                    <a:pt x="7276" y="116"/>
                  </a:cubicBezTo>
                  <a:lnTo>
                    <a:pt x="7276" y="116"/>
                  </a:lnTo>
                  <a:cubicBezTo>
                    <a:pt x="8174" y="521"/>
                    <a:pt x="9020" y="735"/>
                    <a:pt x="9660" y="735"/>
                  </a:cubicBezTo>
                  <a:cubicBezTo>
                    <a:pt x="9701" y="735"/>
                    <a:pt x="9741" y="734"/>
                    <a:pt x="9780" y="732"/>
                  </a:cubicBezTo>
                  <a:cubicBezTo>
                    <a:pt x="10102" y="688"/>
                    <a:pt x="10336" y="586"/>
                    <a:pt x="10512" y="513"/>
                  </a:cubicBezTo>
                  <a:cubicBezTo>
                    <a:pt x="10599" y="469"/>
                    <a:pt x="10658" y="439"/>
                    <a:pt x="10687" y="410"/>
                  </a:cubicBezTo>
                  <a:cubicBezTo>
                    <a:pt x="10731" y="396"/>
                    <a:pt x="10746" y="381"/>
                    <a:pt x="10746" y="381"/>
                  </a:cubicBezTo>
                  <a:lnTo>
                    <a:pt x="10746" y="381"/>
                  </a:lnTo>
                  <a:cubicBezTo>
                    <a:pt x="10746" y="381"/>
                    <a:pt x="10658" y="410"/>
                    <a:pt x="10512" y="469"/>
                  </a:cubicBezTo>
                  <a:cubicBezTo>
                    <a:pt x="10336" y="542"/>
                    <a:pt x="10102" y="630"/>
                    <a:pt x="9794" y="659"/>
                  </a:cubicBezTo>
                  <a:cubicBezTo>
                    <a:pt x="9758" y="661"/>
                    <a:pt x="9721" y="662"/>
                    <a:pt x="9684" y="662"/>
                  </a:cubicBezTo>
                  <a:cubicBezTo>
                    <a:pt x="9052" y="662"/>
                    <a:pt x="8218" y="430"/>
                    <a:pt x="7305" y="15"/>
                  </a:cubicBezTo>
                  <a:lnTo>
                    <a:pt x="7262"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9"/>
            <p:cNvSpPr/>
            <p:nvPr/>
          </p:nvSpPr>
          <p:spPr>
            <a:xfrm flipH="1">
              <a:off x="7214547" y="1794819"/>
              <a:ext cx="59621" cy="563531"/>
            </a:xfrm>
            <a:custGeom>
              <a:avLst/>
              <a:gdLst/>
              <a:ahLst/>
              <a:cxnLst/>
              <a:rect l="l" t="t" r="r" b="b"/>
              <a:pathLst>
                <a:path w="821" h="7760" extrusionOk="0">
                  <a:moveTo>
                    <a:pt x="15" y="1"/>
                  </a:moveTo>
                  <a:cubicBezTo>
                    <a:pt x="1" y="1"/>
                    <a:pt x="15" y="103"/>
                    <a:pt x="45" y="308"/>
                  </a:cubicBezTo>
                  <a:cubicBezTo>
                    <a:pt x="59" y="513"/>
                    <a:pt x="89" y="806"/>
                    <a:pt x="132" y="1128"/>
                  </a:cubicBezTo>
                  <a:cubicBezTo>
                    <a:pt x="220" y="1845"/>
                    <a:pt x="337" y="2811"/>
                    <a:pt x="440" y="3880"/>
                  </a:cubicBezTo>
                  <a:cubicBezTo>
                    <a:pt x="572" y="4949"/>
                    <a:pt x="660" y="5930"/>
                    <a:pt x="718" y="6618"/>
                  </a:cubicBezTo>
                  <a:cubicBezTo>
                    <a:pt x="733" y="6954"/>
                    <a:pt x="777" y="7218"/>
                    <a:pt x="791" y="7437"/>
                  </a:cubicBezTo>
                  <a:cubicBezTo>
                    <a:pt x="806" y="7642"/>
                    <a:pt x="821" y="7759"/>
                    <a:pt x="821" y="7759"/>
                  </a:cubicBezTo>
                  <a:lnTo>
                    <a:pt x="821" y="7437"/>
                  </a:lnTo>
                  <a:cubicBezTo>
                    <a:pt x="821" y="7247"/>
                    <a:pt x="806" y="6954"/>
                    <a:pt x="791" y="6603"/>
                  </a:cubicBezTo>
                  <a:cubicBezTo>
                    <a:pt x="733" y="5900"/>
                    <a:pt x="660" y="4934"/>
                    <a:pt x="557" y="3851"/>
                  </a:cubicBezTo>
                  <a:cubicBezTo>
                    <a:pt x="425" y="2782"/>
                    <a:pt x="308" y="1801"/>
                    <a:pt x="206" y="1113"/>
                  </a:cubicBezTo>
                  <a:cubicBezTo>
                    <a:pt x="147" y="762"/>
                    <a:pt x="118" y="484"/>
                    <a:pt x="74" y="293"/>
                  </a:cubicBezTo>
                  <a:cubicBezTo>
                    <a:pt x="59" y="103"/>
                    <a:pt x="15" y="1"/>
                    <a:pt x="1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9"/>
            <p:cNvSpPr/>
            <p:nvPr/>
          </p:nvSpPr>
          <p:spPr>
            <a:xfrm flipH="1">
              <a:off x="7453755" y="2090380"/>
              <a:ext cx="164847" cy="179589"/>
            </a:xfrm>
            <a:custGeom>
              <a:avLst/>
              <a:gdLst/>
              <a:ahLst/>
              <a:cxnLst/>
              <a:rect l="l" t="t" r="r" b="b"/>
              <a:pathLst>
                <a:path w="2270" h="2473" extrusionOk="0">
                  <a:moveTo>
                    <a:pt x="132" y="0"/>
                  </a:moveTo>
                  <a:cubicBezTo>
                    <a:pt x="132" y="0"/>
                    <a:pt x="249" y="30"/>
                    <a:pt x="440" y="44"/>
                  </a:cubicBezTo>
                  <a:cubicBezTo>
                    <a:pt x="659" y="59"/>
                    <a:pt x="937" y="74"/>
                    <a:pt x="1289" y="117"/>
                  </a:cubicBezTo>
                  <a:cubicBezTo>
                    <a:pt x="1464" y="132"/>
                    <a:pt x="1669" y="147"/>
                    <a:pt x="1874" y="176"/>
                  </a:cubicBezTo>
                  <a:cubicBezTo>
                    <a:pt x="1962" y="191"/>
                    <a:pt x="2079" y="191"/>
                    <a:pt x="2123" y="264"/>
                  </a:cubicBezTo>
                  <a:cubicBezTo>
                    <a:pt x="2182" y="337"/>
                    <a:pt x="2182" y="469"/>
                    <a:pt x="2182" y="571"/>
                  </a:cubicBezTo>
                  <a:cubicBezTo>
                    <a:pt x="2182" y="806"/>
                    <a:pt x="2182" y="1069"/>
                    <a:pt x="2123" y="1303"/>
                  </a:cubicBezTo>
                  <a:cubicBezTo>
                    <a:pt x="2094" y="1567"/>
                    <a:pt x="1977" y="1801"/>
                    <a:pt x="1801" y="1977"/>
                  </a:cubicBezTo>
                  <a:cubicBezTo>
                    <a:pt x="1611" y="2167"/>
                    <a:pt x="1377" y="2299"/>
                    <a:pt x="1142" y="2343"/>
                  </a:cubicBezTo>
                  <a:cubicBezTo>
                    <a:pt x="1025" y="2372"/>
                    <a:pt x="901" y="2390"/>
                    <a:pt x="780" y="2390"/>
                  </a:cubicBezTo>
                  <a:cubicBezTo>
                    <a:pt x="659" y="2390"/>
                    <a:pt x="542" y="2372"/>
                    <a:pt x="440" y="2328"/>
                  </a:cubicBezTo>
                  <a:cubicBezTo>
                    <a:pt x="264" y="2240"/>
                    <a:pt x="176" y="2021"/>
                    <a:pt x="132" y="1816"/>
                  </a:cubicBezTo>
                  <a:cubicBezTo>
                    <a:pt x="103" y="1611"/>
                    <a:pt x="118" y="1435"/>
                    <a:pt x="118" y="1245"/>
                  </a:cubicBezTo>
                  <a:cubicBezTo>
                    <a:pt x="132" y="908"/>
                    <a:pt x="191" y="630"/>
                    <a:pt x="220" y="425"/>
                  </a:cubicBezTo>
                  <a:cubicBezTo>
                    <a:pt x="279" y="220"/>
                    <a:pt x="293" y="117"/>
                    <a:pt x="293" y="117"/>
                  </a:cubicBezTo>
                  <a:lnTo>
                    <a:pt x="293" y="117"/>
                  </a:lnTo>
                  <a:lnTo>
                    <a:pt x="264" y="147"/>
                  </a:lnTo>
                  <a:cubicBezTo>
                    <a:pt x="249" y="205"/>
                    <a:pt x="205" y="278"/>
                    <a:pt x="191" y="366"/>
                  </a:cubicBezTo>
                  <a:cubicBezTo>
                    <a:pt x="132" y="571"/>
                    <a:pt x="74" y="849"/>
                    <a:pt x="44" y="1215"/>
                  </a:cubicBezTo>
                  <a:cubicBezTo>
                    <a:pt x="30" y="1376"/>
                    <a:pt x="1" y="1581"/>
                    <a:pt x="44" y="1801"/>
                  </a:cubicBezTo>
                  <a:cubicBezTo>
                    <a:pt x="44" y="1903"/>
                    <a:pt x="74" y="2021"/>
                    <a:pt x="132" y="2123"/>
                  </a:cubicBezTo>
                  <a:cubicBezTo>
                    <a:pt x="191" y="2240"/>
                    <a:pt x="279" y="2328"/>
                    <a:pt x="396" y="2387"/>
                  </a:cubicBezTo>
                  <a:cubicBezTo>
                    <a:pt x="501" y="2450"/>
                    <a:pt x="617" y="2473"/>
                    <a:pt x="738" y="2473"/>
                  </a:cubicBezTo>
                  <a:cubicBezTo>
                    <a:pt x="869" y="2473"/>
                    <a:pt x="1006" y="2446"/>
                    <a:pt x="1142" y="2416"/>
                  </a:cubicBezTo>
                  <a:cubicBezTo>
                    <a:pt x="1391" y="2372"/>
                    <a:pt x="1655" y="2240"/>
                    <a:pt x="1860" y="2035"/>
                  </a:cubicBezTo>
                  <a:cubicBezTo>
                    <a:pt x="2050" y="1830"/>
                    <a:pt x="2167" y="1567"/>
                    <a:pt x="2226" y="1303"/>
                  </a:cubicBezTo>
                  <a:cubicBezTo>
                    <a:pt x="2270" y="1054"/>
                    <a:pt x="2270" y="791"/>
                    <a:pt x="2270" y="557"/>
                  </a:cubicBezTo>
                  <a:cubicBezTo>
                    <a:pt x="2270" y="425"/>
                    <a:pt x="2270" y="293"/>
                    <a:pt x="2196" y="191"/>
                  </a:cubicBezTo>
                  <a:cubicBezTo>
                    <a:pt x="2167" y="132"/>
                    <a:pt x="2094" y="117"/>
                    <a:pt x="2035" y="103"/>
                  </a:cubicBezTo>
                  <a:cubicBezTo>
                    <a:pt x="1977" y="74"/>
                    <a:pt x="1933" y="74"/>
                    <a:pt x="1874" y="74"/>
                  </a:cubicBezTo>
                  <a:cubicBezTo>
                    <a:pt x="1655" y="59"/>
                    <a:pt x="1464" y="59"/>
                    <a:pt x="1289" y="44"/>
                  </a:cubicBezTo>
                  <a:cubicBezTo>
                    <a:pt x="937" y="30"/>
                    <a:pt x="659" y="30"/>
                    <a:pt x="440"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9"/>
            <p:cNvSpPr/>
            <p:nvPr/>
          </p:nvSpPr>
          <p:spPr>
            <a:xfrm flipH="1">
              <a:off x="7190074" y="1276026"/>
              <a:ext cx="84094" cy="430637"/>
            </a:xfrm>
            <a:custGeom>
              <a:avLst/>
              <a:gdLst/>
              <a:ahLst/>
              <a:cxnLst/>
              <a:rect l="l" t="t" r="r" b="b"/>
              <a:pathLst>
                <a:path w="1158" h="5930" extrusionOk="0">
                  <a:moveTo>
                    <a:pt x="1" y="0"/>
                  </a:moveTo>
                  <a:lnTo>
                    <a:pt x="1" y="5929"/>
                  </a:lnTo>
                  <a:cubicBezTo>
                    <a:pt x="1" y="5929"/>
                    <a:pt x="1157" y="2460"/>
                    <a:pt x="923" y="1830"/>
                  </a:cubicBezTo>
                  <a:cubicBezTo>
                    <a:pt x="674" y="1216"/>
                    <a:pt x="1" y="0"/>
                    <a:pt x="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9"/>
            <p:cNvSpPr/>
            <p:nvPr/>
          </p:nvSpPr>
          <p:spPr>
            <a:xfrm flipH="1">
              <a:off x="7384622" y="2990788"/>
              <a:ext cx="171238" cy="436010"/>
            </a:xfrm>
            <a:custGeom>
              <a:avLst/>
              <a:gdLst/>
              <a:ahLst/>
              <a:cxnLst/>
              <a:rect l="l" t="t" r="r" b="b"/>
              <a:pathLst>
                <a:path w="2358" h="6004" extrusionOk="0">
                  <a:moveTo>
                    <a:pt x="31" y="1"/>
                  </a:moveTo>
                  <a:cubicBezTo>
                    <a:pt x="30" y="1"/>
                    <a:pt x="30" y="1"/>
                    <a:pt x="30" y="1"/>
                  </a:cubicBezTo>
                  <a:cubicBezTo>
                    <a:pt x="0" y="16"/>
                    <a:pt x="498" y="1362"/>
                    <a:pt x="1128" y="3017"/>
                  </a:cubicBezTo>
                  <a:cubicBezTo>
                    <a:pt x="1768" y="4677"/>
                    <a:pt x="2322" y="6003"/>
                    <a:pt x="2342" y="6003"/>
                  </a:cubicBezTo>
                  <a:cubicBezTo>
                    <a:pt x="2342" y="6003"/>
                    <a:pt x="2343" y="6003"/>
                    <a:pt x="2343" y="6003"/>
                  </a:cubicBezTo>
                  <a:cubicBezTo>
                    <a:pt x="2357" y="6003"/>
                    <a:pt x="1874" y="4642"/>
                    <a:pt x="1245" y="2973"/>
                  </a:cubicBezTo>
                  <a:cubicBezTo>
                    <a:pt x="607" y="1336"/>
                    <a:pt x="70" y="1"/>
                    <a:pt x="3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9"/>
            <p:cNvSpPr/>
            <p:nvPr/>
          </p:nvSpPr>
          <p:spPr>
            <a:xfrm flipH="1">
              <a:off x="7478229" y="3059921"/>
              <a:ext cx="53230" cy="303043"/>
            </a:xfrm>
            <a:custGeom>
              <a:avLst/>
              <a:gdLst/>
              <a:ahLst/>
              <a:cxnLst/>
              <a:rect l="l" t="t" r="r" b="b"/>
              <a:pathLst>
                <a:path w="733" h="4173" extrusionOk="0">
                  <a:moveTo>
                    <a:pt x="1" y="1"/>
                  </a:moveTo>
                  <a:cubicBezTo>
                    <a:pt x="1" y="1"/>
                    <a:pt x="45" y="235"/>
                    <a:pt x="118" y="601"/>
                  </a:cubicBezTo>
                  <a:cubicBezTo>
                    <a:pt x="206" y="967"/>
                    <a:pt x="323" y="1494"/>
                    <a:pt x="411" y="2065"/>
                  </a:cubicBezTo>
                  <a:cubicBezTo>
                    <a:pt x="513" y="2650"/>
                    <a:pt x="572" y="3163"/>
                    <a:pt x="630" y="3543"/>
                  </a:cubicBezTo>
                  <a:cubicBezTo>
                    <a:pt x="689" y="3924"/>
                    <a:pt x="704" y="4173"/>
                    <a:pt x="733" y="4173"/>
                  </a:cubicBezTo>
                  <a:cubicBezTo>
                    <a:pt x="733" y="4173"/>
                    <a:pt x="733" y="3924"/>
                    <a:pt x="689" y="3529"/>
                  </a:cubicBezTo>
                  <a:cubicBezTo>
                    <a:pt x="674" y="3148"/>
                    <a:pt x="601" y="2636"/>
                    <a:pt x="513" y="2050"/>
                  </a:cubicBezTo>
                  <a:cubicBezTo>
                    <a:pt x="396" y="1479"/>
                    <a:pt x="294" y="952"/>
                    <a:pt x="177" y="586"/>
                  </a:cubicBezTo>
                  <a:cubicBezTo>
                    <a:pt x="89" y="220"/>
                    <a:pt x="16" y="1"/>
                    <a:pt x="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9"/>
            <p:cNvSpPr/>
            <p:nvPr/>
          </p:nvSpPr>
          <p:spPr>
            <a:xfrm flipH="1">
              <a:off x="6496620" y="4346308"/>
              <a:ext cx="389171" cy="146765"/>
            </a:xfrm>
            <a:custGeom>
              <a:avLst/>
              <a:gdLst/>
              <a:ahLst/>
              <a:cxnLst/>
              <a:rect l="l" t="t" r="r" b="b"/>
              <a:pathLst>
                <a:path w="5359" h="2021" extrusionOk="0">
                  <a:moveTo>
                    <a:pt x="4791" y="1"/>
                  </a:moveTo>
                  <a:cubicBezTo>
                    <a:pt x="4271" y="1"/>
                    <a:pt x="3529" y="118"/>
                    <a:pt x="3529" y="118"/>
                  </a:cubicBezTo>
                  <a:lnTo>
                    <a:pt x="1" y="2021"/>
                  </a:lnTo>
                  <a:cubicBezTo>
                    <a:pt x="1" y="2021"/>
                    <a:pt x="5359" y="352"/>
                    <a:pt x="5286" y="118"/>
                  </a:cubicBezTo>
                  <a:cubicBezTo>
                    <a:pt x="5256" y="30"/>
                    <a:pt x="5051" y="1"/>
                    <a:pt x="47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9"/>
            <p:cNvSpPr/>
            <p:nvPr/>
          </p:nvSpPr>
          <p:spPr>
            <a:xfrm flipH="1">
              <a:off x="7712062" y="4255963"/>
              <a:ext cx="338191" cy="269711"/>
            </a:xfrm>
            <a:custGeom>
              <a:avLst/>
              <a:gdLst/>
              <a:ahLst/>
              <a:cxnLst/>
              <a:rect l="l" t="t" r="r" b="b"/>
              <a:pathLst>
                <a:path w="4657" h="3714" extrusionOk="0">
                  <a:moveTo>
                    <a:pt x="1" y="0"/>
                  </a:moveTo>
                  <a:lnTo>
                    <a:pt x="1" y="146"/>
                  </a:lnTo>
                  <a:cubicBezTo>
                    <a:pt x="1" y="146"/>
                    <a:pt x="4035" y="3713"/>
                    <a:pt x="4498" y="3713"/>
                  </a:cubicBezTo>
                  <a:cubicBezTo>
                    <a:pt x="4520" y="3713"/>
                    <a:pt x="4534" y="3706"/>
                    <a:pt x="4539" y="3689"/>
                  </a:cubicBezTo>
                  <a:cubicBezTo>
                    <a:pt x="4656" y="3323"/>
                    <a:pt x="3895" y="2518"/>
                    <a:pt x="3895" y="2518"/>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9"/>
            <p:cNvSpPr/>
            <p:nvPr/>
          </p:nvSpPr>
          <p:spPr>
            <a:xfrm flipH="1">
              <a:off x="7103946" y="780398"/>
              <a:ext cx="351989" cy="187069"/>
            </a:xfrm>
            <a:custGeom>
              <a:avLst/>
              <a:gdLst/>
              <a:ahLst/>
              <a:cxnLst/>
              <a:rect l="l" t="t" r="r" b="b"/>
              <a:pathLst>
                <a:path w="4847" h="2576" extrusionOk="0">
                  <a:moveTo>
                    <a:pt x="2637" y="1"/>
                  </a:moveTo>
                  <a:cubicBezTo>
                    <a:pt x="2578" y="1"/>
                    <a:pt x="2519" y="2"/>
                    <a:pt x="2460" y="3"/>
                  </a:cubicBezTo>
                  <a:cubicBezTo>
                    <a:pt x="2035" y="3"/>
                    <a:pt x="1567" y="33"/>
                    <a:pt x="1172" y="179"/>
                  </a:cubicBezTo>
                  <a:cubicBezTo>
                    <a:pt x="747" y="326"/>
                    <a:pt x="381" y="618"/>
                    <a:pt x="176" y="1028"/>
                  </a:cubicBezTo>
                  <a:cubicBezTo>
                    <a:pt x="0" y="1423"/>
                    <a:pt x="30" y="1936"/>
                    <a:pt x="322" y="2273"/>
                  </a:cubicBezTo>
                  <a:lnTo>
                    <a:pt x="308" y="2331"/>
                  </a:lnTo>
                  <a:cubicBezTo>
                    <a:pt x="425" y="2419"/>
                    <a:pt x="527" y="2521"/>
                    <a:pt x="659" y="2565"/>
                  </a:cubicBezTo>
                  <a:cubicBezTo>
                    <a:pt x="693" y="2572"/>
                    <a:pt x="727" y="2576"/>
                    <a:pt x="761" y="2576"/>
                  </a:cubicBezTo>
                  <a:cubicBezTo>
                    <a:pt x="875" y="2576"/>
                    <a:pt x="983" y="2535"/>
                    <a:pt x="1040" y="2434"/>
                  </a:cubicBezTo>
                  <a:cubicBezTo>
                    <a:pt x="1098" y="2302"/>
                    <a:pt x="1040" y="2155"/>
                    <a:pt x="981" y="2009"/>
                  </a:cubicBezTo>
                  <a:cubicBezTo>
                    <a:pt x="908" y="1775"/>
                    <a:pt x="908" y="1497"/>
                    <a:pt x="1011" y="1262"/>
                  </a:cubicBezTo>
                  <a:cubicBezTo>
                    <a:pt x="1259" y="1570"/>
                    <a:pt x="1596" y="1833"/>
                    <a:pt x="1991" y="1907"/>
                  </a:cubicBezTo>
                  <a:cubicBezTo>
                    <a:pt x="2056" y="1918"/>
                    <a:pt x="2122" y="1924"/>
                    <a:pt x="2187" y="1924"/>
                  </a:cubicBezTo>
                  <a:cubicBezTo>
                    <a:pt x="2534" y="1924"/>
                    <a:pt x="2871" y="1763"/>
                    <a:pt x="3031" y="1467"/>
                  </a:cubicBezTo>
                  <a:cubicBezTo>
                    <a:pt x="3075" y="1833"/>
                    <a:pt x="3397" y="2082"/>
                    <a:pt x="3748" y="2199"/>
                  </a:cubicBezTo>
                  <a:cubicBezTo>
                    <a:pt x="3866" y="2230"/>
                    <a:pt x="3989" y="2251"/>
                    <a:pt x="4108" y="2251"/>
                  </a:cubicBezTo>
                  <a:cubicBezTo>
                    <a:pt x="4271" y="2251"/>
                    <a:pt x="4427" y="2213"/>
                    <a:pt x="4553" y="2112"/>
                  </a:cubicBezTo>
                  <a:cubicBezTo>
                    <a:pt x="4758" y="1965"/>
                    <a:pt x="4846" y="1687"/>
                    <a:pt x="4831" y="1423"/>
                  </a:cubicBezTo>
                  <a:cubicBezTo>
                    <a:pt x="4802" y="911"/>
                    <a:pt x="4422" y="472"/>
                    <a:pt x="3968" y="252"/>
                  </a:cubicBezTo>
                  <a:cubicBezTo>
                    <a:pt x="3565" y="57"/>
                    <a:pt x="3104" y="1"/>
                    <a:pt x="26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9"/>
            <p:cNvSpPr/>
            <p:nvPr/>
          </p:nvSpPr>
          <p:spPr>
            <a:xfrm flipH="1">
              <a:off x="7469660" y="1043208"/>
              <a:ext cx="46913" cy="55772"/>
            </a:xfrm>
            <a:custGeom>
              <a:avLst/>
              <a:gdLst/>
              <a:ahLst/>
              <a:cxnLst/>
              <a:rect l="l" t="t" r="r" b="b"/>
              <a:pathLst>
                <a:path w="646" h="768" extrusionOk="0">
                  <a:moveTo>
                    <a:pt x="425" y="0"/>
                  </a:moveTo>
                  <a:cubicBezTo>
                    <a:pt x="382" y="0"/>
                    <a:pt x="352" y="30"/>
                    <a:pt x="352" y="30"/>
                  </a:cubicBezTo>
                  <a:cubicBezTo>
                    <a:pt x="352" y="44"/>
                    <a:pt x="469" y="30"/>
                    <a:pt x="543" y="147"/>
                  </a:cubicBezTo>
                  <a:cubicBezTo>
                    <a:pt x="557" y="205"/>
                    <a:pt x="557" y="293"/>
                    <a:pt x="543" y="396"/>
                  </a:cubicBezTo>
                  <a:cubicBezTo>
                    <a:pt x="513" y="484"/>
                    <a:pt x="469" y="586"/>
                    <a:pt x="396" y="645"/>
                  </a:cubicBezTo>
                  <a:cubicBezTo>
                    <a:pt x="363" y="663"/>
                    <a:pt x="332" y="672"/>
                    <a:pt x="302" y="672"/>
                  </a:cubicBezTo>
                  <a:cubicBezTo>
                    <a:pt x="240" y="672"/>
                    <a:pt x="187" y="636"/>
                    <a:pt x="147" y="586"/>
                  </a:cubicBezTo>
                  <a:cubicBezTo>
                    <a:pt x="103" y="513"/>
                    <a:pt x="74" y="425"/>
                    <a:pt x="74" y="352"/>
                  </a:cubicBezTo>
                  <a:cubicBezTo>
                    <a:pt x="74" y="205"/>
                    <a:pt x="118" y="103"/>
                    <a:pt x="103" y="103"/>
                  </a:cubicBezTo>
                  <a:cubicBezTo>
                    <a:pt x="74" y="103"/>
                    <a:pt x="45" y="191"/>
                    <a:pt x="1" y="352"/>
                  </a:cubicBezTo>
                  <a:cubicBezTo>
                    <a:pt x="1" y="425"/>
                    <a:pt x="1" y="557"/>
                    <a:pt x="74" y="645"/>
                  </a:cubicBezTo>
                  <a:cubicBezTo>
                    <a:pt x="118" y="688"/>
                    <a:pt x="162" y="732"/>
                    <a:pt x="221" y="762"/>
                  </a:cubicBezTo>
                  <a:cubicBezTo>
                    <a:pt x="239" y="765"/>
                    <a:pt x="259" y="767"/>
                    <a:pt x="280" y="767"/>
                  </a:cubicBezTo>
                  <a:cubicBezTo>
                    <a:pt x="341" y="767"/>
                    <a:pt x="407" y="751"/>
                    <a:pt x="440" y="718"/>
                  </a:cubicBezTo>
                  <a:cubicBezTo>
                    <a:pt x="557" y="645"/>
                    <a:pt x="616" y="513"/>
                    <a:pt x="630" y="410"/>
                  </a:cubicBezTo>
                  <a:cubicBezTo>
                    <a:pt x="645" y="293"/>
                    <a:pt x="645" y="191"/>
                    <a:pt x="587" y="118"/>
                  </a:cubicBezTo>
                  <a:cubicBezTo>
                    <a:pt x="557" y="44"/>
                    <a:pt x="484" y="0"/>
                    <a:pt x="4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9"/>
            <p:cNvSpPr/>
            <p:nvPr/>
          </p:nvSpPr>
          <p:spPr>
            <a:xfrm flipH="1">
              <a:off x="7318755" y="1292002"/>
              <a:ext cx="273269" cy="430637"/>
            </a:xfrm>
            <a:custGeom>
              <a:avLst/>
              <a:gdLst/>
              <a:ahLst/>
              <a:cxnLst/>
              <a:rect l="l" t="t" r="r" b="b"/>
              <a:pathLst>
                <a:path w="3763" h="5930" extrusionOk="0">
                  <a:moveTo>
                    <a:pt x="659" y="0"/>
                  </a:moveTo>
                  <a:cubicBezTo>
                    <a:pt x="542" y="15"/>
                    <a:pt x="1" y="2123"/>
                    <a:pt x="557" y="2752"/>
                  </a:cubicBezTo>
                  <a:cubicBezTo>
                    <a:pt x="1157" y="3440"/>
                    <a:pt x="3763" y="5929"/>
                    <a:pt x="3763" y="5929"/>
                  </a:cubicBezTo>
                  <a:lnTo>
                    <a:pt x="659"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9"/>
            <p:cNvSpPr/>
            <p:nvPr/>
          </p:nvSpPr>
          <p:spPr>
            <a:xfrm flipH="1">
              <a:off x="7547289" y="1976585"/>
              <a:ext cx="191426" cy="398756"/>
            </a:xfrm>
            <a:custGeom>
              <a:avLst/>
              <a:gdLst/>
              <a:ahLst/>
              <a:cxnLst/>
              <a:rect l="l" t="t" r="r" b="b"/>
              <a:pathLst>
                <a:path w="2636" h="5491" extrusionOk="0">
                  <a:moveTo>
                    <a:pt x="2635" y="1"/>
                  </a:moveTo>
                  <a:cubicBezTo>
                    <a:pt x="2606" y="1"/>
                    <a:pt x="2562" y="74"/>
                    <a:pt x="2489" y="133"/>
                  </a:cubicBezTo>
                  <a:cubicBezTo>
                    <a:pt x="2372" y="250"/>
                    <a:pt x="2240" y="440"/>
                    <a:pt x="2094" y="674"/>
                  </a:cubicBezTo>
                  <a:cubicBezTo>
                    <a:pt x="1786" y="1157"/>
                    <a:pt x="1406" y="1816"/>
                    <a:pt x="1040" y="2577"/>
                  </a:cubicBezTo>
                  <a:cubicBezTo>
                    <a:pt x="674" y="3353"/>
                    <a:pt x="396" y="4085"/>
                    <a:pt x="235" y="4612"/>
                  </a:cubicBezTo>
                  <a:cubicBezTo>
                    <a:pt x="147" y="4891"/>
                    <a:pt x="88" y="5110"/>
                    <a:pt x="44" y="5256"/>
                  </a:cubicBezTo>
                  <a:cubicBezTo>
                    <a:pt x="15" y="5403"/>
                    <a:pt x="0" y="5491"/>
                    <a:pt x="0" y="5491"/>
                  </a:cubicBezTo>
                  <a:cubicBezTo>
                    <a:pt x="15" y="5491"/>
                    <a:pt x="30" y="5418"/>
                    <a:pt x="88" y="5271"/>
                  </a:cubicBezTo>
                  <a:cubicBezTo>
                    <a:pt x="147" y="5125"/>
                    <a:pt x="220" y="4905"/>
                    <a:pt x="308" y="4642"/>
                  </a:cubicBezTo>
                  <a:cubicBezTo>
                    <a:pt x="483" y="4129"/>
                    <a:pt x="762" y="3427"/>
                    <a:pt x="1128" y="2651"/>
                  </a:cubicBezTo>
                  <a:cubicBezTo>
                    <a:pt x="1479" y="1889"/>
                    <a:pt x="1859" y="1231"/>
                    <a:pt x="2152" y="748"/>
                  </a:cubicBezTo>
                  <a:cubicBezTo>
                    <a:pt x="2299" y="528"/>
                    <a:pt x="2416" y="323"/>
                    <a:pt x="2504" y="206"/>
                  </a:cubicBezTo>
                  <a:cubicBezTo>
                    <a:pt x="2591" y="74"/>
                    <a:pt x="2635" y="1"/>
                    <a:pt x="263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9"/>
            <p:cNvSpPr/>
            <p:nvPr/>
          </p:nvSpPr>
          <p:spPr>
            <a:xfrm flipH="1">
              <a:off x="7230522" y="2207805"/>
              <a:ext cx="321126" cy="245746"/>
            </a:xfrm>
            <a:custGeom>
              <a:avLst/>
              <a:gdLst/>
              <a:ahLst/>
              <a:cxnLst/>
              <a:rect l="l" t="t" r="r" b="b"/>
              <a:pathLst>
                <a:path w="4422" h="3384" extrusionOk="0">
                  <a:moveTo>
                    <a:pt x="3225" y="1"/>
                  </a:moveTo>
                  <a:cubicBezTo>
                    <a:pt x="2820" y="1"/>
                    <a:pt x="1348" y="389"/>
                    <a:pt x="1348" y="389"/>
                  </a:cubicBezTo>
                  <a:cubicBezTo>
                    <a:pt x="1348" y="389"/>
                    <a:pt x="1" y="2892"/>
                    <a:pt x="528" y="3097"/>
                  </a:cubicBezTo>
                  <a:cubicBezTo>
                    <a:pt x="528" y="3097"/>
                    <a:pt x="2100" y="3383"/>
                    <a:pt x="2663" y="3383"/>
                  </a:cubicBezTo>
                  <a:cubicBezTo>
                    <a:pt x="2749" y="3383"/>
                    <a:pt x="2812" y="3376"/>
                    <a:pt x="2841" y="3361"/>
                  </a:cubicBezTo>
                  <a:cubicBezTo>
                    <a:pt x="3075" y="3258"/>
                    <a:pt x="2197" y="2805"/>
                    <a:pt x="2197" y="2804"/>
                  </a:cubicBezTo>
                  <a:lnTo>
                    <a:pt x="2197" y="2804"/>
                  </a:lnTo>
                  <a:cubicBezTo>
                    <a:pt x="2197" y="2805"/>
                    <a:pt x="2893" y="3076"/>
                    <a:pt x="3226" y="3076"/>
                  </a:cubicBezTo>
                  <a:cubicBezTo>
                    <a:pt x="3279" y="3076"/>
                    <a:pt x="3323" y="3069"/>
                    <a:pt x="3353" y="3053"/>
                  </a:cubicBezTo>
                  <a:cubicBezTo>
                    <a:pt x="3573" y="2966"/>
                    <a:pt x="2358" y="2204"/>
                    <a:pt x="2358" y="2204"/>
                  </a:cubicBezTo>
                  <a:lnTo>
                    <a:pt x="2358" y="2204"/>
                  </a:lnTo>
                  <a:cubicBezTo>
                    <a:pt x="2358" y="2204"/>
                    <a:pt x="3219" y="2680"/>
                    <a:pt x="3593" y="2680"/>
                  </a:cubicBezTo>
                  <a:cubicBezTo>
                    <a:pt x="3668" y="2680"/>
                    <a:pt x="3724" y="2661"/>
                    <a:pt x="3749" y="2614"/>
                  </a:cubicBezTo>
                  <a:cubicBezTo>
                    <a:pt x="3895" y="2336"/>
                    <a:pt x="2578" y="1516"/>
                    <a:pt x="2577" y="1516"/>
                  </a:cubicBezTo>
                  <a:lnTo>
                    <a:pt x="2577" y="1516"/>
                  </a:lnTo>
                  <a:cubicBezTo>
                    <a:pt x="2578" y="1516"/>
                    <a:pt x="3625" y="2051"/>
                    <a:pt x="4049" y="2051"/>
                  </a:cubicBezTo>
                  <a:cubicBezTo>
                    <a:pt x="4121" y="2051"/>
                    <a:pt x="4175" y="2035"/>
                    <a:pt x="4202" y="1999"/>
                  </a:cubicBezTo>
                  <a:cubicBezTo>
                    <a:pt x="4422" y="1721"/>
                    <a:pt x="2519" y="755"/>
                    <a:pt x="2519" y="755"/>
                  </a:cubicBezTo>
                  <a:cubicBezTo>
                    <a:pt x="3148" y="623"/>
                    <a:pt x="3426" y="140"/>
                    <a:pt x="3324" y="23"/>
                  </a:cubicBezTo>
                  <a:cubicBezTo>
                    <a:pt x="3314" y="8"/>
                    <a:pt x="3279" y="1"/>
                    <a:pt x="3225"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9"/>
            <p:cNvSpPr/>
            <p:nvPr/>
          </p:nvSpPr>
          <p:spPr>
            <a:xfrm flipH="1">
              <a:off x="7428189" y="1383430"/>
              <a:ext cx="835711" cy="1055750"/>
            </a:xfrm>
            <a:custGeom>
              <a:avLst/>
              <a:gdLst/>
              <a:ahLst/>
              <a:cxnLst/>
              <a:rect l="l" t="t" r="r" b="b"/>
              <a:pathLst>
                <a:path w="11508" h="14538" extrusionOk="0">
                  <a:moveTo>
                    <a:pt x="7101" y="0"/>
                  </a:moveTo>
                  <a:cubicBezTo>
                    <a:pt x="7101" y="0"/>
                    <a:pt x="4758" y="2079"/>
                    <a:pt x="2372" y="6193"/>
                  </a:cubicBezTo>
                  <a:cubicBezTo>
                    <a:pt x="0" y="10292"/>
                    <a:pt x="4041" y="12034"/>
                    <a:pt x="5124" y="12444"/>
                  </a:cubicBezTo>
                  <a:cubicBezTo>
                    <a:pt x="6208" y="12883"/>
                    <a:pt x="10541" y="14537"/>
                    <a:pt x="10541" y="14537"/>
                  </a:cubicBezTo>
                  <a:lnTo>
                    <a:pt x="11507" y="11404"/>
                  </a:lnTo>
                  <a:cubicBezTo>
                    <a:pt x="11507" y="11404"/>
                    <a:pt x="8872" y="10379"/>
                    <a:pt x="6164" y="8886"/>
                  </a:cubicBezTo>
                  <a:cubicBezTo>
                    <a:pt x="4934" y="8184"/>
                    <a:pt x="9282" y="3177"/>
                    <a:pt x="9282" y="3177"/>
                  </a:cubicBezTo>
                  <a:lnTo>
                    <a:pt x="71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9"/>
            <p:cNvSpPr/>
            <p:nvPr/>
          </p:nvSpPr>
          <p:spPr>
            <a:xfrm flipH="1">
              <a:off x="7598341" y="1408701"/>
              <a:ext cx="186125" cy="320254"/>
            </a:xfrm>
            <a:custGeom>
              <a:avLst/>
              <a:gdLst/>
              <a:ahLst/>
              <a:cxnLst/>
              <a:rect l="l" t="t" r="r" b="b"/>
              <a:pathLst>
                <a:path w="2563" h="4410" extrusionOk="0">
                  <a:moveTo>
                    <a:pt x="793" y="1"/>
                  </a:moveTo>
                  <a:cubicBezTo>
                    <a:pt x="542" y="1"/>
                    <a:pt x="348" y="42"/>
                    <a:pt x="220" y="106"/>
                  </a:cubicBezTo>
                  <a:cubicBezTo>
                    <a:pt x="147" y="150"/>
                    <a:pt x="89" y="179"/>
                    <a:pt x="59" y="208"/>
                  </a:cubicBezTo>
                  <a:cubicBezTo>
                    <a:pt x="15" y="223"/>
                    <a:pt x="1" y="238"/>
                    <a:pt x="1" y="238"/>
                  </a:cubicBezTo>
                  <a:cubicBezTo>
                    <a:pt x="3" y="240"/>
                    <a:pt x="6" y="240"/>
                    <a:pt x="10" y="240"/>
                  </a:cubicBezTo>
                  <a:cubicBezTo>
                    <a:pt x="36" y="240"/>
                    <a:pt x="108" y="201"/>
                    <a:pt x="235" y="150"/>
                  </a:cubicBezTo>
                  <a:cubicBezTo>
                    <a:pt x="346" y="106"/>
                    <a:pt x="507" y="61"/>
                    <a:pt x="699" y="61"/>
                  </a:cubicBezTo>
                  <a:cubicBezTo>
                    <a:pt x="761" y="61"/>
                    <a:pt x="826" y="66"/>
                    <a:pt x="894" y="77"/>
                  </a:cubicBezTo>
                  <a:cubicBezTo>
                    <a:pt x="1187" y="106"/>
                    <a:pt x="1523" y="223"/>
                    <a:pt x="1787" y="472"/>
                  </a:cubicBezTo>
                  <a:cubicBezTo>
                    <a:pt x="2065" y="721"/>
                    <a:pt x="2270" y="1101"/>
                    <a:pt x="2358" y="1526"/>
                  </a:cubicBezTo>
                  <a:cubicBezTo>
                    <a:pt x="2446" y="1950"/>
                    <a:pt x="2416" y="2360"/>
                    <a:pt x="2299" y="2726"/>
                  </a:cubicBezTo>
                  <a:cubicBezTo>
                    <a:pt x="2197" y="3092"/>
                    <a:pt x="2050" y="3385"/>
                    <a:pt x="1904" y="3649"/>
                  </a:cubicBezTo>
                  <a:cubicBezTo>
                    <a:pt x="1596" y="4146"/>
                    <a:pt x="1348" y="4395"/>
                    <a:pt x="1377" y="4410"/>
                  </a:cubicBezTo>
                  <a:cubicBezTo>
                    <a:pt x="1377" y="4410"/>
                    <a:pt x="1450" y="4366"/>
                    <a:pt x="1553" y="4249"/>
                  </a:cubicBezTo>
                  <a:cubicBezTo>
                    <a:pt x="1655" y="4132"/>
                    <a:pt x="1801" y="3941"/>
                    <a:pt x="1962" y="3693"/>
                  </a:cubicBezTo>
                  <a:cubicBezTo>
                    <a:pt x="2124" y="3458"/>
                    <a:pt x="2285" y="3136"/>
                    <a:pt x="2402" y="2770"/>
                  </a:cubicBezTo>
                  <a:cubicBezTo>
                    <a:pt x="2519" y="2375"/>
                    <a:pt x="2563" y="1936"/>
                    <a:pt x="2475" y="1497"/>
                  </a:cubicBezTo>
                  <a:cubicBezTo>
                    <a:pt x="2372" y="1057"/>
                    <a:pt x="2182" y="662"/>
                    <a:pt x="1860" y="399"/>
                  </a:cubicBezTo>
                  <a:cubicBezTo>
                    <a:pt x="1553" y="150"/>
                    <a:pt x="1201" y="18"/>
                    <a:pt x="908" y="3"/>
                  </a:cubicBezTo>
                  <a:cubicBezTo>
                    <a:pt x="869" y="2"/>
                    <a:pt x="830" y="1"/>
                    <a:pt x="793"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9"/>
            <p:cNvSpPr/>
            <p:nvPr/>
          </p:nvSpPr>
          <p:spPr>
            <a:xfrm flipH="1">
              <a:off x="7823680" y="2003019"/>
              <a:ext cx="72402" cy="23601"/>
            </a:xfrm>
            <a:custGeom>
              <a:avLst/>
              <a:gdLst/>
              <a:ahLst/>
              <a:cxnLst/>
              <a:rect l="l" t="t" r="r" b="b"/>
              <a:pathLst>
                <a:path w="997" h="325" extrusionOk="0">
                  <a:moveTo>
                    <a:pt x="975" y="0"/>
                  </a:moveTo>
                  <a:cubicBezTo>
                    <a:pt x="906" y="0"/>
                    <a:pt x="700" y="42"/>
                    <a:pt x="484" y="105"/>
                  </a:cubicBezTo>
                  <a:cubicBezTo>
                    <a:pt x="295" y="159"/>
                    <a:pt x="156" y="226"/>
                    <a:pt x="67" y="270"/>
                  </a:cubicBezTo>
                  <a:lnTo>
                    <a:pt x="67" y="270"/>
                  </a:lnTo>
                  <a:cubicBezTo>
                    <a:pt x="54" y="233"/>
                    <a:pt x="40" y="222"/>
                    <a:pt x="15" y="222"/>
                  </a:cubicBezTo>
                  <a:cubicBezTo>
                    <a:pt x="1" y="222"/>
                    <a:pt x="1" y="252"/>
                    <a:pt x="15" y="310"/>
                  </a:cubicBezTo>
                  <a:lnTo>
                    <a:pt x="15" y="325"/>
                  </a:lnTo>
                  <a:lnTo>
                    <a:pt x="59" y="325"/>
                  </a:lnTo>
                  <a:cubicBezTo>
                    <a:pt x="147" y="325"/>
                    <a:pt x="308" y="281"/>
                    <a:pt x="498" y="222"/>
                  </a:cubicBezTo>
                  <a:cubicBezTo>
                    <a:pt x="777" y="135"/>
                    <a:pt x="996" y="18"/>
                    <a:pt x="996" y="3"/>
                  </a:cubicBezTo>
                  <a:cubicBezTo>
                    <a:pt x="992" y="1"/>
                    <a:pt x="985" y="0"/>
                    <a:pt x="97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9"/>
            <p:cNvSpPr/>
            <p:nvPr/>
          </p:nvSpPr>
          <p:spPr>
            <a:xfrm flipH="1">
              <a:off x="7818379" y="2015872"/>
              <a:ext cx="71313" cy="53594"/>
            </a:xfrm>
            <a:custGeom>
              <a:avLst/>
              <a:gdLst/>
              <a:ahLst/>
              <a:cxnLst/>
              <a:rect l="l" t="t" r="r" b="b"/>
              <a:pathLst>
                <a:path w="982" h="738" extrusionOk="0">
                  <a:moveTo>
                    <a:pt x="949" y="1"/>
                  </a:moveTo>
                  <a:cubicBezTo>
                    <a:pt x="917" y="1"/>
                    <a:pt x="706" y="143"/>
                    <a:pt x="469" y="338"/>
                  </a:cubicBezTo>
                  <a:cubicBezTo>
                    <a:pt x="205" y="543"/>
                    <a:pt x="0" y="719"/>
                    <a:pt x="30" y="734"/>
                  </a:cubicBezTo>
                  <a:cubicBezTo>
                    <a:pt x="31" y="736"/>
                    <a:pt x="34" y="737"/>
                    <a:pt x="38" y="737"/>
                  </a:cubicBezTo>
                  <a:cubicBezTo>
                    <a:pt x="82" y="737"/>
                    <a:pt x="285" y="599"/>
                    <a:pt x="513" y="411"/>
                  </a:cubicBezTo>
                  <a:cubicBezTo>
                    <a:pt x="776" y="207"/>
                    <a:pt x="981" y="31"/>
                    <a:pt x="952" y="2"/>
                  </a:cubicBezTo>
                  <a:cubicBezTo>
                    <a:pt x="951" y="1"/>
                    <a:pt x="950" y="1"/>
                    <a:pt x="949"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9"/>
            <p:cNvSpPr/>
            <p:nvPr/>
          </p:nvSpPr>
          <p:spPr>
            <a:xfrm flipH="1">
              <a:off x="7406988" y="2115724"/>
              <a:ext cx="244584" cy="115175"/>
            </a:xfrm>
            <a:custGeom>
              <a:avLst/>
              <a:gdLst/>
              <a:ahLst/>
              <a:cxnLst/>
              <a:rect l="l" t="t" r="r" b="b"/>
              <a:pathLst>
                <a:path w="3368" h="1586" extrusionOk="0">
                  <a:moveTo>
                    <a:pt x="5" y="1"/>
                  </a:moveTo>
                  <a:cubicBezTo>
                    <a:pt x="2" y="1"/>
                    <a:pt x="1" y="1"/>
                    <a:pt x="1" y="3"/>
                  </a:cubicBezTo>
                  <a:cubicBezTo>
                    <a:pt x="1" y="3"/>
                    <a:pt x="191" y="120"/>
                    <a:pt x="484" y="266"/>
                  </a:cubicBezTo>
                  <a:cubicBezTo>
                    <a:pt x="762" y="413"/>
                    <a:pt x="1187" y="603"/>
                    <a:pt x="1655" y="822"/>
                  </a:cubicBezTo>
                  <a:cubicBezTo>
                    <a:pt x="2109" y="1042"/>
                    <a:pt x="2533" y="1247"/>
                    <a:pt x="2841" y="1379"/>
                  </a:cubicBezTo>
                  <a:cubicBezTo>
                    <a:pt x="3122" y="1513"/>
                    <a:pt x="3318" y="1586"/>
                    <a:pt x="3349" y="1586"/>
                  </a:cubicBezTo>
                  <a:cubicBezTo>
                    <a:pt x="3352" y="1586"/>
                    <a:pt x="3353" y="1585"/>
                    <a:pt x="3353" y="1584"/>
                  </a:cubicBezTo>
                  <a:cubicBezTo>
                    <a:pt x="3368" y="1554"/>
                    <a:pt x="3192" y="1467"/>
                    <a:pt x="2870" y="1320"/>
                  </a:cubicBezTo>
                  <a:cubicBezTo>
                    <a:pt x="2577" y="1174"/>
                    <a:pt x="2167" y="969"/>
                    <a:pt x="1699" y="749"/>
                  </a:cubicBezTo>
                  <a:cubicBezTo>
                    <a:pt x="1245" y="530"/>
                    <a:pt x="821" y="339"/>
                    <a:pt x="513" y="208"/>
                  </a:cubicBezTo>
                  <a:cubicBezTo>
                    <a:pt x="231" y="74"/>
                    <a:pt x="36" y="1"/>
                    <a:pt x="5"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9" name="Google Shape;1359;p49"/>
          <p:cNvGrpSpPr/>
          <p:nvPr/>
        </p:nvGrpSpPr>
        <p:grpSpPr>
          <a:xfrm>
            <a:off x="8025925" y="3135382"/>
            <a:ext cx="727535" cy="1710819"/>
            <a:chOff x="8416475" y="3483007"/>
            <a:chExt cx="727535" cy="1710819"/>
          </a:xfrm>
        </p:grpSpPr>
        <p:sp>
          <p:nvSpPr>
            <p:cNvPr id="1360" name="Google Shape;1360;p49"/>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9"/>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9"/>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3" name="Google Shape;1363;p49"/>
          <p:cNvGrpSpPr/>
          <p:nvPr/>
        </p:nvGrpSpPr>
        <p:grpSpPr>
          <a:xfrm>
            <a:off x="4" y="916552"/>
            <a:ext cx="622800" cy="619500"/>
            <a:chOff x="-43146" y="1139477"/>
            <a:chExt cx="622800" cy="619500"/>
          </a:xfrm>
        </p:grpSpPr>
        <p:sp>
          <p:nvSpPr>
            <p:cNvPr id="1364" name="Google Shape;1364;p49"/>
            <p:cNvSpPr/>
            <p:nvPr/>
          </p:nvSpPr>
          <p:spPr>
            <a:xfrm rot="2517580">
              <a:off x="36280" y="1241357"/>
              <a:ext cx="463949" cy="415739"/>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9"/>
            <p:cNvSpPr/>
            <p:nvPr/>
          </p:nvSpPr>
          <p:spPr>
            <a:xfrm rot="1928195">
              <a:off x="205388" y="1337374"/>
              <a:ext cx="166963" cy="223526"/>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74532-6AC0-AAF4-3F08-82AC1AD421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D0872F8-072D-880F-E64D-8A84EB4C2261}"/>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2158471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E473D8-16A4-0578-4574-7465E995A81C}"/>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999135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274FE-4546-EF45-E52F-648C9DF30F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EC9FA2C-7403-803F-4A28-1CBA029949EC}"/>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908215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C469A-C3AB-6F25-A52A-593C74DDFF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65D37EC-EC4F-23AA-5933-3759EF9003D3}"/>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560994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39">
          <a:extLst>
            <a:ext uri="{FF2B5EF4-FFF2-40B4-BE49-F238E27FC236}">
              <a16:creationId xmlns:a16="http://schemas.microsoft.com/office/drawing/2014/main" id="{5106A434-53AC-F3B7-F12D-25B4F7CAD80E}"/>
            </a:ext>
          </a:extLst>
        </p:cNvPr>
        <p:cNvGrpSpPr/>
        <p:nvPr/>
      </p:nvGrpSpPr>
      <p:grpSpPr>
        <a:xfrm>
          <a:off x="0" y="0"/>
          <a:ext cx="0" cy="0"/>
          <a:chOff x="0" y="0"/>
          <a:chExt cx="0" cy="0"/>
        </a:xfrm>
      </p:grpSpPr>
      <p:sp>
        <p:nvSpPr>
          <p:cNvPr id="1240" name="Google Shape;1240;p47">
            <a:extLst>
              <a:ext uri="{FF2B5EF4-FFF2-40B4-BE49-F238E27FC236}">
                <a16:creationId xmlns:a16="http://schemas.microsoft.com/office/drawing/2014/main" id="{0DB5F14E-E570-0EBE-C6F2-AD5FC6841613}"/>
              </a:ext>
            </a:extLst>
          </p:cNvPr>
          <p:cNvSpPr txBox="1">
            <a:spLocks noGrp="1"/>
          </p:cNvSpPr>
          <p:nvPr>
            <p:ph type="title"/>
          </p:nvPr>
        </p:nvSpPr>
        <p:spPr>
          <a:xfrm>
            <a:off x="1393906" y="2261875"/>
            <a:ext cx="6367800" cy="1995300"/>
          </a:xfrm>
          <a:prstGeom prst="rect">
            <a:avLst/>
          </a:prstGeom>
        </p:spPr>
        <p:txBody>
          <a:bodyPr spcFirstLastPara="1" wrap="square" lIns="91425" tIns="91425" rIns="91425" bIns="91425" anchor="t" anchorCtr="0">
            <a:noAutofit/>
          </a:bodyPr>
          <a:lstStyle/>
          <a:p>
            <a:pPr lvl="0"/>
            <a:r>
              <a:rPr lang="en-US" dirty="0"/>
              <a:t>Dashboard Design</a:t>
            </a:r>
          </a:p>
        </p:txBody>
      </p:sp>
      <p:grpSp>
        <p:nvGrpSpPr>
          <p:cNvPr id="1241" name="Google Shape;1241;p47">
            <a:extLst>
              <a:ext uri="{FF2B5EF4-FFF2-40B4-BE49-F238E27FC236}">
                <a16:creationId xmlns:a16="http://schemas.microsoft.com/office/drawing/2014/main" id="{6B7B54A0-AFB3-DF7E-8FB9-9CCDFD0E77F5}"/>
              </a:ext>
            </a:extLst>
          </p:cNvPr>
          <p:cNvGrpSpPr/>
          <p:nvPr/>
        </p:nvGrpSpPr>
        <p:grpSpPr>
          <a:xfrm>
            <a:off x="-186412" y="3432682"/>
            <a:ext cx="727535" cy="1710819"/>
            <a:chOff x="-186412" y="3432682"/>
            <a:chExt cx="727535" cy="1710819"/>
          </a:xfrm>
        </p:grpSpPr>
        <p:sp>
          <p:nvSpPr>
            <p:cNvPr id="1242" name="Google Shape;1242;p47">
              <a:extLst>
                <a:ext uri="{FF2B5EF4-FFF2-40B4-BE49-F238E27FC236}">
                  <a16:creationId xmlns:a16="http://schemas.microsoft.com/office/drawing/2014/main" id="{A2D3C89D-0E0F-6207-517D-3C205F1AB271}"/>
                </a:ext>
              </a:extLst>
            </p:cNvPr>
            <p:cNvSpPr/>
            <p:nvPr/>
          </p:nvSpPr>
          <p:spPr>
            <a:xfrm>
              <a:off x="-24523" y="4794787"/>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7">
              <a:extLst>
                <a:ext uri="{FF2B5EF4-FFF2-40B4-BE49-F238E27FC236}">
                  <a16:creationId xmlns:a16="http://schemas.microsoft.com/office/drawing/2014/main" id="{53CB6D2F-C4CD-1F7A-1F0C-FCAFC73C115C}"/>
                </a:ext>
              </a:extLst>
            </p:cNvPr>
            <p:cNvSpPr/>
            <p:nvPr/>
          </p:nvSpPr>
          <p:spPr>
            <a:xfrm>
              <a:off x="-186412" y="3432682"/>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7">
              <a:extLst>
                <a:ext uri="{FF2B5EF4-FFF2-40B4-BE49-F238E27FC236}">
                  <a16:creationId xmlns:a16="http://schemas.microsoft.com/office/drawing/2014/main" id="{9BEE49D4-2FAF-943C-0ACF-FDB80074837C}"/>
                </a:ext>
              </a:extLst>
            </p:cNvPr>
            <p:cNvSpPr/>
            <p:nvPr/>
          </p:nvSpPr>
          <p:spPr>
            <a:xfrm>
              <a:off x="-24523" y="4794787"/>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5" name="Google Shape;1245;p47">
            <a:extLst>
              <a:ext uri="{FF2B5EF4-FFF2-40B4-BE49-F238E27FC236}">
                <a16:creationId xmlns:a16="http://schemas.microsoft.com/office/drawing/2014/main" id="{5EDBC545-050D-5FF8-98BD-6DC0C78A3B6C}"/>
              </a:ext>
            </a:extLst>
          </p:cNvPr>
          <p:cNvGrpSpPr/>
          <p:nvPr/>
        </p:nvGrpSpPr>
        <p:grpSpPr>
          <a:xfrm>
            <a:off x="311967" y="3329599"/>
            <a:ext cx="1044556" cy="1849595"/>
            <a:chOff x="311967" y="3329599"/>
            <a:chExt cx="1044556" cy="1849595"/>
          </a:xfrm>
        </p:grpSpPr>
        <p:sp>
          <p:nvSpPr>
            <p:cNvPr id="1246" name="Google Shape;1246;p47">
              <a:extLst>
                <a:ext uri="{FF2B5EF4-FFF2-40B4-BE49-F238E27FC236}">
                  <a16:creationId xmlns:a16="http://schemas.microsoft.com/office/drawing/2014/main" id="{F8144434-629C-D5F1-B0B3-E362A1A60FD8}"/>
                </a:ext>
              </a:extLst>
            </p:cNvPr>
            <p:cNvSpPr/>
            <p:nvPr/>
          </p:nvSpPr>
          <p:spPr>
            <a:xfrm flipH="1">
              <a:off x="655040" y="40999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7">
              <a:extLst>
                <a:ext uri="{FF2B5EF4-FFF2-40B4-BE49-F238E27FC236}">
                  <a16:creationId xmlns:a16="http://schemas.microsoft.com/office/drawing/2014/main" id="{DC8A5AD4-4D6A-19FA-EEB1-0B178969BA63}"/>
                </a:ext>
              </a:extLst>
            </p:cNvPr>
            <p:cNvSpPr/>
            <p:nvPr/>
          </p:nvSpPr>
          <p:spPr>
            <a:xfrm flipH="1">
              <a:off x="784098" y="41095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7">
              <a:extLst>
                <a:ext uri="{FF2B5EF4-FFF2-40B4-BE49-F238E27FC236}">
                  <a16:creationId xmlns:a16="http://schemas.microsoft.com/office/drawing/2014/main" id="{D9E9C4F0-D49F-6150-CD4C-875AB5061F0E}"/>
                </a:ext>
              </a:extLst>
            </p:cNvPr>
            <p:cNvSpPr/>
            <p:nvPr/>
          </p:nvSpPr>
          <p:spPr>
            <a:xfrm flipH="1">
              <a:off x="384746" y="40999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7">
              <a:extLst>
                <a:ext uri="{FF2B5EF4-FFF2-40B4-BE49-F238E27FC236}">
                  <a16:creationId xmlns:a16="http://schemas.microsoft.com/office/drawing/2014/main" id="{9601B2DD-C886-F26A-3D50-1F947208F426}"/>
                </a:ext>
              </a:extLst>
            </p:cNvPr>
            <p:cNvSpPr/>
            <p:nvPr/>
          </p:nvSpPr>
          <p:spPr>
            <a:xfrm flipH="1">
              <a:off x="571983" y="45249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7">
              <a:extLst>
                <a:ext uri="{FF2B5EF4-FFF2-40B4-BE49-F238E27FC236}">
                  <a16:creationId xmlns:a16="http://schemas.microsoft.com/office/drawing/2014/main" id="{ADC334C6-8457-F8CE-9584-847FD8C3AB9F}"/>
                </a:ext>
              </a:extLst>
            </p:cNvPr>
            <p:cNvSpPr/>
            <p:nvPr/>
          </p:nvSpPr>
          <p:spPr>
            <a:xfrm flipH="1">
              <a:off x="311967" y="33295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7">
              <a:extLst>
                <a:ext uri="{FF2B5EF4-FFF2-40B4-BE49-F238E27FC236}">
                  <a16:creationId xmlns:a16="http://schemas.microsoft.com/office/drawing/2014/main" id="{5F234290-60E8-B5FA-1229-93C769C27FF9}"/>
                </a:ext>
              </a:extLst>
            </p:cNvPr>
            <p:cNvSpPr/>
            <p:nvPr/>
          </p:nvSpPr>
          <p:spPr>
            <a:xfrm flipH="1">
              <a:off x="324974" y="33298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7">
              <a:extLst>
                <a:ext uri="{FF2B5EF4-FFF2-40B4-BE49-F238E27FC236}">
                  <a16:creationId xmlns:a16="http://schemas.microsoft.com/office/drawing/2014/main" id="{28CB629E-D4CB-2F98-407A-1E234B1D89F7}"/>
                </a:ext>
              </a:extLst>
            </p:cNvPr>
            <p:cNvSpPr/>
            <p:nvPr/>
          </p:nvSpPr>
          <p:spPr>
            <a:xfrm flipH="1">
              <a:off x="584400" y="36141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7">
              <a:extLst>
                <a:ext uri="{FF2B5EF4-FFF2-40B4-BE49-F238E27FC236}">
                  <a16:creationId xmlns:a16="http://schemas.microsoft.com/office/drawing/2014/main" id="{1DF44C0E-C519-CE12-782C-AFA003872F80}"/>
                </a:ext>
              </a:extLst>
            </p:cNvPr>
            <p:cNvSpPr/>
            <p:nvPr/>
          </p:nvSpPr>
          <p:spPr>
            <a:xfrm flipH="1">
              <a:off x="565851" y="35432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7">
              <a:extLst>
                <a:ext uri="{FF2B5EF4-FFF2-40B4-BE49-F238E27FC236}">
                  <a16:creationId xmlns:a16="http://schemas.microsoft.com/office/drawing/2014/main" id="{E471F8D7-1F17-EC4C-2B22-7A3341FA2D84}"/>
                </a:ext>
              </a:extLst>
            </p:cNvPr>
            <p:cNvSpPr/>
            <p:nvPr/>
          </p:nvSpPr>
          <p:spPr>
            <a:xfrm flipH="1">
              <a:off x="592693" y="36077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5" name="Google Shape;1255;p47">
            <a:extLst>
              <a:ext uri="{FF2B5EF4-FFF2-40B4-BE49-F238E27FC236}">
                <a16:creationId xmlns:a16="http://schemas.microsoft.com/office/drawing/2014/main" id="{0664F130-9235-8553-35E0-814DB3652F2F}"/>
              </a:ext>
            </a:extLst>
          </p:cNvPr>
          <p:cNvGrpSpPr/>
          <p:nvPr/>
        </p:nvGrpSpPr>
        <p:grpSpPr>
          <a:xfrm>
            <a:off x="8512438" y="3519557"/>
            <a:ext cx="727535" cy="1710819"/>
            <a:chOff x="-181612" y="3483857"/>
            <a:chExt cx="727535" cy="1710819"/>
          </a:xfrm>
        </p:grpSpPr>
        <p:sp>
          <p:nvSpPr>
            <p:cNvPr id="1256" name="Google Shape;1256;p47">
              <a:extLst>
                <a:ext uri="{FF2B5EF4-FFF2-40B4-BE49-F238E27FC236}">
                  <a16:creationId xmlns:a16="http://schemas.microsoft.com/office/drawing/2014/main" id="{9C48C91D-16E4-D2B8-70F9-3B9B4D480285}"/>
                </a:ext>
              </a:extLst>
            </p:cNvPr>
            <p:cNvSpPr/>
            <p:nvPr/>
          </p:nvSpPr>
          <p:spPr>
            <a:xfrm flipH="1">
              <a:off x="56020" y="484596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7">
              <a:extLst>
                <a:ext uri="{FF2B5EF4-FFF2-40B4-BE49-F238E27FC236}">
                  <a16:creationId xmlns:a16="http://schemas.microsoft.com/office/drawing/2014/main" id="{7A1B4690-A79F-AABC-6A78-11F99ABD3908}"/>
                </a:ext>
              </a:extLst>
            </p:cNvPr>
            <p:cNvSpPr/>
            <p:nvPr/>
          </p:nvSpPr>
          <p:spPr>
            <a:xfrm flipH="1">
              <a:off x="-181612" y="348385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7">
              <a:extLst>
                <a:ext uri="{FF2B5EF4-FFF2-40B4-BE49-F238E27FC236}">
                  <a16:creationId xmlns:a16="http://schemas.microsoft.com/office/drawing/2014/main" id="{E93CABB8-EFF9-2CE9-0146-910799AFE2DF}"/>
                </a:ext>
              </a:extLst>
            </p:cNvPr>
            <p:cNvSpPr/>
            <p:nvPr/>
          </p:nvSpPr>
          <p:spPr>
            <a:xfrm flipH="1">
              <a:off x="162751" y="484596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 name="Google Shape;1259;p47">
            <a:extLst>
              <a:ext uri="{FF2B5EF4-FFF2-40B4-BE49-F238E27FC236}">
                <a16:creationId xmlns:a16="http://schemas.microsoft.com/office/drawing/2014/main" id="{A5A6E331-BF15-60D5-64B1-DF528E600FAF}"/>
              </a:ext>
            </a:extLst>
          </p:cNvPr>
          <p:cNvGrpSpPr/>
          <p:nvPr/>
        </p:nvGrpSpPr>
        <p:grpSpPr>
          <a:xfrm>
            <a:off x="7944975" y="3259525"/>
            <a:ext cx="891794" cy="1989775"/>
            <a:chOff x="7944975" y="3259525"/>
            <a:chExt cx="891794" cy="1989775"/>
          </a:xfrm>
        </p:grpSpPr>
        <p:sp>
          <p:nvSpPr>
            <p:cNvPr id="1260" name="Google Shape;1260;p47">
              <a:extLst>
                <a:ext uri="{FF2B5EF4-FFF2-40B4-BE49-F238E27FC236}">
                  <a16:creationId xmlns:a16="http://schemas.microsoft.com/office/drawing/2014/main" id="{1F8F224C-05BB-08E0-AB2F-47290543ED6F}"/>
                </a:ext>
              </a:extLst>
            </p:cNvPr>
            <p:cNvSpPr/>
            <p:nvPr/>
          </p:nvSpPr>
          <p:spPr>
            <a:xfrm>
              <a:off x="8392382" y="3259525"/>
              <a:ext cx="444386" cy="1190799"/>
            </a:xfrm>
            <a:custGeom>
              <a:avLst/>
              <a:gdLst/>
              <a:ahLst/>
              <a:cxnLst/>
              <a:rect l="l" t="t" r="r" b="b"/>
              <a:pathLst>
                <a:path w="8550" h="22911" extrusionOk="0">
                  <a:moveTo>
                    <a:pt x="2460" y="0"/>
                  </a:moveTo>
                  <a:lnTo>
                    <a:pt x="1" y="22252"/>
                  </a:lnTo>
                  <a:lnTo>
                    <a:pt x="4451" y="22911"/>
                  </a:lnTo>
                  <a:lnTo>
                    <a:pt x="8550" y="234"/>
                  </a:lnTo>
                  <a:lnTo>
                    <a:pt x="246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7">
              <a:extLst>
                <a:ext uri="{FF2B5EF4-FFF2-40B4-BE49-F238E27FC236}">
                  <a16:creationId xmlns:a16="http://schemas.microsoft.com/office/drawing/2014/main" id="{1F77BDFF-7F13-8683-8A12-B8E2C9FFF0B6}"/>
                </a:ext>
              </a:extLst>
            </p:cNvPr>
            <p:cNvSpPr/>
            <p:nvPr/>
          </p:nvSpPr>
          <p:spPr>
            <a:xfrm>
              <a:off x="8371072" y="3259525"/>
              <a:ext cx="418555" cy="1126922"/>
            </a:xfrm>
            <a:custGeom>
              <a:avLst/>
              <a:gdLst/>
              <a:ahLst/>
              <a:cxnLst/>
              <a:rect l="l" t="t" r="r" b="b"/>
              <a:pathLst>
                <a:path w="8053" h="21682" extrusionOk="0">
                  <a:moveTo>
                    <a:pt x="1948" y="0"/>
                  </a:moveTo>
                  <a:lnTo>
                    <a:pt x="1" y="21505"/>
                  </a:lnTo>
                  <a:lnTo>
                    <a:pt x="4202" y="21681"/>
                  </a:lnTo>
                  <a:lnTo>
                    <a:pt x="8052" y="234"/>
                  </a:lnTo>
                  <a:lnTo>
                    <a:pt x="1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7">
              <a:extLst>
                <a:ext uri="{FF2B5EF4-FFF2-40B4-BE49-F238E27FC236}">
                  <a16:creationId xmlns:a16="http://schemas.microsoft.com/office/drawing/2014/main" id="{B5BA802C-2418-6EA7-ADD8-5D25B0C1B7F1}"/>
                </a:ext>
              </a:extLst>
            </p:cNvPr>
            <p:cNvSpPr/>
            <p:nvPr/>
          </p:nvSpPr>
          <p:spPr>
            <a:xfrm>
              <a:off x="7944975" y="4350652"/>
              <a:ext cx="694750" cy="898648"/>
            </a:xfrm>
            <a:custGeom>
              <a:avLst/>
              <a:gdLst/>
              <a:ahLst/>
              <a:cxnLst/>
              <a:rect l="l" t="t" r="r" b="b"/>
              <a:pathLst>
                <a:path w="13367" h="17290" extrusionOk="0">
                  <a:moveTo>
                    <a:pt x="1406" y="1318"/>
                  </a:moveTo>
                  <a:lnTo>
                    <a:pt x="11317" y="1830"/>
                  </a:lnTo>
                  <a:lnTo>
                    <a:pt x="6544" y="5783"/>
                  </a:lnTo>
                  <a:lnTo>
                    <a:pt x="1406" y="1318"/>
                  </a:lnTo>
                  <a:close/>
                  <a:moveTo>
                    <a:pt x="11946" y="1889"/>
                  </a:moveTo>
                  <a:lnTo>
                    <a:pt x="11595" y="10145"/>
                  </a:lnTo>
                  <a:lnTo>
                    <a:pt x="6852" y="6046"/>
                  </a:lnTo>
                  <a:lnTo>
                    <a:pt x="11946" y="1889"/>
                  </a:lnTo>
                  <a:close/>
                  <a:moveTo>
                    <a:pt x="1055" y="1610"/>
                  </a:moveTo>
                  <a:lnTo>
                    <a:pt x="6164" y="6090"/>
                  </a:lnTo>
                  <a:lnTo>
                    <a:pt x="1040" y="10321"/>
                  </a:lnTo>
                  <a:lnTo>
                    <a:pt x="1040" y="10321"/>
                  </a:lnTo>
                  <a:lnTo>
                    <a:pt x="1055" y="1610"/>
                  </a:lnTo>
                  <a:close/>
                  <a:moveTo>
                    <a:pt x="0" y="0"/>
                  </a:moveTo>
                  <a:lnTo>
                    <a:pt x="249" y="1259"/>
                  </a:lnTo>
                  <a:lnTo>
                    <a:pt x="410" y="1259"/>
                  </a:lnTo>
                  <a:lnTo>
                    <a:pt x="557" y="16821"/>
                  </a:lnTo>
                  <a:lnTo>
                    <a:pt x="1011" y="16806"/>
                  </a:lnTo>
                  <a:lnTo>
                    <a:pt x="1040" y="10804"/>
                  </a:lnTo>
                  <a:lnTo>
                    <a:pt x="6486" y="6368"/>
                  </a:lnTo>
                  <a:lnTo>
                    <a:pt x="11580" y="10833"/>
                  </a:lnTo>
                  <a:lnTo>
                    <a:pt x="11302" y="17289"/>
                  </a:lnTo>
                  <a:lnTo>
                    <a:pt x="11756" y="17289"/>
                  </a:lnTo>
                  <a:lnTo>
                    <a:pt x="12576" y="1918"/>
                  </a:lnTo>
                  <a:lnTo>
                    <a:pt x="13059" y="1933"/>
                  </a:lnTo>
                  <a:lnTo>
                    <a:pt x="13366" y="586"/>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594;p34">
            <a:extLst>
              <a:ext uri="{FF2B5EF4-FFF2-40B4-BE49-F238E27FC236}">
                <a16:creationId xmlns:a16="http://schemas.microsoft.com/office/drawing/2014/main" id="{5CD05CC2-0858-9744-CA8F-7FA2BB9A5190}"/>
              </a:ext>
            </a:extLst>
          </p:cNvPr>
          <p:cNvSpPr txBox="1">
            <a:spLocks/>
          </p:cNvSpPr>
          <p:nvPr/>
        </p:nvSpPr>
        <p:spPr>
          <a:xfrm>
            <a:off x="3538653" y="1307717"/>
            <a:ext cx="1918010" cy="86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chemeClr val="dk1"/>
              </a:buClr>
              <a:buSzPts val="4800"/>
              <a:buFont typeface="Archivo Black"/>
              <a:buNone/>
              <a:defRPr sz="7200" b="0" i="0" u="none" strike="noStrike" cap="none">
                <a:solidFill>
                  <a:schemeClr val="dk1"/>
                </a:solidFill>
                <a:latin typeface="Archivo Black"/>
                <a:ea typeface="Archivo Black"/>
                <a:cs typeface="Archivo Black"/>
                <a:sym typeface="Archivo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r>
              <a:rPr lang="en" sz="4800" dirty="0">
                <a:solidFill>
                  <a:schemeClr val="lt2"/>
                </a:solidFill>
              </a:rPr>
              <a:t>04</a:t>
            </a:r>
            <a:endParaRPr lang="en" sz="4100" dirty="0">
              <a:solidFill>
                <a:schemeClr val="lt2"/>
              </a:solidFill>
            </a:endParaRPr>
          </a:p>
        </p:txBody>
      </p:sp>
    </p:spTree>
    <p:extLst>
      <p:ext uri="{BB962C8B-B14F-4D97-AF65-F5344CB8AC3E}">
        <p14:creationId xmlns:p14="http://schemas.microsoft.com/office/powerpoint/2010/main" val="2945873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69"/>
        <p:cNvGrpSpPr/>
        <p:nvPr/>
      </p:nvGrpSpPr>
      <p:grpSpPr>
        <a:xfrm>
          <a:off x="0" y="0"/>
          <a:ext cx="0" cy="0"/>
          <a:chOff x="0" y="0"/>
          <a:chExt cx="0" cy="0"/>
        </a:xfrm>
      </p:grpSpPr>
      <p:sp>
        <p:nvSpPr>
          <p:cNvPr id="1370" name="Google Shape;1370;p50"/>
          <p:cNvSpPr txBox="1">
            <a:spLocks noGrp="1"/>
          </p:cNvSpPr>
          <p:nvPr>
            <p:ph type="title"/>
          </p:nvPr>
        </p:nvSpPr>
        <p:spPr>
          <a:xfrm>
            <a:off x="1279188" y="683200"/>
            <a:ext cx="6585600" cy="1289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316,330</a:t>
            </a:r>
            <a:endParaRPr dirty="0"/>
          </a:p>
        </p:txBody>
      </p:sp>
      <p:sp>
        <p:nvSpPr>
          <p:cNvPr id="1371" name="Google Shape;1371;p50"/>
          <p:cNvSpPr txBox="1">
            <a:spLocks noGrp="1"/>
          </p:cNvSpPr>
          <p:nvPr>
            <p:ph type="body" idx="1"/>
          </p:nvPr>
        </p:nvSpPr>
        <p:spPr>
          <a:xfrm>
            <a:off x="1380438" y="1901375"/>
            <a:ext cx="6383100" cy="4506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dirty="0"/>
              <a:t>Total pharmaceutical sales data rows in the Egypt IQVIA dataset powering the enterprise dashboard</a:t>
            </a:r>
            <a:endParaRPr dirty="0"/>
          </a:p>
        </p:txBody>
      </p:sp>
      <p:sp>
        <p:nvSpPr>
          <p:cNvPr id="1372" name="Google Shape;1372;p50"/>
          <p:cNvSpPr/>
          <p:nvPr/>
        </p:nvSpPr>
        <p:spPr>
          <a:xfrm>
            <a:off x="5397049" y="5240237"/>
            <a:ext cx="361988" cy="3200"/>
          </a:xfrm>
          <a:custGeom>
            <a:avLst/>
            <a:gdLst/>
            <a:ahLst/>
            <a:cxnLst/>
            <a:rect l="l" t="t" r="r" b="b"/>
            <a:pathLst>
              <a:path w="4978" h="44" extrusionOk="0">
                <a:moveTo>
                  <a:pt x="2489" y="0"/>
                </a:moveTo>
                <a:cubicBezTo>
                  <a:pt x="1113" y="0"/>
                  <a:pt x="0" y="0"/>
                  <a:pt x="0" y="29"/>
                </a:cubicBezTo>
                <a:cubicBezTo>
                  <a:pt x="0" y="44"/>
                  <a:pt x="1113" y="44"/>
                  <a:pt x="2489" y="44"/>
                </a:cubicBezTo>
                <a:cubicBezTo>
                  <a:pt x="3865" y="44"/>
                  <a:pt x="4978" y="44"/>
                  <a:pt x="4978" y="29"/>
                </a:cubicBezTo>
                <a:cubicBezTo>
                  <a:pt x="4978" y="0"/>
                  <a:pt x="3865"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50"/>
          <p:cNvSpPr/>
          <p:nvPr/>
        </p:nvSpPr>
        <p:spPr>
          <a:xfrm>
            <a:off x="5435372" y="5211077"/>
            <a:ext cx="30905" cy="12726"/>
          </a:xfrm>
          <a:custGeom>
            <a:avLst/>
            <a:gdLst/>
            <a:ahLst/>
            <a:cxnLst/>
            <a:rect l="l" t="t" r="r" b="b"/>
            <a:pathLst>
              <a:path w="425" h="175" extrusionOk="0">
                <a:moveTo>
                  <a:pt x="18" y="0"/>
                </a:moveTo>
                <a:cubicBezTo>
                  <a:pt x="7" y="0"/>
                  <a:pt x="0" y="2"/>
                  <a:pt x="0" y="6"/>
                </a:cubicBezTo>
                <a:cubicBezTo>
                  <a:pt x="0" y="20"/>
                  <a:pt x="88" y="50"/>
                  <a:pt x="205" y="94"/>
                </a:cubicBezTo>
                <a:cubicBezTo>
                  <a:pt x="312" y="129"/>
                  <a:pt x="390" y="175"/>
                  <a:pt x="416" y="175"/>
                </a:cubicBezTo>
                <a:cubicBezTo>
                  <a:pt x="422" y="175"/>
                  <a:pt x="425" y="172"/>
                  <a:pt x="425" y="167"/>
                </a:cubicBezTo>
                <a:cubicBezTo>
                  <a:pt x="425" y="152"/>
                  <a:pt x="337" y="94"/>
                  <a:pt x="220" y="64"/>
                </a:cubicBezTo>
                <a:cubicBezTo>
                  <a:pt x="141" y="20"/>
                  <a:pt x="55" y="0"/>
                  <a:pt x="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0"/>
          <p:cNvSpPr/>
          <p:nvPr/>
        </p:nvSpPr>
        <p:spPr>
          <a:xfrm>
            <a:off x="5425773" y="5219876"/>
            <a:ext cx="25597" cy="23560"/>
          </a:xfrm>
          <a:custGeom>
            <a:avLst/>
            <a:gdLst/>
            <a:ahLst/>
            <a:cxnLst/>
            <a:rect l="l" t="t" r="r" b="b"/>
            <a:pathLst>
              <a:path w="352" h="324" extrusionOk="0">
                <a:moveTo>
                  <a:pt x="38" y="0"/>
                </a:moveTo>
                <a:cubicBezTo>
                  <a:pt x="15" y="0"/>
                  <a:pt x="0" y="7"/>
                  <a:pt x="0" y="17"/>
                </a:cubicBezTo>
                <a:cubicBezTo>
                  <a:pt x="0" y="17"/>
                  <a:pt x="132" y="31"/>
                  <a:pt x="220" y="119"/>
                </a:cubicBezTo>
                <a:cubicBezTo>
                  <a:pt x="337" y="207"/>
                  <a:pt x="337" y="324"/>
                  <a:pt x="352" y="324"/>
                </a:cubicBezTo>
                <a:cubicBezTo>
                  <a:pt x="352" y="324"/>
                  <a:pt x="352" y="192"/>
                  <a:pt x="235" y="104"/>
                </a:cubicBezTo>
                <a:cubicBezTo>
                  <a:pt x="166" y="26"/>
                  <a:pt x="85" y="0"/>
                  <a:pt x="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50"/>
          <p:cNvSpPr/>
          <p:nvPr/>
        </p:nvSpPr>
        <p:spPr>
          <a:xfrm>
            <a:off x="5545033" y="5226348"/>
            <a:ext cx="71336" cy="2182"/>
          </a:xfrm>
          <a:custGeom>
            <a:avLst/>
            <a:gdLst/>
            <a:ahLst/>
            <a:cxnLst/>
            <a:rect l="l" t="t" r="r" b="b"/>
            <a:pathLst>
              <a:path w="981" h="30" extrusionOk="0">
                <a:moveTo>
                  <a:pt x="483" y="1"/>
                </a:moveTo>
                <a:cubicBezTo>
                  <a:pt x="220" y="1"/>
                  <a:pt x="0" y="1"/>
                  <a:pt x="0" y="15"/>
                </a:cubicBezTo>
                <a:cubicBezTo>
                  <a:pt x="0" y="30"/>
                  <a:pt x="220" y="30"/>
                  <a:pt x="483" y="30"/>
                </a:cubicBezTo>
                <a:cubicBezTo>
                  <a:pt x="761" y="30"/>
                  <a:pt x="981" y="30"/>
                  <a:pt x="981" y="15"/>
                </a:cubicBezTo>
                <a:cubicBezTo>
                  <a:pt x="981" y="15"/>
                  <a:pt x="761" y="1"/>
                  <a:pt x="4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50"/>
          <p:cNvSpPr/>
          <p:nvPr/>
        </p:nvSpPr>
        <p:spPr>
          <a:xfrm>
            <a:off x="5584375" y="5240237"/>
            <a:ext cx="362060" cy="3200"/>
          </a:xfrm>
          <a:custGeom>
            <a:avLst/>
            <a:gdLst/>
            <a:ahLst/>
            <a:cxnLst/>
            <a:rect l="l" t="t" r="r" b="b"/>
            <a:pathLst>
              <a:path w="4979" h="44" extrusionOk="0">
                <a:moveTo>
                  <a:pt x="2489" y="0"/>
                </a:moveTo>
                <a:cubicBezTo>
                  <a:pt x="1113" y="0"/>
                  <a:pt x="1" y="0"/>
                  <a:pt x="1" y="29"/>
                </a:cubicBezTo>
                <a:cubicBezTo>
                  <a:pt x="1" y="44"/>
                  <a:pt x="1099" y="44"/>
                  <a:pt x="2489" y="44"/>
                </a:cubicBezTo>
                <a:cubicBezTo>
                  <a:pt x="3866" y="44"/>
                  <a:pt x="4978" y="44"/>
                  <a:pt x="4978" y="29"/>
                </a:cubicBezTo>
                <a:cubicBezTo>
                  <a:pt x="4978" y="0"/>
                  <a:pt x="3866" y="0"/>
                  <a:pt x="2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0"/>
          <p:cNvSpPr/>
          <p:nvPr/>
        </p:nvSpPr>
        <p:spPr>
          <a:xfrm>
            <a:off x="5731268" y="5226348"/>
            <a:ext cx="71409" cy="2182"/>
          </a:xfrm>
          <a:custGeom>
            <a:avLst/>
            <a:gdLst/>
            <a:ahLst/>
            <a:cxnLst/>
            <a:rect l="l" t="t" r="r" b="b"/>
            <a:pathLst>
              <a:path w="982" h="30" extrusionOk="0">
                <a:moveTo>
                  <a:pt x="484" y="1"/>
                </a:moveTo>
                <a:cubicBezTo>
                  <a:pt x="221" y="1"/>
                  <a:pt x="1" y="1"/>
                  <a:pt x="1" y="15"/>
                </a:cubicBezTo>
                <a:cubicBezTo>
                  <a:pt x="1" y="30"/>
                  <a:pt x="235" y="30"/>
                  <a:pt x="484" y="30"/>
                </a:cubicBezTo>
                <a:cubicBezTo>
                  <a:pt x="762" y="30"/>
                  <a:pt x="982" y="30"/>
                  <a:pt x="982" y="15"/>
                </a:cubicBezTo>
                <a:cubicBezTo>
                  <a:pt x="982" y="15"/>
                  <a:pt x="762" y="1"/>
                  <a:pt x="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8" name="Google Shape;1378;p50"/>
          <p:cNvGrpSpPr/>
          <p:nvPr/>
        </p:nvGrpSpPr>
        <p:grpSpPr>
          <a:xfrm>
            <a:off x="3831576" y="3206276"/>
            <a:ext cx="1490418" cy="1982886"/>
            <a:chOff x="3782089" y="3206276"/>
            <a:chExt cx="1490418" cy="1982886"/>
          </a:xfrm>
        </p:grpSpPr>
        <p:sp>
          <p:nvSpPr>
            <p:cNvPr id="1379" name="Google Shape;1379;p50"/>
            <p:cNvSpPr/>
            <p:nvPr/>
          </p:nvSpPr>
          <p:spPr>
            <a:xfrm>
              <a:off x="3782089" y="4131994"/>
              <a:ext cx="1490418" cy="67118"/>
            </a:xfrm>
            <a:custGeom>
              <a:avLst/>
              <a:gdLst/>
              <a:ahLst/>
              <a:cxnLst/>
              <a:rect l="l" t="t" r="r" b="b"/>
              <a:pathLst>
                <a:path w="20496" h="923" extrusionOk="0">
                  <a:moveTo>
                    <a:pt x="0" y="0"/>
                  </a:moveTo>
                  <a:lnTo>
                    <a:pt x="0" y="923"/>
                  </a:lnTo>
                  <a:lnTo>
                    <a:pt x="20495" y="923"/>
                  </a:lnTo>
                  <a:lnTo>
                    <a:pt x="2049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50"/>
            <p:cNvSpPr/>
            <p:nvPr/>
          </p:nvSpPr>
          <p:spPr>
            <a:xfrm>
              <a:off x="3870443" y="4199041"/>
              <a:ext cx="52211" cy="990121"/>
            </a:xfrm>
            <a:custGeom>
              <a:avLst/>
              <a:gdLst/>
              <a:ahLst/>
              <a:cxnLst/>
              <a:rect l="l" t="t" r="r" b="b"/>
              <a:pathLst>
                <a:path w="718" h="13616" extrusionOk="0">
                  <a:moveTo>
                    <a:pt x="0" y="1"/>
                  </a:moveTo>
                  <a:lnTo>
                    <a:pt x="0" y="13454"/>
                  </a:lnTo>
                  <a:lnTo>
                    <a:pt x="351" y="13615"/>
                  </a:lnTo>
                  <a:lnTo>
                    <a:pt x="7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0"/>
            <p:cNvSpPr/>
            <p:nvPr/>
          </p:nvSpPr>
          <p:spPr>
            <a:xfrm>
              <a:off x="5175617" y="4199041"/>
              <a:ext cx="52211" cy="990121"/>
            </a:xfrm>
            <a:custGeom>
              <a:avLst/>
              <a:gdLst/>
              <a:ahLst/>
              <a:cxnLst/>
              <a:rect l="l" t="t" r="r" b="b"/>
              <a:pathLst>
                <a:path w="718" h="13616" extrusionOk="0">
                  <a:moveTo>
                    <a:pt x="0" y="1"/>
                  </a:moveTo>
                  <a:lnTo>
                    <a:pt x="0" y="13454"/>
                  </a:lnTo>
                  <a:lnTo>
                    <a:pt x="366" y="13615"/>
                  </a:lnTo>
                  <a:lnTo>
                    <a:pt x="7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0"/>
            <p:cNvSpPr/>
            <p:nvPr/>
          </p:nvSpPr>
          <p:spPr>
            <a:xfrm>
              <a:off x="3895968" y="4591871"/>
              <a:ext cx="1279683" cy="39486"/>
            </a:xfrm>
            <a:custGeom>
              <a:avLst/>
              <a:gdLst/>
              <a:ahLst/>
              <a:cxnLst/>
              <a:rect l="l" t="t" r="r" b="b"/>
              <a:pathLst>
                <a:path w="17598" h="543" extrusionOk="0">
                  <a:moveTo>
                    <a:pt x="0" y="1"/>
                  </a:moveTo>
                  <a:lnTo>
                    <a:pt x="0" y="264"/>
                  </a:lnTo>
                  <a:lnTo>
                    <a:pt x="17597" y="542"/>
                  </a:lnTo>
                  <a:lnTo>
                    <a:pt x="175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0"/>
            <p:cNvSpPr/>
            <p:nvPr/>
          </p:nvSpPr>
          <p:spPr>
            <a:xfrm>
              <a:off x="3895968" y="3887148"/>
              <a:ext cx="259529" cy="247021"/>
            </a:xfrm>
            <a:custGeom>
              <a:avLst/>
              <a:gdLst/>
              <a:ahLst/>
              <a:cxnLst/>
              <a:rect l="l" t="t" r="r" b="b"/>
              <a:pathLst>
                <a:path w="3569" h="3397" extrusionOk="0">
                  <a:moveTo>
                    <a:pt x="3058" y="1369"/>
                  </a:moveTo>
                  <a:cubicBezTo>
                    <a:pt x="3208" y="1369"/>
                    <a:pt x="3351" y="1459"/>
                    <a:pt x="3382" y="1728"/>
                  </a:cubicBezTo>
                  <a:cubicBezTo>
                    <a:pt x="3441" y="2196"/>
                    <a:pt x="2723" y="2328"/>
                    <a:pt x="2723" y="2328"/>
                  </a:cubicBezTo>
                  <a:lnTo>
                    <a:pt x="2723" y="1508"/>
                  </a:lnTo>
                  <a:cubicBezTo>
                    <a:pt x="2797" y="1434"/>
                    <a:pt x="2930" y="1369"/>
                    <a:pt x="3058" y="1369"/>
                  </a:cubicBezTo>
                  <a:close/>
                  <a:moveTo>
                    <a:pt x="0" y="0"/>
                  </a:moveTo>
                  <a:lnTo>
                    <a:pt x="162" y="3397"/>
                  </a:lnTo>
                  <a:lnTo>
                    <a:pt x="2738" y="3353"/>
                  </a:lnTo>
                  <a:lnTo>
                    <a:pt x="2723" y="2547"/>
                  </a:lnTo>
                  <a:lnTo>
                    <a:pt x="2723" y="2547"/>
                  </a:lnTo>
                  <a:cubicBezTo>
                    <a:pt x="2723" y="2547"/>
                    <a:pt x="2730" y="2548"/>
                    <a:pt x="2743" y="2548"/>
                  </a:cubicBezTo>
                  <a:cubicBezTo>
                    <a:pt x="2870" y="2548"/>
                    <a:pt x="3569" y="2512"/>
                    <a:pt x="3529" y="1713"/>
                  </a:cubicBezTo>
                  <a:cubicBezTo>
                    <a:pt x="3493" y="1186"/>
                    <a:pt x="3205" y="1081"/>
                    <a:pt x="2980" y="1081"/>
                  </a:cubicBezTo>
                  <a:cubicBezTo>
                    <a:pt x="2831" y="1081"/>
                    <a:pt x="2709" y="1127"/>
                    <a:pt x="2709" y="1127"/>
                  </a:cubicBezTo>
                  <a:lnTo>
                    <a:pt x="270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0"/>
            <p:cNvSpPr/>
            <p:nvPr/>
          </p:nvSpPr>
          <p:spPr>
            <a:xfrm>
              <a:off x="3892768" y="3206276"/>
              <a:ext cx="211899" cy="656784"/>
            </a:xfrm>
            <a:custGeom>
              <a:avLst/>
              <a:gdLst/>
              <a:ahLst/>
              <a:cxnLst/>
              <a:rect l="l" t="t" r="r" b="b"/>
              <a:pathLst>
                <a:path w="2914" h="9032" extrusionOk="0">
                  <a:moveTo>
                    <a:pt x="1346" y="1"/>
                  </a:moveTo>
                  <a:cubicBezTo>
                    <a:pt x="1176" y="1"/>
                    <a:pt x="1084" y="56"/>
                    <a:pt x="1084" y="96"/>
                  </a:cubicBezTo>
                  <a:cubicBezTo>
                    <a:pt x="1084" y="170"/>
                    <a:pt x="1245" y="213"/>
                    <a:pt x="1421" y="360"/>
                  </a:cubicBezTo>
                  <a:cubicBezTo>
                    <a:pt x="1611" y="536"/>
                    <a:pt x="1860" y="828"/>
                    <a:pt x="1831" y="1224"/>
                  </a:cubicBezTo>
                  <a:cubicBezTo>
                    <a:pt x="1816" y="1429"/>
                    <a:pt x="1743" y="1634"/>
                    <a:pt x="1596" y="1795"/>
                  </a:cubicBezTo>
                  <a:cubicBezTo>
                    <a:pt x="1450" y="1970"/>
                    <a:pt x="1201" y="2146"/>
                    <a:pt x="879" y="2366"/>
                  </a:cubicBezTo>
                  <a:cubicBezTo>
                    <a:pt x="733" y="2468"/>
                    <a:pt x="557" y="2614"/>
                    <a:pt x="410" y="2805"/>
                  </a:cubicBezTo>
                  <a:cubicBezTo>
                    <a:pt x="264" y="2995"/>
                    <a:pt x="118" y="3215"/>
                    <a:pt x="59" y="3537"/>
                  </a:cubicBezTo>
                  <a:cubicBezTo>
                    <a:pt x="1" y="3844"/>
                    <a:pt x="74" y="4195"/>
                    <a:pt x="249" y="4444"/>
                  </a:cubicBezTo>
                  <a:cubicBezTo>
                    <a:pt x="410" y="4708"/>
                    <a:pt x="630" y="4883"/>
                    <a:pt x="806" y="5015"/>
                  </a:cubicBezTo>
                  <a:cubicBezTo>
                    <a:pt x="1201" y="5264"/>
                    <a:pt x="1538" y="5454"/>
                    <a:pt x="1743" y="5630"/>
                  </a:cubicBezTo>
                  <a:cubicBezTo>
                    <a:pt x="1860" y="5733"/>
                    <a:pt x="1889" y="5806"/>
                    <a:pt x="1904" y="5879"/>
                  </a:cubicBezTo>
                  <a:cubicBezTo>
                    <a:pt x="1948" y="5952"/>
                    <a:pt x="1933" y="6025"/>
                    <a:pt x="1889" y="6113"/>
                  </a:cubicBezTo>
                  <a:cubicBezTo>
                    <a:pt x="1860" y="6201"/>
                    <a:pt x="1787" y="6318"/>
                    <a:pt x="1684" y="6406"/>
                  </a:cubicBezTo>
                  <a:cubicBezTo>
                    <a:pt x="1596" y="6508"/>
                    <a:pt x="1508" y="6582"/>
                    <a:pt x="1377" y="6684"/>
                  </a:cubicBezTo>
                  <a:cubicBezTo>
                    <a:pt x="1128" y="6860"/>
                    <a:pt x="850" y="7021"/>
                    <a:pt x="630" y="7270"/>
                  </a:cubicBezTo>
                  <a:cubicBezTo>
                    <a:pt x="513" y="7372"/>
                    <a:pt x="410" y="7504"/>
                    <a:pt x="337" y="7636"/>
                  </a:cubicBezTo>
                  <a:cubicBezTo>
                    <a:pt x="249" y="7782"/>
                    <a:pt x="206" y="7943"/>
                    <a:pt x="191" y="8075"/>
                  </a:cubicBezTo>
                  <a:cubicBezTo>
                    <a:pt x="176" y="8338"/>
                    <a:pt x="220" y="8587"/>
                    <a:pt x="337" y="8748"/>
                  </a:cubicBezTo>
                  <a:cubicBezTo>
                    <a:pt x="440" y="8909"/>
                    <a:pt x="586" y="8997"/>
                    <a:pt x="689" y="9026"/>
                  </a:cubicBezTo>
                  <a:cubicBezTo>
                    <a:pt x="714" y="9030"/>
                    <a:pt x="737" y="9032"/>
                    <a:pt x="757" y="9032"/>
                  </a:cubicBezTo>
                  <a:cubicBezTo>
                    <a:pt x="817" y="9032"/>
                    <a:pt x="850" y="9016"/>
                    <a:pt x="850" y="8983"/>
                  </a:cubicBezTo>
                  <a:cubicBezTo>
                    <a:pt x="864" y="8909"/>
                    <a:pt x="718" y="8822"/>
                    <a:pt x="689" y="8602"/>
                  </a:cubicBezTo>
                  <a:cubicBezTo>
                    <a:pt x="659" y="8485"/>
                    <a:pt x="689" y="8338"/>
                    <a:pt x="733" y="8192"/>
                  </a:cubicBezTo>
                  <a:cubicBezTo>
                    <a:pt x="776" y="8119"/>
                    <a:pt x="806" y="8046"/>
                    <a:pt x="864" y="8002"/>
                  </a:cubicBezTo>
                  <a:cubicBezTo>
                    <a:pt x="923" y="7929"/>
                    <a:pt x="996" y="7870"/>
                    <a:pt x="1084" y="7797"/>
                  </a:cubicBezTo>
                  <a:cubicBezTo>
                    <a:pt x="1274" y="7665"/>
                    <a:pt x="1523" y="7533"/>
                    <a:pt x="1816" y="7372"/>
                  </a:cubicBezTo>
                  <a:cubicBezTo>
                    <a:pt x="1962" y="7299"/>
                    <a:pt x="2153" y="7167"/>
                    <a:pt x="2299" y="7050"/>
                  </a:cubicBezTo>
                  <a:cubicBezTo>
                    <a:pt x="2445" y="6918"/>
                    <a:pt x="2606" y="6728"/>
                    <a:pt x="2709" y="6508"/>
                  </a:cubicBezTo>
                  <a:cubicBezTo>
                    <a:pt x="2826" y="6289"/>
                    <a:pt x="2914" y="5981"/>
                    <a:pt x="2841" y="5689"/>
                  </a:cubicBezTo>
                  <a:cubicBezTo>
                    <a:pt x="2826" y="5542"/>
                    <a:pt x="2767" y="5396"/>
                    <a:pt x="2694" y="5264"/>
                  </a:cubicBezTo>
                  <a:cubicBezTo>
                    <a:pt x="2636" y="5191"/>
                    <a:pt x="2606" y="5147"/>
                    <a:pt x="2562" y="5088"/>
                  </a:cubicBezTo>
                  <a:cubicBezTo>
                    <a:pt x="2533" y="5030"/>
                    <a:pt x="2475" y="5001"/>
                    <a:pt x="2445" y="4942"/>
                  </a:cubicBezTo>
                  <a:cubicBezTo>
                    <a:pt x="2079" y="4576"/>
                    <a:pt x="1684" y="4386"/>
                    <a:pt x="1391" y="4195"/>
                  </a:cubicBezTo>
                  <a:cubicBezTo>
                    <a:pt x="1245" y="4093"/>
                    <a:pt x="1142" y="3990"/>
                    <a:pt x="1084" y="3917"/>
                  </a:cubicBezTo>
                  <a:cubicBezTo>
                    <a:pt x="1055" y="3873"/>
                    <a:pt x="1025" y="3844"/>
                    <a:pt x="1025" y="3800"/>
                  </a:cubicBezTo>
                  <a:cubicBezTo>
                    <a:pt x="1011" y="3771"/>
                    <a:pt x="1011" y="3727"/>
                    <a:pt x="1011" y="3698"/>
                  </a:cubicBezTo>
                  <a:cubicBezTo>
                    <a:pt x="1025" y="3595"/>
                    <a:pt x="1084" y="3493"/>
                    <a:pt x="1157" y="3376"/>
                  </a:cubicBezTo>
                  <a:cubicBezTo>
                    <a:pt x="1245" y="3273"/>
                    <a:pt x="1347" y="3185"/>
                    <a:pt x="1465" y="3068"/>
                  </a:cubicBezTo>
                  <a:cubicBezTo>
                    <a:pt x="1728" y="2878"/>
                    <a:pt x="2035" y="2629"/>
                    <a:pt x="2270" y="2307"/>
                  </a:cubicBezTo>
                  <a:cubicBezTo>
                    <a:pt x="2401" y="2146"/>
                    <a:pt x="2489" y="1941"/>
                    <a:pt x="2533" y="1751"/>
                  </a:cubicBezTo>
                  <a:cubicBezTo>
                    <a:pt x="2592" y="1575"/>
                    <a:pt x="2592" y="1370"/>
                    <a:pt x="2562" y="1209"/>
                  </a:cubicBezTo>
                  <a:cubicBezTo>
                    <a:pt x="2533" y="858"/>
                    <a:pt x="2372" y="565"/>
                    <a:pt x="2182" y="389"/>
                  </a:cubicBezTo>
                  <a:cubicBezTo>
                    <a:pt x="1977" y="184"/>
                    <a:pt x="1772" y="96"/>
                    <a:pt x="1611" y="38"/>
                  </a:cubicBezTo>
                  <a:cubicBezTo>
                    <a:pt x="1509" y="11"/>
                    <a:pt x="1420" y="1"/>
                    <a:pt x="13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0"/>
            <p:cNvSpPr/>
            <p:nvPr/>
          </p:nvSpPr>
          <p:spPr>
            <a:xfrm>
              <a:off x="4899137" y="3887148"/>
              <a:ext cx="259456" cy="247021"/>
            </a:xfrm>
            <a:custGeom>
              <a:avLst/>
              <a:gdLst/>
              <a:ahLst/>
              <a:cxnLst/>
              <a:rect l="l" t="t" r="r" b="b"/>
              <a:pathLst>
                <a:path w="3568" h="3397" extrusionOk="0">
                  <a:moveTo>
                    <a:pt x="487" y="1366"/>
                  </a:moveTo>
                  <a:cubicBezTo>
                    <a:pt x="614" y="1366"/>
                    <a:pt x="750" y="1426"/>
                    <a:pt x="830" y="1493"/>
                  </a:cubicBezTo>
                  <a:lnTo>
                    <a:pt x="830" y="2313"/>
                  </a:lnTo>
                  <a:cubicBezTo>
                    <a:pt x="830" y="2314"/>
                    <a:pt x="829" y="2314"/>
                    <a:pt x="825" y="2314"/>
                  </a:cubicBezTo>
                  <a:cubicBezTo>
                    <a:pt x="763" y="2314"/>
                    <a:pt x="116" y="2173"/>
                    <a:pt x="172" y="1713"/>
                  </a:cubicBezTo>
                  <a:cubicBezTo>
                    <a:pt x="195" y="1451"/>
                    <a:pt x="335" y="1366"/>
                    <a:pt x="487" y="1366"/>
                  </a:cubicBezTo>
                  <a:close/>
                  <a:moveTo>
                    <a:pt x="860" y="0"/>
                  </a:moveTo>
                  <a:lnTo>
                    <a:pt x="860" y="1127"/>
                  </a:lnTo>
                  <a:cubicBezTo>
                    <a:pt x="854" y="1127"/>
                    <a:pt x="726" y="1081"/>
                    <a:pt x="573" y="1081"/>
                  </a:cubicBezTo>
                  <a:cubicBezTo>
                    <a:pt x="344" y="1081"/>
                    <a:pt x="57" y="1186"/>
                    <a:pt x="40" y="1713"/>
                  </a:cubicBezTo>
                  <a:cubicBezTo>
                    <a:pt x="1" y="2502"/>
                    <a:pt x="660" y="2548"/>
                    <a:pt x="813" y="2548"/>
                  </a:cubicBezTo>
                  <a:cubicBezTo>
                    <a:pt x="834" y="2548"/>
                    <a:pt x="845" y="2547"/>
                    <a:pt x="845" y="2547"/>
                  </a:cubicBezTo>
                  <a:lnTo>
                    <a:pt x="845" y="2547"/>
                  </a:lnTo>
                  <a:lnTo>
                    <a:pt x="816" y="3353"/>
                  </a:lnTo>
                  <a:lnTo>
                    <a:pt x="3407" y="3397"/>
                  </a:lnTo>
                  <a:lnTo>
                    <a:pt x="35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0"/>
            <p:cNvSpPr/>
            <p:nvPr/>
          </p:nvSpPr>
          <p:spPr>
            <a:xfrm>
              <a:off x="4946695" y="3206349"/>
              <a:ext cx="210881" cy="657803"/>
            </a:xfrm>
            <a:custGeom>
              <a:avLst/>
              <a:gdLst/>
              <a:ahLst/>
              <a:cxnLst/>
              <a:rect l="l" t="t" r="r" b="b"/>
              <a:pathLst>
                <a:path w="2900" h="9046" extrusionOk="0">
                  <a:moveTo>
                    <a:pt x="1622" y="1"/>
                  </a:moveTo>
                  <a:cubicBezTo>
                    <a:pt x="1535" y="1"/>
                    <a:pt x="1424" y="15"/>
                    <a:pt x="1289" y="51"/>
                  </a:cubicBezTo>
                  <a:cubicBezTo>
                    <a:pt x="1099" y="110"/>
                    <a:pt x="908" y="212"/>
                    <a:pt x="718" y="403"/>
                  </a:cubicBezTo>
                  <a:cubicBezTo>
                    <a:pt x="542" y="578"/>
                    <a:pt x="367" y="871"/>
                    <a:pt x="337" y="1223"/>
                  </a:cubicBezTo>
                  <a:cubicBezTo>
                    <a:pt x="323" y="1384"/>
                    <a:pt x="337" y="1589"/>
                    <a:pt x="367" y="1764"/>
                  </a:cubicBezTo>
                  <a:cubicBezTo>
                    <a:pt x="425" y="1955"/>
                    <a:pt x="513" y="2160"/>
                    <a:pt x="630" y="2321"/>
                  </a:cubicBezTo>
                  <a:cubicBezTo>
                    <a:pt x="864" y="2643"/>
                    <a:pt x="1172" y="2862"/>
                    <a:pt x="1435" y="3082"/>
                  </a:cubicBezTo>
                  <a:cubicBezTo>
                    <a:pt x="1567" y="3184"/>
                    <a:pt x="1670" y="3287"/>
                    <a:pt x="1743" y="3404"/>
                  </a:cubicBezTo>
                  <a:cubicBezTo>
                    <a:pt x="1831" y="3506"/>
                    <a:pt x="1875" y="3638"/>
                    <a:pt x="1889" y="3711"/>
                  </a:cubicBezTo>
                  <a:cubicBezTo>
                    <a:pt x="1889" y="3741"/>
                    <a:pt x="1889" y="3785"/>
                    <a:pt x="1875" y="3814"/>
                  </a:cubicBezTo>
                  <a:lnTo>
                    <a:pt x="1816" y="3931"/>
                  </a:lnTo>
                  <a:cubicBezTo>
                    <a:pt x="1757" y="4004"/>
                    <a:pt x="1655" y="4092"/>
                    <a:pt x="1509" y="4209"/>
                  </a:cubicBezTo>
                  <a:cubicBezTo>
                    <a:pt x="1216" y="4429"/>
                    <a:pt x="835" y="4590"/>
                    <a:pt x="469" y="4956"/>
                  </a:cubicBezTo>
                  <a:cubicBezTo>
                    <a:pt x="425" y="5014"/>
                    <a:pt x="367" y="5044"/>
                    <a:pt x="337" y="5102"/>
                  </a:cubicBezTo>
                  <a:cubicBezTo>
                    <a:pt x="279" y="5175"/>
                    <a:pt x="250" y="5234"/>
                    <a:pt x="206" y="5292"/>
                  </a:cubicBezTo>
                  <a:cubicBezTo>
                    <a:pt x="132" y="5410"/>
                    <a:pt x="74" y="5556"/>
                    <a:pt x="59" y="5702"/>
                  </a:cubicBezTo>
                  <a:cubicBezTo>
                    <a:pt x="1" y="5995"/>
                    <a:pt x="74" y="6317"/>
                    <a:pt x="191" y="6537"/>
                  </a:cubicBezTo>
                  <a:cubicBezTo>
                    <a:pt x="293" y="6756"/>
                    <a:pt x="469" y="6917"/>
                    <a:pt x="616" y="7064"/>
                  </a:cubicBezTo>
                  <a:cubicBezTo>
                    <a:pt x="777" y="7196"/>
                    <a:pt x="938" y="7313"/>
                    <a:pt x="1084" y="7386"/>
                  </a:cubicBezTo>
                  <a:cubicBezTo>
                    <a:pt x="1391" y="7562"/>
                    <a:pt x="1640" y="7679"/>
                    <a:pt x="1816" y="7810"/>
                  </a:cubicBezTo>
                  <a:cubicBezTo>
                    <a:pt x="1889" y="7884"/>
                    <a:pt x="1977" y="7942"/>
                    <a:pt x="2036" y="8015"/>
                  </a:cubicBezTo>
                  <a:cubicBezTo>
                    <a:pt x="2094" y="8074"/>
                    <a:pt x="2123" y="8147"/>
                    <a:pt x="2167" y="8220"/>
                  </a:cubicBezTo>
                  <a:cubicBezTo>
                    <a:pt x="2226" y="8367"/>
                    <a:pt x="2240" y="8513"/>
                    <a:pt x="2226" y="8616"/>
                  </a:cubicBezTo>
                  <a:cubicBezTo>
                    <a:pt x="2182" y="8835"/>
                    <a:pt x="2036" y="8923"/>
                    <a:pt x="2050" y="8996"/>
                  </a:cubicBezTo>
                  <a:cubicBezTo>
                    <a:pt x="2072" y="9029"/>
                    <a:pt x="2102" y="9046"/>
                    <a:pt x="2159" y="9046"/>
                  </a:cubicBezTo>
                  <a:cubicBezTo>
                    <a:pt x="2178" y="9046"/>
                    <a:pt x="2200" y="9044"/>
                    <a:pt x="2226" y="9040"/>
                  </a:cubicBezTo>
                  <a:cubicBezTo>
                    <a:pt x="2314" y="9025"/>
                    <a:pt x="2460" y="8923"/>
                    <a:pt x="2563" y="8762"/>
                  </a:cubicBezTo>
                  <a:cubicBezTo>
                    <a:pt x="2680" y="8601"/>
                    <a:pt x="2753" y="8367"/>
                    <a:pt x="2709" y="8089"/>
                  </a:cubicBezTo>
                  <a:cubicBezTo>
                    <a:pt x="2694" y="7942"/>
                    <a:pt x="2665" y="7796"/>
                    <a:pt x="2563" y="7649"/>
                  </a:cubicBezTo>
                  <a:cubicBezTo>
                    <a:pt x="2489" y="7518"/>
                    <a:pt x="2387" y="7386"/>
                    <a:pt x="2270" y="7283"/>
                  </a:cubicBezTo>
                  <a:cubicBezTo>
                    <a:pt x="2036" y="7049"/>
                    <a:pt x="1757" y="6873"/>
                    <a:pt x="1523" y="6698"/>
                  </a:cubicBezTo>
                  <a:cubicBezTo>
                    <a:pt x="1391" y="6610"/>
                    <a:pt x="1304" y="6507"/>
                    <a:pt x="1216" y="6420"/>
                  </a:cubicBezTo>
                  <a:cubicBezTo>
                    <a:pt x="1128" y="6332"/>
                    <a:pt x="1055" y="6215"/>
                    <a:pt x="1011" y="6127"/>
                  </a:cubicBezTo>
                  <a:cubicBezTo>
                    <a:pt x="967" y="6039"/>
                    <a:pt x="967" y="5966"/>
                    <a:pt x="996" y="5893"/>
                  </a:cubicBezTo>
                  <a:cubicBezTo>
                    <a:pt x="1011" y="5819"/>
                    <a:pt x="1040" y="5746"/>
                    <a:pt x="1157" y="5658"/>
                  </a:cubicBezTo>
                  <a:cubicBezTo>
                    <a:pt x="1333" y="5468"/>
                    <a:pt x="1699" y="5307"/>
                    <a:pt x="2094" y="5029"/>
                  </a:cubicBezTo>
                  <a:cubicBezTo>
                    <a:pt x="2270" y="4897"/>
                    <a:pt x="2489" y="4736"/>
                    <a:pt x="2650" y="4458"/>
                  </a:cubicBezTo>
                  <a:cubicBezTo>
                    <a:pt x="2826" y="4194"/>
                    <a:pt x="2899" y="3858"/>
                    <a:pt x="2841" y="3550"/>
                  </a:cubicBezTo>
                  <a:cubicBezTo>
                    <a:pt x="2782" y="3243"/>
                    <a:pt x="2636" y="2994"/>
                    <a:pt x="2489" y="2818"/>
                  </a:cubicBezTo>
                  <a:cubicBezTo>
                    <a:pt x="2343" y="2628"/>
                    <a:pt x="2182" y="2482"/>
                    <a:pt x="2021" y="2379"/>
                  </a:cubicBezTo>
                  <a:cubicBezTo>
                    <a:pt x="1713" y="2145"/>
                    <a:pt x="1450" y="1999"/>
                    <a:pt x="1304" y="1808"/>
                  </a:cubicBezTo>
                  <a:cubicBezTo>
                    <a:pt x="1143" y="1647"/>
                    <a:pt x="1084" y="1442"/>
                    <a:pt x="1069" y="1237"/>
                  </a:cubicBezTo>
                  <a:cubicBezTo>
                    <a:pt x="1055" y="842"/>
                    <a:pt x="1289" y="549"/>
                    <a:pt x="1494" y="388"/>
                  </a:cubicBezTo>
                  <a:cubicBezTo>
                    <a:pt x="1684" y="212"/>
                    <a:pt x="1860" y="169"/>
                    <a:pt x="1860" y="95"/>
                  </a:cubicBezTo>
                  <a:cubicBezTo>
                    <a:pt x="1860" y="48"/>
                    <a:pt x="1781" y="1"/>
                    <a:pt x="16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7" name="Google Shape;1387;p50"/>
          <p:cNvGrpSpPr/>
          <p:nvPr/>
        </p:nvGrpSpPr>
        <p:grpSpPr>
          <a:xfrm>
            <a:off x="5392726" y="2553325"/>
            <a:ext cx="2074889" cy="2705448"/>
            <a:chOff x="5355526" y="2548675"/>
            <a:chExt cx="2074889" cy="2705448"/>
          </a:xfrm>
        </p:grpSpPr>
        <p:sp>
          <p:nvSpPr>
            <p:cNvPr id="1388" name="Google Shape;1388;p50"/>
            <p:cNvSpPr/>
            <p:nvPr/>
          </p:nvSpPr>
          <p:spPr>
            <a:xfrm>
              <a:off x="5397703" y="3115304"/>
              <a:ext cx="220843" cy="269346"/>
            </a:xfrm>
            <a:custGeom>
              <a:avLst/>
              <a:gdLst/>
              <a:ahLst/>
              <a:cxnLst/>
              <a:rect l="l" t="t" r="r" b="b"/>
              <a:pathLst>
                <a:path w="3037" h="3704" extrusionOk="0">
                  <a:moveTo>
                    <a:pt x="2377" y="1"/>
                  </a:moveTo>
                  <a:cubicBezTo>
                    <a:pt x="2246" y="1"/>
                    <a:pt x="1997" y="440"/>
                    <a:pt x="2202" y="996"/>
                  </a:cubicBezTo>
                  <a:cubicBezTo>
                    <a:pt x="2202" y="996"/>
                    <a:pt x="913" y="211"/>
                    <a:pt x="522" y="211"/>
                  </a:cubicBezTo>
                  <a:cubicBezTo>
                    <a:pt x="466" y="211"/>
                    <a:pt x="429" y="227"/>
                    <a:pt x="416" y="264"/>
                  </a:cubicBezTo>
                  <a:cubicBezTo>
                    <a:pt x="299" y="557"/>
                    <a:pt x="1572" y="1303"/>
                    <a:pt x="1572" y="1303"/>
                  </a:cubicBezTo>
                  <a:cubicBezTo>
                    <a:pt x="1572" y="1303"/>
                    <a:pt x="694" y="860"/>
                    <a:pt x="313" y="860"/>
                  </a:cubicBezTo>
                  <a:cubicBezTo>
                    <a:pt x="234" y="860"/>
                    <a:pt x="177" y="878"/>
                    <a:pt x="152" y="923"/>
                  </a:cubicBezTo>
                  <a:cubicBezTo>
                    <a:pt x="6" y="1157"/>
                    <a:pt x="1148" y="1816"/>
                    <a:pt x="1148" y="1816"/>
                  </a:cubicBezTo>
                  <a:cubicBezTo>
                    <a:pt x="1148" y="1816"/>
                    <a:pt x="317" y="1401"/>
                    <a:pt x="72" y="1401"/>
                  </a:cubicBezTo>
                  <a:cubicBezTo>
                    <a:pt x="26" y="1401"/>
                    <a:pt x="1" y="1415"/>
                    <a:pt x="6" y="1450"/>
                  </a:cubicBezTo>
                  <a:cubicBezTo>
                    <a:pt x="20" y="1669"/>
                    <a:pt x="752" y="2240"/>
                    <a:pt x="752" y="2240"/>
                  </a:cubicBezTo>
                  <a:cubicBezTo>
                    <a:pt x="752" y="2240"/>
                    <a:pt x="243" y="1933"/>
                    <a:pt x="65" y="1933"/>
                  </a:cubicBezTo>
                  <a:cubicBezTo>
                    <a:pt x="24" y="1933"/>
                    <a:pt x="0" y="1950"/>
                    <a:pt x="6" y="1992"/>
                  </a:cubicBezTo>
                  <a:cubicBezTo>
                    <a:pt x="20" y="2211"/>
                    <a:pt x="1338" y="3675"/>
                    <a:pt x="1338" y="3675"/>
                  </a:cubicBezTo>
                  <a:cubicBezTo>
                    <a:pt x="1361" y="3695"/>
                    <a:pt x="1389" y="3704"/>
                    <a:pt x="1419" y="3704"/>
                  </a:cubicBezTo>
                  <a:cubicBezTo>
                    <a:pt x="1869" y="3704"/>
                    <a:pt x="3036" y="1728"/>
                    <a:pt x="3036" y="1728"/>
                  </a:cubicBezTo>
                  <a:cubicBezTo>
                    <a:pt x="3036" y="1728"/>
                    <a:pt x="2538" y="1"/>
                    <a:pt x="2377" y="1"/>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0"/>
            <p:cNvSpPr/>
            <p:nvPr/>
          </p:nvSpPr>
          <p:spPr>
            <a:xfrm>
              <a:off x="5355526" y="5126286"/>
              <a:ext cx="409909" cy="127837"/>
            </a:xfrm>
            <a:custGeom>
              <a:avLst/>
              <a:gdLst/>
              <a:ahLst/>
              <a:cxnLst/>
              <a:rect l="l" t="t" r="r" b="b"/>
              <a:pathLst>
                <a:path w="5637" h="1758" extrusionOk="0">
                  <a:moveTo>
                    <a:pt x="1084" y="1"/>
                  </a:moveTo>
                  <a:lnTo>
                    <a:pt x="1318" y="1084"/>
                  </a:lnTo>
                  <a:cubicBezTo>
                    <a:pt x="1318" y="1084"/>
                    <a:pt x="0" y="1743"/>
                    <a:pt x="732" y="1743"/>
                  </a:cubicBezTo>
                  <a:cubicBezTo>
                    <a:pt x="1450" y="1757"/>
                    <a:pt x="5636" y="1757"/>
                    <a:pt x="5636" y="1757"/>
                  </a:cubicBezTo>
                  <a:lnTo>
                    <a:pt x="532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0"/>
            <p:cNvSpPr/>
            <p:nvPr/>
          </p:nvSpPr>
          <p:spPr>
            <a:xfrm>
              <a:off x="5447080" y="5205768"/>
              <a:ext cx="30905" cy="11271"/>
            </a:xfrm>
            <a:custGeom>
              <a:avLst/>
              <a:gdLst/>
              <a:ahLst/>
              <a:cxnLst/>
              <a:rect l="l" t="t" r="r" b="b"/>
              <a:pathLst>
                <a:path w="425" h="155" extrusionOk="0">
                  <a:moveTo>
                    <a:pt x="20" y="0"/>
                  </a:moveTo>
                  <a:cubicBezTo>
                    <a:pt x="8" y="0"/>
                    <a:pt x="0" y="2"/>
                    <a:pt x="0" y="6"/>
                  </a:cubicBezTo>
                  <a:cubicBezTo>
                    <a:pt x="0" y="20"/>
                    <a:pt x="117" y="35"/>
                    <a:pt x="205" y="79"/>
                  </a:cubicBezTo>
                  <a:cubicBezTo>
                    <a:pt x="319" y="117"/>
                    <a:pt x="400" y="155"/>
                    <a:pt x="420" y="155"/>
                  </a:cubicBezTo>
                  <a:cubicBezTo>
                    <a:pt x="423" y="155"/>
                    <a:pt x="425" y="154"/>
                    <a:pt x="425" y="152"/>
                  </a:cubicBezTo>
                  <a:cubicBezTo>
                    <a:pt x="425" y="137"/>
                    <a:pt x="352" y="79"/>
                    <a:pt x="220" y="49"/>
                  </a:cubicBezTo>
                  <a:cubicBezTo>
                    <a:pt x="143" y="17"/>
                    <a:pt x="58" y="0"/>
                    <a:pt x="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0"/>
            <p:cNvSpPr/>
            <p:nvPr/>
          </p:nvSpPr>
          <p:spPr>
            <a:xfrm>
              <a:off x="5654622" y="5201769"/>
              <a:ext cx="104422" cy="39558"/>
            </a:xfrm>
            <a:custGeom>
              <a:avLst/>
              <a:gdLst/>
              <a:ahLst/>
              <a:cxnLst/>
              <a:rect l="l" t="t" r="r" b="b"/>
              <a:pathLst>
                <a:path w="1436" h="544" extrusionOk="0">
                  <a:moveTo>
                    <a:pt x="1033" y="0"/>
                  </a:moveTo>
                  <a:cubicBezTo>
                    <a:pt x="909" y="0"/>
                    <a:pt x="762" y="7"/>
                    <a:pt x="616" y="46"/>
                  </a:cubicBezTo>
                  <a:cubicBezTo>
                    <a:pt x="396" y="104"/>
                    <a:pt x="206" y="222"/>
                    <a:pt x="118" y="339"/>
                  </a:cubicBezTo>
                  <a:cubicBezTo>
                    <a:pt x="59" y="397"/>
                    <a:pt x="45" y="441"/>
                    <a:pt x="30" y="485"/>
                  </a:cubicBezTo>
                  <a:cubicBezTo>
                    <a:pt x="1" y="514"/>
                    <a:pt x="1" y="544"/>
                    <a:pt x="1" y="544"/>
                  </a:cubicBezTo>
                  <a:cubicBezTo>
                    <a:pt x="30" y="544"/>
                    <a:pt x="45" y="441"/>
                    <a:pt x="147" y="353"/>
                  </a:cubicBezTo>
                  <a:cubicBezTo>
                    <a:pt x="250" y="251"/>
                    <a:pt x="411" y="134"/>
                    <a:pt x="630" y="75"/>
                  </a:cubicBezTo>
                  <a:cubicBezTo>
                    <a:pt x="762" y="49"/>
                    <a:pt x="889" y="44"/>
                    <a:pt x="1000" y="44"/>
                  </a:cubicBezTo>
                  <a:cubicBezTo>
                    <a:pt x="1075" y="44"/>
                    <a:pt x="1143" y="46"/>
                    <a:pt x="1201" y="46"/>
                  </a:cubicBezTo>
                  <a:lnTo>
                    <a:pt x="1436" y="46"/>
                  </a:lnTo>
                  <a:cubicBezTo>
                    <a:pt x="1436" y="31"/>
                    <a:pt x="1348" y="31"/>
                    <a:pt x="1201" y="2"/>
                  </a:cubicBezTo>
                  <a:cubicBezTo>
                    <a:pt x="1153" y="2"/>
                    <a:pt x="1096" y="0"/>
                    <a:pt x="1033" y="0"/>
                  </a:cubicBezTo>
                  <a:close/>
                </a:path>
              </a:pathLst>
            </a:custGeom>
            <a:solidFill>
              <a:srgbClr val="4155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0"/>
            <p:cNvSpPr/>
            <p:nvPr/>
          </p:nvSpPr>
          <p:spPr>
            <a:xfrm>
              <a:off x="5541834" y="5126286"/>
              <a:ext cx="409909" cy="127837"/>
            </a:xfrm>
            <a:custGeom>
              <a:avLst/>
              <a:gdLst/>
              <a:ahLst/>
              <a:cxnLst/>
              <a:rect l="l" t="t" r="r" b="b"/>
              <a:pathLst>
                <a:path w="5637" h="1758" extrusionOk="0">
                  <a:moveTo>
                    <a:pt x="1083" y="1"/>
                  </a:moveTo>
                  <a:lnTo>
                    <a:pt x="1318" y="1084"/>
                  </a:lnTo>
                  <a:cubicBezTo>
                    <a:pt x="1318" y="1084"/>
                    <a:pt x="0" y="1743"/>
                    <a:pt x="732" y="1743"/>
                  </a:cubicBezTo>
                  <a:cubicBezTo>
                    <a:pt x="1464" y="1743"/>
                    <a:pt x="5636" y="1757"/>
                    <a:pt x="5636" y="1757"/>
                  </a:cubicBezTo>
                  <a:lnTo>
                    <a:pt x="53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0"/>
            <p:cNvSpPr/>
            <p:nvPr/>
          </p:nvSpPr>
          <p:spPr>
            <a:xfrm>
              <a:off x="5621680" y="5211077"/>
              <a:ext cx="31996" cy="12726"/>
            </a:xfrm>
            <a:custGeom>
              <a:avLst/>
              <a:gdLst/>
              <a:ahLst/>
              <a:cxnLst/>
              <a:rect l="l" t="t" r="r" b="b"/>
              <a:pathLst>
                <a:path w="440" h="175" extrusionOk="0">
                  <a:moveTo>
                    <a:pt x="33" y="0"/>
                  </a:moveTo>
                  <a:cubicBezTo>
                    <a:pt x="21" y="0"/>
                    <a:pt x="15" y="2"/>
                    <a:pt x="15" y="6"/>
                  </a:cubicBezTo>
                  <a:cubicBezTo>
                    <a:pt x="0" y="20"/>
                    <a:pt x="117" y="50"/>
                    <a:pt x="220" y="94"/>
                  </a:cubicBezTo>
                  <a:cubicBezTo>
                    <a:pt x="327" y="129"/>
                    <a:pt x="405" y="175"/>
                    <a:pt x="430" y="175"/>
                  </a:cubicBezTo>
                  <a:cubicBezTo>
                    <a:pt x="436" y="175"/>
                    <a:pt x="439" y="172"/>
                    <a:pt x="439" y="167"/>
                  </a:cubicBezTo>
                  <a:cubicBezTo>
                    <a:pt x="439" y="152"/>
                    <a:pt x="351" y="94"/>
                    <a:pt x="234" y="64"/>
                  </a:cubicBezTo>
                  <a:cubicBezTo>
                    <a:pt x="156" y="20"/>
                    <a:pt x="69" y="0"/>
                    <a:pt x="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50"/>
            <p:cNvSpPr/>
            <p:nvPr/>
          </p:nvSpPr>
          <p:spPr>
            <a:xfrm>
              <a:off x="5635497" y="5205768"/>
              <a:ext cx="29887" cy="11271"/>
            </a:xfrm>
            <a:custGeom>
              <a:avLst/>
              <a:gdLst/>
              <a:ahLst/>
              <a:cxnLst/>
              <a:rect l="l" t="t" r="r" b="b"/>
              <a:pathLst>
                <a:path w="411" h="155" extrusionOk="0">
                  <a:moveTo>
                    <a:pt x="18" y="0"/>
                  </a:moveTo>
                  <a:cubicBezTo>
                    <a:pt x="7" y="0"/>
                    <a:pt x="0" y="2"/>
                    <a:pt x="0" y="6"/>
                  </a:cubicBezTo>
                  <a:cubicBezTo>
                    <a:pt x="0" y="20"/>
                    <a:pt x="88" y="35"/>
                    <a:pt x="191" y="79"/>
                  </a:cubicBezTo>
                  <a:cubicBezTo>
                    <a:pt x="305" y="117"/>
                    <a:pt x="386" y="155"/>
                    <a:pt x="406" y="155"/>
                  </a:cubicBezTo>
                  <a:cubicBezTo>
                    <a:pt x="409" y="155"/>
                    <a:pt x="410" y="154"/>
                    <a:pt x="410" y="152"/>
                  </a:cubicBezTo>
                  <a:cubicBezTo>
                    <a:pt x="410" y="137"/>
                    <a:pt x="337" y="79"/>
                    <a:pt x="220" y="49"/>
                  </a:cubicBezTo>
                  <a:cubicBezTo>
                    <a:pt x="132" y="17"/>
                    <a:pt x="53" y="0"/>
                    <a:pt x="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50"/>
            <p:cNvSpPr/>
            <p:nvPr/>
          </p:nvSpPr>
          <p:spPr>
            <a:xfrm>
              <a:off x="5843111" y="5201769"/>
              <a:ext cx="103332" cy="39558"/>
            </a:xfrm>
            <a:custGeom>
              <a:avLst/>
              <a:gdLst/>
              <a:ahLst/>
              <a:cxnLst/>
              <a:rect l="l" t="t" r="r" b="b"/>
              <a:pathLst>
                <a:path w="1421" h="544" extrusionOk="0">
                  <a:moveTo>
                    <a:pt x="1018" y="0"/>
                  </a:moveTo>
                  <a:cubicBezTo>
                    <a:pt x="893" y="0"/>
                    <a:pt x="747" y="7"/>
                    <a:pt x="600" y="46"/>
                  </a:cubicBezTo>
                  <a:cubicBezTo>
                    <a:pt x="381" y="104"/>
                    <a:pt x="190" y="222"/>
                    <a:pt x="103" y="339"/>
                  </a:cubicBezTo>
                  <a:cubicBezTo>
                    <a:pt x="44" y="397"/>
                    <a:pt x="29" y="441"/>
                    <a:pt x="15" y="485"/>
                  </a:cubicBezTo>
                  <a:cubicBezTo>
                    <a:pt x="0" y="514"/>
                    <a:pt x="0" y="544"/>
                    <a:pt x="0" y="544"/>
                  </a:cubicBezTo>
                  <a:cubicBezTo>
                    <a:pt x="0" y="544"/>
                    <a:pt x="29" y="441"/>
                    <a:pt x="146" y="353"/>
                  </a:cubicBezTo>
                  <a:cubicBezTo>
                    <a:pt x="234" y="251"/>
                    <a:pt x="395" y="134"/>
                    <a:pt x="615" y="75"/>
                  </a:cubicBezTo>
                  <a:cubicBezTo>
                    <a:pt x="747" y="49"/>
                    <a:pt x="873" y="44"/>
                    <a:pt x="985" y="44"/>
                  </a:cubicBezTo>
                  <a:cubicBezTo>
                    <a:pt x="1059" y="44"/>
                    <a:pt x="1127" y="46"/>
                    <a:pt x="1186" y="46"/>
                  </a:cubicBezTo>
                  <a:lnTo>
                    <a:pt x="1420" y="46"/>
                  </a:lnTo>
                  <a:cubicBezTo>
                    <a:pt x="1420" y="31"/>
                    <a:pt x="1332" y="31"/>
                    <a:pt x="1186" y="2"/>
                  </a:cubicBezTo>
                  <a:cubicBezTo>
                    <a:pt x="1137" y="2"/>
                    <a:pt x="1080" y="0"/>
                    <a:pt x="10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0"/>
            <p:cNvSpPr/>
            <p:nvPr/>
          </p:nvSpPr>
          <p:spPr>
            <a:xfrm>
              <a:off x="5612081" y="5219876"/>
              <a:ext cx="26687" cy="23560"/>
            </a:xfrm>
            <a:custGeom>
              <a:avLst/>
              <a:gdLst/>
              <a:ahLst/>
              <a:cxnLst/>
              <a:rect l="l" t="t" r="r" b="b"/>
              <a:pathLst>
                <a:path w="367" h="324" extrusionOk="0">
                  <a:moveTo>
                    <a:pt x="38" y="0"/>
                  </a:moveTo>
                  <a:cubicBezTo>
                    <a:pt x="15" y="0"/>
                    <a:pt x="0" y="7"/>
                    <a:pt x="0" y="17"/>
                  </a:cubicBezTo>
                  <a:cubicBezTo>
                    <a:pt x="0" y="17"/>
                    <a:pt x="132" y="31"/>
                    <a:pt x="220" y="119"/>
                  </a:cubicBezTo>
                  <a:cubicBezTo>
                    <a:pt x="337" y="207"/>
                    <a:pt x="337" y="324"/>
                    <a:pt x="352" y="324"/>
                  </a:cubicBezTo>
                  <a:cubicBezTo>
                    <a:pt x="366" y="324"/>
                    <a:pt x="366" y="192"/>
                    <a:pt x="235" y="104"/>
                  </a:cubicBezTo>
                  <a:cubicBezTo>
                    <a:pt x="166" y="26"/>
                    <a:pt x="85" y="0"/>
                    <a:pt x="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0"/>
            <p:cNvSpPr/>
            <p:nvPr/>
          </p:nvSpPr>
          <p:spPr>
            <a:xfrm>
              <a:off x="6197620" y="4291686"/>
              <a:ext cx="744191" cy="108640"/>
            </a:xfrm>
            <a:custGeom>
              <a:avLst/>
              <a:gdLst/>
              <a:ahLst/>
              <a:cxnLst/>
              <a:rect l="l" t="t" r="r" b="b"/>
              <a:pathLst>
                <a:path w="10234" h="1494" extrusionOk="0">
                  <a:moveTo>
                    <a:pt x="0" y="0"/>
                  </a:moveTo>
                  <a:lnTo>
                    <a:pt x="205" y="981"/>
                  </a:lnTo>
                  <a:lnTo>
                    <a:pt x="9999" y="1493"/>
                  </a:lnTo>
                  <a:lnTo>
                    <a:pt x="10233" y="469"/>
                  </a:lnTo>
                  <a:lnTo>
                    <a:pt x="0" y="0"/>
                  </a:lnTo>
                  <a:close/>
                </a:path>
              </a:pathLst>
            </a:custGeom>
            <a:solidFill>
              <a:srgbClr val="FFA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50"/>
            <p:cNvSpPr/>
            <p:nvPr/>
          </p:nvSpPr>
          <p:spPr>
            <a:xfrm>
              <a:off x="6825700" y="4374731"/>
              <a:ext cx="73517" cy="878282"/>
            </a:xfrm>
            <a:custGeom>
              <a:avLst/>
              <a:gdLst/>
              <a:ahLst/>
              <a:cxnLst/>
              <a:rect l="l" t="t" r="r" b="b"/>
              <a:pathLst>
                <a:path w="1011" h="12078" extrusionOk="0">
                  <a:moveTo>
                    <a:pt x="513" y="0"/>
                  </a:moveTo>
                  <a:lnTo>
                    <a:pt x="0" y="12078"/>
                  </a:lnTo>
                  <a:lnTo>
                    <a:pt x="352" y="12078"/>
                  </a:lnTo>
                  <a:lnTo>
                    <a:pt x="1010" y="29"/>
                  </a:lnTo>
                  <a:lnTo>
                    <a:pt x="5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50"/>
            <p:cNvSpPr/>
            <p:nvPr/>
          </p:nvSpPr>
          <p:spPr>
            <a:xfrm>
              <a:off x="6221036" y="4349134"/>
              <a:ext cx="36213" cy="879373"/>
            </a:xfrm>
            <a:custGeom>
              <a:avLst/>
              <a:gdLst/>
              <a:ahLst/>
              <a:cxnLst/>
              <a:rect l="l" t="t" r="r" b="b"/>
              <a:pathLst>
                <a:path w="498" h="12093" extrusionOk="0">
                  <a:moveTo>
                    <a:pt x="0" y="1"/>
                  </a:moveTo>
                  <a:lnTo>
                    <a:pt x="103" y="12093"/>
                  </a:lnTo>
                  <a:lnTo>
                    <a:pt x="454" y="12078"/>
                  </a:lnTo>
                  <a:lnTo>
                    <a:pt x="498" y="1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50"/>
            <p:cNvSpPr/>
            <p:nvPr/>
          </p:nvSpPr>
          <p:spPr>
            <a:xfrm>
              <a:off x="6239070" y="4350225"/>
              <a:ext cx="623916" cy="563197"/>
            </a:xfrm>
            <a:custGeom>
              <a:avLst/>
              <a:gdLst/>
              <a:ahLst/>
              <a:cxnLst/>
              <a:rect l="l" t="t" r="r" b="b"/>
              <a:pathLst>
                <a:path w="8580" h="7745" extrusionOk="0">
                  <a:moveTo>
                    <a:pt x="279" y="0"/>
                  </a:moveTo>
                  <a:lnTo>
                    <a:pt x="1" y="205"/>
                  </a:lnTo>
                  <a:lnTo>
                    <a:pt x="8580" y="7745"/>
                  </a:lnTo>
                  <a:lnTo>
                    <a:pt x="8580" y="7218"/>
                  </a:lnTo>
                  <a:lnTo>
                    <a:pt x="27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50"/>
            <p:cNvSpPr/>
            <p:nvPr/>
          </p:nvSpPr>
          <p:spPr>
            <a:xfrm>
              <a:off x="6226344" y="4374731"/>
              <a:ext cx="645150" cy="538691"/>
            </a:xfrm>
            <a:custGeom>
              <a:avLst/>
              <a:gdLst/>
              <a:ahLst/>
              <a:cxnLst/>
              <a:rect l="l" t="t" r="r" b="b"/>
              <a:pathLst>
                <a:path w="8872" h="7408" extrusionOk="0">
                  <a:moveTo>
                    <a:pt x="8608" y="0"/>
                  </a:moveTo>
                  <a:lnTo>
                    <a:pt x="0" y="7100"/>
                  </a:lnTo>
                  <a:lnTo>
                    <a:pt x="59" y="7408"/>
                  </a:lnTo>
                  <a:lnTo>
                    <a:pt x="8872" y="220"/>
                  </a:lnTo>
                  <a:lnTo>
                    <a:pt x="86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50"/>
            <p:cNvSpPr/>
            <p:nvPr/>
          </p:nvSpPr>
          <p:spPr>
            <a:xfrm>
              <a:off x="5858019" y="3029059"/>
              <a:ext cx="1541466" cy="1438788"/>
            </a:xfrm>
            <a:custGeom>
              <a:avLst/>
              <a:gdLst/>
              <a:ahLst/>
              <a:cxnLst/>
              <a:rect l="l" t="t" r="r" b="b"/>
              <a:pathLst>
                <a:path w="21198" h="19786" extrusionOk="0">
                  <a:moveTo>
                    <a:pt x="12941" y="1"/>
                  </a:moveTo>
                  <a:cubicBezTo>
                    <a:pt x="11360" y="1"/>
                    <a:pt x="9765" y="308"/>
                    <a:pt x="8564" y="1362"/>
                  </a:cubicBezTo>
                  <a:cubicBezTo>
                    <a:pt x="5226" y="4334"/>
                    <a:pt x="2459" y="7950"/>
                    <a:pt x="469" y="11947"/>
                  </a:cubicBezTo>
                  <a:cubicBezTo>
                    <a:pt x="249" y="12415"/>
                    <a:pt x="0" y="12898"/>
                    <a:pt x="59" y="13411"/>
                  </a:cubicBezTo>
                  <a:cubicBezTo>
                    <a:pt x="103" y="13820"/>
                    <a:pt x="293" y="14186"/>
                    <a:pt x="512" y="14509"/>
                  </a:cubicBezTo>
                  <a:cubicBezTo>
                    <a:pt x="2372" y="17392"/>
                    <a:pt x="5534" y="19383"/>
                    <a:pt x="8930" y="19735"/>
                  </a:cubicBezTo>
                  <a:cubicBezTo>
                    <a:pt x="9276" y="19769"/>
                    <a:pt x="9623" y="19786"/>
                    <a:pt x="9970" y="19786"/>
                  </a:cubicBezTo>
                  <a:cubicBezTo>
                    <a:pt x="13046" y="19786"/>
                    <a:pt x="16111" y="18463"/>
                    <a:pt x="18124" y="16148"/>
                  </a:cubicBezTo>
                  <a:cubicBezTo>
                    <a:pt x="20364" y="13557"/>
                    <a:pt x="21198" y="9809"/>
                    <a:pt x="20173" y="6559"/>
                  </a:cubicBezTo>
                  <a:cubicBezTo>
                    <a:pt x="19163" y="3295"/>
                    <a:pt x="16294" y="660"/>
                    <a:pt x="129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0"/>
            <p:cNvSpPr/>
            <p:nvPr/>
          </p:nvSpPr>
          <p:spPr>
            <a:xfrm>
              <a:off x="6472282" y="3059165"/>
              <a:ext cx="767606" cy="830143"/>
            </a:xfrm>
            <a:custGeom>
              <a:avLst/>
              <a:gdLst/>
              <a:ahLst/>
              <a:cxnLst/>
              <a:rect l="l" t="t" r="r" b="b"/>
              <a:pathLst>
                <a:path w="10556" h="11416" extrusionOk="0">
                  <a:moveTo>
                    <a:pt x="5119" y="1"/>
                  </a:moveTo>
                  <a:cubicBezTo>
                    <a:pt x="4652" y="1"/>
                    <a:pt x="4190" y="88"/>
                    <a:pt x="3762" y="289"/>
                  </a:cubicBezTo>
                  <a:cubicBezTo>
                    <a:pt x="3030" y="612"/>
                    <a:pt x="2489" y="1256"/>
                    <a:pt x="2006" y="1900"/>
                  </a:cubicBezTo>
                  <a:cubicBezTo>
                    <a:pt x="878" y="3408"/>
                    <a:pt x="0" y="5384"/>
                    <a:pt x="600" y="7185"/>
                  </a:cubicBezTo>
                  <a:cubicBezTo>
                    <a:pt x="1039" y="8488"/>
                    <a:pt x="1859" y="9732"/>
                    <a:pt x="3118" y="10244"/>
                  </a:cubicBezTo>
                  <a:cubicBezTo>
                    <a:pt x="4335" y="10734"/>
                    <a:pt x="5458" y="11223"/>
                    <a:pt x="6731" y="11394"/>
                  </a:cubicBezTo>
                  <a:lnTo>
                    <a:pt x="6731" y="11394"/>
                  </a:lnTo>
                  <a:cubicBezTo>
                    <a:pt x="8898" y="10529"/>
                    <a:pt x="10453" y="8321"/>
                    <a:pt x="10497" y="5999"/>
                  </a:cubicBezTo>
                  <a:cubicBezTo>
                    <a:pt x="10555" y="3657"/>
                    <a:pt x="9077" y="1343"/>
                    <a:pt x="6939" y="407"/>
                  </a:cubicBezTo>
                  <a:cubicBezTo>
                    <a:pt x="6371" y="156"/>
                    <a:pt x="5741" y="1"/>
                    <a:pt x="5119" y="1"/>
                  </a:cubicBezTo>
                  <a:close/>
                  <a:moveTo>
                    <a:pt x="6731" y="11394"/>
                  </a:moveTo>
                  <a:cubicBezTo>
                    <a:pt x="6713" y="11401"/>
                    <a:pt x="6694" y="11408"/>
                    <a:pt x="6676" y="11415"/>
                  </a:cubicBezTo>
                  <a:lnTo>
                    <a:pt x="6910" y="11415"/>
                  </a:lnTo>
                  <a:cubicBezTo>
                    <a:pt x="6850" y="11409"/>
                    <a:pt x="6790" y="11402"/>
                    <a:pt x="6731" y="1139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0"/>
            <p:cNvSpPr/>
            <p:nvPr/>
          </p:nvSpPr>
          <p:spPr>
            <a:xfrm>
              <a:off x="5414065" y="3865841"/>
              <a:ext cx="1410574" cy="1314805"/>
            </a:xfrm>
            <a:custGeom>
              <a:avLst/>
              <a:gdLst/>
              <a:ahLst/>
              <a:cxnLst/>
              <a:rect l="l" t="t" r="r" b="b"/>
              <a:pathLst>
                <a:path w="19398" h="18081" extrusionOk="0">
                  <a:moveTo>
                    <a:pt x="2451" y="0"/>
                  </a:moveTo>
                  <a:cubicBezTo>
                    <a:pt x="205" y="0"/>
                    <a:pt x="0" y="10738"/>
                    <a:pt x="44" y="15650"/>
                  </a:cubicBezTo>
                  <a:cubicBezTo>
                    <a:pt x="44" y="17114"/>
                    <a:pt x="74" y="18051"/>
                    <a:pt x="74" y="18080"/>
                  </a:cubicBezTo>
                  <a:lnTo>
                    <a:pt x="4744" y="18080"/>
                  </a:lnTo>
                  <a:cubicBezTo>
                    <a:pt x="4744" y="18080"/>
                    <a:pt x="4992" y="6661"/>
                    <a:pt x="5036" y="5710"/>
                  </a:cubicBezTo>
                  <a:cubicBezTo>
                    <a:pt x="5040" y="5496"/>
                    <a:pt x="5363" y="5419"/>
                    <a:pt x="5907" y="5419"/>
                  </a:cubicBezTo>
                  <a:cubicBezTo>
                    <a:pt x="7306" y="5419"/>
                    <a:pt x="10167" y="5928"/>
                    <a:pt x="12817" y="5928"/>
                  </a:cubicBezTo>
                  <a:cubicBezTo>
                    <a:pt x="13720" y="5928"/>
                    <a:pt x="14599" y="5869"/>
                    <a:pt x="15386" y="5710"/>
                  </a:cubicBezTo>
                  <a:cubicBezTo>
                    <a:pt x="19398" y="4905"/>
                    <a:pt x="18373" y="806"/>
                    <a:pt x="18373" y="806"/>
                  </a:cubicBezTo>
                  <a:cubicBezTo>
                    <a:pt x="18373" y="806"/>
                    <a:pt x="4744" y="44"/>
                    <a:pt x="2460" y="0"/>
                  </a:cubicBezTo>
                  <a:cubicBezTo>
                    <a:pt x="2457" y="0"/>
                    <a:pt x="2454" y="0"/>
                    <a:pt x="24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50"/>
            <p:cNvSpPr/>
            <p:nvPr/>
          </p:nvSpPr>
          <p:spPr>
            <a:xfrm>
              <a:off x="6267867" y="3036404"/>
              <a:ext cx="714377" cy="966561"/>
            </a:xfrm>
            <a:custGeom>
              <a:avLst/>
              <a:gdLst/>
              <a:ahLst/>
              <a:cxnLst/>
              <a:rect l="l" t="t" r="r" b="b"/>
              <a:pathLst>
                <a:path w="9824" h="13292" extrusionOk="0">
                  <a:moveTo>
                    <a:pt x="4454" y="0"/>
                  </a:moveTo>
                  <a:cubicBezTo>
                    <a:pt x="3916" y="0"/>
                    <a:pt x="3493" y="18"/>
                    <a:pt x="3323" y="31"/>
                  </a:cubicBezTo>
                  <a:cubicBezTo>
                    <a:pt x="1698" y="119"/>
                    <a:pt x="1464" y="1949"/>
                    <a:pt x="1464" y="1949"/>
                  </a:cubicBezTo>
                  <a:lnTo>
                    <a:pt x="1215" y="7337"/>
                  </a:lnTo>
                  <a:lnTo>
                    <a:pt x="0" y="11948"/>
                  </a:lnTo>
                  <a:cubicBezTo>
                    <a:pt x="2025" y="12963"/>
                    <a:pt x="3788" y="13291"/>
                    <a:pt x="5221" y="13291"/>
                  </a:cubicBezTo>
                  <a:cubicBezTo>
                    <a:pt x="7839" y="13291"/>
                    <a:pt x="9355" y="12197"/>
                    <a:pt x="9355" y="12197"/>
                  </a:cubicBezTo>
                  <a:lnTo>
                    <a:pt x="9472" y="7424"/>
                  </a:lnTo>
                  <a:cubicBezTo>
                    <a:pt x="9472" y="7424"/>
                    <a:pt x="9823" y="5536"/>
                    <a:pt x="9721" y="3281"/>
                  </a:cubicBezTo>
                  <a:cubicBezTo>
                    <a:pt x="9648" y="1056"/>
                    <a:pt x="8330" y="617"/>
                    <a:pt x="8330" y="617"/>
                  </a:cubicBezTo>
                  <a:cubicBezTo>
                    <a:pt x="7640" y="102"/>
                    <a:pt x="5727" y="0"/>
                    <a:pt x="44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50"/>
            <p:cNvSpPr/>
            <p:nvPr/>
          </p:nvSpPr>
          <p:spPr>
            <a:xfrm>
              <a:off x="5579139" y="3865841"/>
              <a:ext cx="1443515" cy="1313714"/>
            </a:xfrm>
            <a:custGeom>
              <a:avLst/>
              <a:gdLst/>
              <a:ahLst/>
              <a:cxnLst/>
              <a:rect l="l" t="t" r="r" b="b"/>
              <a:pathLst>
                <a:path w="19851" h="18066" extrusionOk="0">
                  <a:moveTo>
                    <a:pt x="2902" y="0"/>
                  </a:moveTo>
                  <a:cubicBezTo>
                    <a:pt x="1" y="0"/>
                    <a:pt x="527" y="18066"/>
                    <a:pt x="527" y="18066"/>
                  </a:cubicBezTo>
                  <a:lnTo>
                    <a:pt x="5197" y="18066"/>
                  </a:lnTo>
                  <a:cubicBezTo>
                    <a:pt x="5197" y="18066"/>
                    <a:pt x="5460" y="6647"/>
                    <a:pt x="5489" y="5695"/>
                  </a:cubicBezTo>
                  <a:cubicBezTo>
                    <a:pt x="5493" y="5481"/>
                    <a:pt x="5816" y="5404"/>
                    <a:pt x="6360" y="5404"/>
                  </a:cubicBezTo>
                  <a:cubicBezTo>
                    <a:pt x="7760" y="5404"/>
                    <a:pt x="10623" y="5913"/>
                    <a:pt x="13277" y="5913"/>
                  </a:cubicBezTo>
                  <a:cubicBezTo>
                    <a:pt x="14182" y="5913"/>
                    <a:pt x="15063" y="5854"/>
                    <a:pt x="15854" y="5695"/>
                  </a:cubicBezTo>
                  <a:cubicBezTo>
                    <a:pt x="19851" y="4890"/>
                    <a:pt x="18826" y="791"/>
                    <a:pt x="18826" y="791"/>
                  </a:cubicBezTo>
                  <a:cubicBezTo>
                    <a:pt x="18826" y="791"/>
                    <a:pt x="5197" y="30"/>
                    <a:pt x="2913" y="0"/>
                  </a:cubicBezTo>
                  <a:cubicBezTo>
                    <a:pt x="2909" y="0"/>
                    <a:pt x="2906" y="0"/>
                    <a:pt x="29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50"/>
            <p:cNvSpPr/>
            <p:nvPr/>
          </p:nvSpPr>
          <p:spPr>
            <a:xfrm>
              <a:off x="6330624" y="2624521"/>
              <a:ext cx="387584" cy="491498"/>
            </a:xfrm>
            <a:custGeom>
              <a:avLst/>
              <a:gdLst/>
              <a:ahLst/>
              <a:cxnLst/>
              <a:rect l="l" t="t" r="r" b="b"/>
              <a:pathLst>
                <a:path w="5330" h="6759" extrusionOk="0">
                  <a:moveTo>
                    <a:pt x="2506" y="0"/>
                  </a:moveTo>
                  <a:cubicBezTo>
                    <a:pt x="2491" y="0"/>
                    <a:pt x="2476" y="1"/>
                    <a:pt x="2460" y="1"/>
                  </a:cubicBezTo>
                  <a:lnTo>
                    <a:pt x="1070" y="45"/>
                  </a:lnTo>
                  <a:cubicBezTo>
                    <a:pt x="1070" y="45"/>
                    <a:pt x="264" y="45"/>
                    <a:pt x="264" y="440"/>
                  </a:cubicBezTo>
                  <a:cubicBezTo>
                    <a:pt x="264" y="440"/>
                    <a:pt x="1" y="5139"/>
                    <a:pt x="1494" y="5212"/>
                  </a:cubicBezTo>
                  <a:lnTo>
                    <a:pt x="2387" y="5212"/>
                  </a:lnTo>
                  <a:lnTo>
                    <a:pt x="2387" y="5871"/>
                  </a:lnTo>
                  <a:cubicBezTo>
                    <a:pt x="2387" y="6091"/>
                    <a:pt x="2490" y="6310"/>
                    <a:pt x="2695" y="6427"/>
                  </a:cubicBezTo>
                  <a:cubicBezTo>
                    <a:pt x="2945" y="6579"/>
                    <a:pt x="3315" y="6759"/>
                    <a:pt x="3689" y="6759"/>
                  </a:cubicBezTo>
                  <a:cubicBezTo>
                    <a:pt x="3927" y="6759"/>
                    <a:pt x="4167" y="6686"/>
                    <a:pt x="4378" y="6486"/>
                  </a:cubicBezTo>
                  <a:cubicBezTo>
                    <a:pt x="4612" y="6237"/>
                    <a:pt x="4730" y="5915"/>
                    <a:pt x="4686" y="5578"/>
                  </a:cubicBezTo>
                  <a:lnTo>
                    <a:pt x="4495" y="3075"/>
                  </a:lnTo>
                  <a:cubicBezTo>
                    <a:pt x="4495" y="3075"/>
                    <a:pt x="5330" y="2914"/>
                    <a:pt x="5169" y="2036"/>
                  </a:cubicBezTo>
                  <a:cubicBezTo>
                    <a:pt x="5082" y="1570"/>
                    <a:pt x="4843" y="1436"/>
                    <a:pt x="4596" y="1436"/>
                  </a:cubicBezTo>
                  <a:cubicBezTo>
                    <a:pt x="4260" y="1436"/>
                    <a:pt x="3910" y="1684"/>
                    <a:pt x="3910" y="1684"/>
                  </a:cubicBezTo>
                  <a:lnTo>
                    <a:pt x="3910" y="630"/>
                  </a:lnTo>
                  <a:cubicBezTo>
                    <a:pt x="3910" y="630"/>
                    <a:pt x="3838" y="0"/>
                    <a:pt x="2506"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50"/>
            <p:cNvSpPr/>
            <p:nvPr/>
          </p:nvSpPr>
          <p:spPr>
            <a:xfrm>
              <a:off x="6410471" y="2785304"/>
              <a:ext cx="20361" cy="103332"/>
            </a:xfrm>
            <a:custGeom>
              <a:avLst/>
              <a:gdLst/>
              <a:ahLst/>
              <a:cxnLst/>
              <a:rect l="l" t="t" r="r" b="b"/>
              <a:pathLst>
                <a:path w="280" h="1421" extrusionOk="0">
                  <a:moveTo>
                    <a:pt x="59" y="0"/>
                  </a:moveTo>
                  <a:cubicBezTo>
                    <a:pt x="45" y="0"/>
                    <a:pt x="1" y="352"/>
                    <a:pt x="1" y="776"/>
                  </a:cubicBezTo>
                  <a:lnTo>
                    <a:pt x="1" y="1069"/>
                  </a:lnTo>
                  <a:cubicBezTo>
                    <a:pt x="1" y="1157"/>
                    <a:pt x="1" y="1245"/>
                    <a:pt x="59" y="1318"/>
                  </a:cubicBezTo>
                  <a:cubicBezTo>
                    <a:pt x="118" y="1391"/>
                    <a:pt x="191" y="1420"/>
                    <a:pt x="221" y="1420"/>
                  </a:cubicBezTo>
                  <a:cubicBezTo>
                    <a:pt x="264" y="1420"/>
                    <a:pt x="279" y="1391"/>
                    <a:pt x="279" y="1391"/>
                  </a:cubicBezTo>
                  <a:cubicBezTo>
                    <a:pt x="279" y="1376"/>
                    <a:pt x="264" y="1376"/>
                    <a:pt x="221" y="1376"/>
                  </a:cubicBezTo>
                  <a:cubicBezTo>
                    <a:pt x="191" y="1362"/>
                    <a:pt x="147" y="1347"/>
                    <a:pt x="118" y="1289"/>
                  </a:cubicBezTo>
                  <a:cubicBezTo>
                    <a:pt x="59" y="1171"/>
                    <a:pt x="103" y="981"/>
                    <a:pt x="103" y="776"/>
                  </a:cubicBezTo>
                  <a:cubicBezTo>
                    <a:pt x="103" y="352"/>
                    <a:pt x="74" y="0"/>
                    <a:pt x="59" y="0"/>
                  </a:cubicBezTo>
                  <a:close/>
                </a:path>
              </a:pathLst>
            </a:custGeom>
            <a:solidFill>
              <a:srgbClr val="4A33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50"/>
            <p:cNvSpPr/>
            <p:nvPr/>
          </p:nvSpPr>
          <p:spPr>
            <a:xfrm>
              <a:off x="6483990" y="2788503"/>
              <a:ext cx="6399" cy="24506"/>
            </a:xfrm>
            <a:custGeom>
              <a:avLst/>
              <a:gdLst/>
              <a:ahLst/>
              <a:cxnLst/>
              <a:rect l="l" t="t" r="r" b="b"/>
              <a:pathLst>
                <a:path w="88" h="337" extrusionOk="0">
                  <a:moveTo>
                    <a:pt x="59" y="0"/>
                  </a:moveTo>
                  <a:cubicBezTo>
                    <a:pt x="15" y="0"/>
                    <a:pt x="0" y="88"/>
                    <a:pt x="0" y="176"/>
                  </a:cubicBezTo>
                  <a:cubicBezTo>
                    <a:pt x="0" y="278"/>
                    <a:pt x="15" y="337"/>
                    <a:pt x="44" y="337"/>
                  </a:cubicBezTo>
                  <a:cubicBezTo>
                    <a:pt x="59" y="337"/>
                    <a:pt x="88" y="278"/>
                    <a:pt x="88" y="176"/>
                  </a:cubicBezTo>
                  <a:cubicBezTo>
                    <a:pt x="88" y="73"/>
                    <a:pt x="73" y="0"/>
                    <a:pt x="59" y="0"/>
                  </a:cubicBezTo>
                  <a:close/>
                </a:path>
              </a:pathLst>
            </a:custGeom>
            <a:solidFill>
              <a:srgbClr val="4A33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50"/>
            <p:cNvSpPr/>
            <p:nvPr/>
          </p:nvSpPr>
          <p:spPr>
            <a:xfrm>
              <a:off x="6373238" y="2787413"/>
              <a:ext cx="7563" cy="24579"/>
            </a:xfrm>
            <a:custGeom>
              <a:avLst/>
              <a:gdLst/>
              <a:ahLst/>
              <a:cxnLst/>
              <a:rect l="l" t="t" r="r" b="b"/>
              <a:pathLst>
                <a:path w="104" h="338" extrusionOk="0">
                  <a:moveTo>
                    <a:pt x="59" y="1"/>
                  </a:moveTo>
                  <a:cubicBezTo>
                    <a:pt x="30" y="1"/>
                    <a:pt x="1" y="74"/>
                    <a:pt x="1" y="176"/>
                  </a:cubicBezTo>
                  <a:cubicBezTo>
                    <a:pt x="1" y="264"/>
                    <a:pt x="30" y="337"/>
                    <a:pt x="44" y="337"/>
                  </a:cubicBezTo>
                  <a:cubicBezTo>
                    <a:pt x="59" y="337"/>
                    <a:pt x="103" y="264"/>
                    <a:pt x="103" y="176"/>
                  </a:cubicBezTo>
                  <a:cubicBezTo>
                    <a:pt x="103" y="74"/>
                    <a:pt x="74" y="1"/>
                    <a:pt x="59" y="1"/>
                  </a:cubicBezTo>
                  <a:close/>
                </a:path>
              </a:pathLst>
            </a:custGeom>
            <a:solidFill>
              <a:srgbClr val="4A33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50"/>
            <p:cNvSpPr/>
            <p:nvPr/>
          </p:nvSpPr>
          <p:spPr>
            <a:xfrm>
              <a:off x="6623394" y="2762324"/>
              <a:ext cx="47994" cy="66246"/>
            </a:xfrm>
            <a:custGeom>
              <a:avLst/>
              <a:gdLst/>
              <a:ahLst/>
              <a:cxnLst/>
              <a:rect l="l" t="t" r="r" b="b"/>
              <a:pathLst>
                <a:path w="660" h="911" extrusionOk="0">
                  <a:moveTo>
                    <a:pt x="582" y="1"/>
                  </a:moveTo>
                  <a:cubicBezTo>
                    <a:pt x="556" y="1"/>
                    <a:pt x="503" y="14"/>
                    <a:pt x="425" y="53"/>
                  </a:cubicBezTo>
                  <a:cubicBezTo>
                    <a:pt x="313" y="95"/>
                    <a:pt x="187" y="204"/>
                    <a:pt x="87" y="368"/>
                  </a:cubicBezTo>
                  <a:lnTo>
                    <a:pt x="87" y="368"/>
                  </a:lnTo>
                  <a:cubicBezTo>
                    <a:pt x="82" y="371"/>
                    <a:pt x="78" y="373"/>
                    <a:pt x="74" y="375"/>
                  </a:cubicBezTo>
                  <a:lnTo>
                    <a:pt x="80" y="380"/>
                  </a:lnTo>
                  <a:lnTo>
                    <a:pt x="80" y="380"/>
                  </a:lnTo>
                  <a:cubicBezTo>
                    <a:pt x="78" y="383"/>
                    <a:pt x="76" y="386"/>
                    <a:pt x="74" y="389"/>
                  </a:cubicBezTo>
                  <a:lnTo>
                    <a:pt x="1" y="565"/>
                  </a:lnTo>
                  <a:lnTo>
                    <a:pt x="147" y="448"/>
                  </a:lnTo>
                  <a:cubicBezTo>
                    <a:pt x="206" y="389"/>
                    <a:pt x="264" y="360"/>
                    <a:pt x="338" y="331"/>
                  </a:cubicBezTo>
                  <a:cubicBezTo>
                    <a:pt x="353" y="326"/>
                    <a:pt x="368" y="324"/>
                    <a:pt x="382" y="324"/>
                  </a:cubicBezTo>
                  <a:cubicBezTo>
                    <a:pt x="462" y="324"/>
                    <a:pt x="520" y="388"/>
                    <a:pt x="557" y="463"/>
                  </a:cubicBezTo>
                  <a:cubicBezTo>
                    <a:pt x="586" y="536"/>
                    <a:pt x="572" y="638"/>
                    <a:pt x="542" y="697"/>
                  </a:cubicBezTo>
                  <a:cubicBezTo>
                    <a:pt x="469" y="829"/>
                    <a:pt x="367" y="887"/>
                    <a:pt x="396" y="902"/>
                  </a:cubicBezTo>
                  <a:cubicBezTo>
                    <a:pt x="396" y="908"/>
                    <a:pt x="400" y="911"/>
                    <a:pt x="407" y="911"/>
                  </a:cubicBezTo>
                  <a:cubicBezTo>
                    <a:pt x="435" y="911"/>
                    <a:pt x="513" y="861"/>
                    <a:pt x="572" y="755"/>
                  </a:cubicBezTo>
                  <a:cubicBezTo>
                    <a:pt x="630" y="682"/>
                    <a:pt x="660" y="580"/>
                    <a:pt x="630" y="448"/>
                  </a:cubicBezTo>
                  <a:cubicBezTo>
                    <a:pt x="616" y="389"/>
                    <a:pt x="572" y="316"/>
                    <a:pt x="513" y="287"/>
                  </a:cubicBezTo>
                  <a:cubicBezTo>
                    <a:pt x="458" y="254"/>
                    <a:pt x="403" y="238"/>
                    <a:pt x="349" y="238"/>
                  </a:cubicBezTo>
                  <a:cubicBezTo>
                    <a:pt x="330" y="238"/>
                    <a:pt x="312" y="239"/>
                    <a:pt x="294" y="243"/>
                  </a:cubicBezTo>
                  <a:cubicBezTo>
                    <a:pt x="281" y="250"/>
                    <a:pt x="268" y="256"/>
                    <a:pt x="256" y="263"/>
                  </a:cubicBezTo>
                  <a:lnTo>
                    <a:pt x="256" y="263"/>
                  </a:lnTo>
                  <a:cubicBezTo>
                    <a:pt x="318" y="189"/>
                    <a:pt x="387" y="132"/>
                    <a:pt x="440" y="97"/>
                  </a:cubicBezTo>
                  <a:cubicBezTo>
                    <a:pt x="542" y="53"/>
                    <a:pt x="601" y="24"/>
                    <a:pt x="601" y="9"/>
                  </a:cubicBezTo>
                  <a:cubicBezTo>
                    <a:pt x="601" y="4"/>
                    <a:pt x="595" y="1"/>
                    <a:pt x="582" y="1"/>
                  </a:cubicBezTo>
                  <a:close/>
                </a:path>
              </a:pathLst>
            </a:custGeom>
            <a:solidFill>
              <a:srgbClr val="4A33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50"/>
            <p:cNvSpPr/>
            <p:nvPr/>
          </p:nvSpPr>
          <p:spPr>
            <a:xfrm>
              <a:off x="6434977" y="2924416"/>
              <a:ext cx="39486" cy="10689"/>
            </a:xfrm>
            <a:custGeom>
              <a:avLst/>
              <a:gdLst/>
              <a:ahLst/>
              <a:cxnLst/>
              <a:rect l="l" t="t" r="r" b="b"/>
              <a:pathLst>
                <a:path w="543" h="147" extrusionOk="0">
                  <a:moveTo>
                    <a:pt x="498" y="1"/>
                  </a:moveTo>
                  <a:cubicBezTo>
                    <a:pt x="455" y="1"/>
                    <a:pt x="370" y="24"/>
                    <a:pt x="250" y="34"/>
                  </a:cubicBezTo>
                  <a:cubicBezTo>
                    <a:pt x="132" y="64"/>
                    <a:pt x="1" y="49"/>
                    <a:pt x="1" y="93"/>
                  </a:cubicBezTo>
                  <a:cubicBezTo>
                    <a:pt x="1" y="115"/>
                    <a:pt x="61" y="146"/>
                    <a:pt x="169" y="146"/>
                  </a:cubicBezTo>
                  <a:cubicBezTo>
                    <a:pt x="201" y="146"/>
                    <a:pt x="238" y="144"/>
                    <a:pt x="279" y="137"/>
                  </a:cubicBezTo>
                  <a:cubicBezTo>
                    <a:pt x="440" y="122"/>
                    <a:pt x="542" y="34"/>
                    <a:pt x="528" y="20"/>
                  </a:cubicBezTo>
                  <a:cubicBezTo>
                    <a:pt x="528" y="6"/>
                    <a:pt x="517" y="1"/>
                    <a:pt x="498" y="1"/>
                  </a:cubicBezTo>
                  <a:close/>
                </a:path>
              </a:pathLst>
            </a:custGeom>
            <a:solidFill>
              <a:srgbClr val="4A33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50"/>
            <p:cNvSpPr/>
            <p:nvPr/>
          </p:nvSpPr>
          <p:spPr>
            <a:xfrm>
              <a:off x="6323207" y="3875295"/>
              <a:ext cx="920894" cy="522112"/>
            </a:xfrm>
            <a:custGeom>
              <a:avLst/>
              <a:gdLst/>
              <a:ahLst/>
              <a:cxnLst/>
              <a:rect l="l" t="t" r="r" b="b"/>
              <a:pathLst>
                <a:path w="12664" h="7180" extrusionOk="0">
                  <a:moveTo>
                    <a:pt x="12664" y="368"/>
                  </a:moveTo>
                  <a:lnTo>
                    <a:pt x="12659" y="419"/>
                  </a:lnTo>
                  <a:lnTo>
                    <a:pt x="12659" y="419"/>
                  </a:lnTo>
                  <a:cubicBezTo>
                    <a:pt x="12661" y="402"/>
                    <a:pt x="12662" y="385"/>
                    <a:pt x="12664" y="368"/>
                  </a:cubicBezTo>
                  <a:close/>
                  <a:moveTo>
                    <a:pt x="12659" y="419"/>
                  </a:moveTo>
                  <a:lnTo>
                    <a:pt x="12659" y="419"/>
                  </a:lnTo>
                  <a:cubicBezTo>
                    <a:pt x="12656" y="455"/>
                    <a:pt x="12652" y="492"/>
                    <a:pt x="12648" y="529"/>
                  </a:cubicBezTo>
                  <a:lnTo>
                    <a:pt x="12648" y="529"/>
                  </a:lnTo>
                  <a:cubicBezTo>
                    <a:pt x="12648" y="529"/>
                    <a:pt x="12649" y="529"/>
                    <a:pt x="12649" y="529"/>
                  </a:cubicBezTo>
                  <a:lnTo>
                    <a:pt x="12659" y="419"/>
                  </a:lnTo>
                  <a:close/>
                  <a:moveTo>
                    <a:pt x="9043" y="1"/>
                  </a:moveTo>
                  <a:cubicBezTo>
                    <a:pt x="6685" y="1"/>
                    <a:pt x="4325" y="651"/>
                    <a:pt x="2328" y="1905"/>
                  </a:cubicBezTo>
                  <a:cubicBezTo>
                    <a:pt x="1596" y="2359"/>
                    <a:pt x="894" y="2915"/>
                    <a:pt x="469" y="3677"/>
                  </a:cubicBezTo>
                  <a:cubicBezTo>
                    <a:pt x="74" y="4438"/>
                    <a:pt x="0" y="5433"/>
                    <a:pt x="513" y="6136"/>
                  </a:cubicBezTo>
                  <a:cubicBezTo>
                    <a:pt x="1040" y="6839"/>
                    <a:pt x="2035" y="7073"/>
                    <a:pt x="2928" y="7146"/>
                  </a:cubicBezTo>
                  <a:cubicBezTo>
                    <a:pt x="3231" y="7168"/>
                    <a:pt x="3535" y="7180"/>
                    <a:pt x="3839" y="7180"/>
                  </a:cubicBezTo>
                  <a:cubicBezTo>
                    <a:pt x="5742" y="7180"/>
                    <a:pt x="7648" y="6736"/>
                    <a:pt x="9238" y="5726"/>
                  </a:cubicBezTo>
                  <a:cubicBezTo>
                    <a:pt x="11038" y="4584"/>
                    <a:pt x="12405" y="2661"/>
                    <a:pt x="12648" y="529"/>
                  </a:cubicBezTo>
                  <a:lnTo>
                    <a:pt x="12648" y="529"/>
                  </a:lnTo>
                  <a:cubicBezTo>
                    <a:pt x="11480" y="175"/>
                    <a:pt x="10262" y="1"/>
                    <a:pt x="90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0"/>
            <p:cNvSpPr/>
            <p:nvPr/>
          </p:nvSpPr>
          <p:spPr>
            <a:xfrm>
              <a:off x="6467992" y="3851443"/>
              <a:ext cx="339663" cy="249276"/>
            </a:xfrm>
            <a:custGeom>
              <a:avLst/>
              <a:gdLst/>
              <a:ahLst/>
              <a:cxnLst/>
              <a:rect l="l" t="t" r="r" b="b"/>
              <a:pathLst>
                <a:path w="4671" h="3428" extrusionOk="0">
                  <a:moveTo>
                    <a:pt x="1160" y="0"/>
                  </a:moveTo>
                  <a:cubicBezTo>
                    <a:pt x="1045" y="0"/>
                    <a:pt x="968" y="11"/>
                    <a:pt x="952" y="37"/>
                  </a:cubicBezTo>
                  <a:cubicBezTo>
                    <a:pt x="879" y="184"/>
                    <a:pt x="1216" y="638"/>
                    <a:pt x="1874" y="711"/>
                  </a:cubicBezTo>
                  <a:cubicBezTo>
                    <a:pt x="1874" y="711"/>
                    <a:pt x="0" y="1926"/>
                    <a:pt x="235" y="2160"/>
                  </a:cubicBezTo>
                  <a:cubicBezTo>
                    <a:pt x="265" y="2190"/>
                    <a:pt x="312" y="2203"/>
                    <a:pt x="371" y="2203"/>
                  </a:cubicBezTo>
                  <a:cubicBezTo>
                    <a:pt x="802" y="2203"/>
                    <a:pt x="1889" y="1502"/>
                    <a:pt x="1889" y="1501"/>
                  </a:cubicBezTo>
                  <a:lnTo>
                    <a:pt x="1889" y="1501"/>
                  </a:lnTo>
                  <a:cubicBezTo>
                    <a:pt x="1889" y="1502"/>
                    <a:pt x="601" y="2482"/>
                    <a:pt x="791" y="2746"/>
                  </a:cubicBezTo>
                  <a:cubicBezTo>
                    <a:pt x="814" y="2778"/>
                    <a:pt x="855" y="2793"/>
                    <a:pt x="909" y="2793"/>
                  </a:cubicBezTo>
                  <a:cubicBezTo>
                    <a:pt x="1266" y="2793"/>
                    <a:pt x="2181" y="2175"/>
                    <a:pt x="2182" y="2175"/>
                  </a:cubicBezTo>
                  <a:lnTo>
                    <a:pt x="2182" y="2175"/>
                  </a:lnTo>
                  <a:cubicBezTo>
                    <a:pt x="2181" y="2175"/>
                    <a:pt x="1011" y="3068"/>
                    <a:pt x="1245" y="3141"/>
                  </a:cubicBezTo>
                  <a:cubicBezTo>
                    <a:pt x="1268" y="3151"/>
                    <a:pt x="1298" y="3156"/>
                    <a:pt x="1333" y="3156"/>
                  </a:cubicBezTo>
                  <a:cubicBezTo>
                    <a:pt x="1655" y="3156"/>
                    <a:pt x="2416" y="2775"/>
                    <a:pt x="2416" y="2775"/>
                  </a:cubicBezTo>
                  <a:lnTo>
                    <a:pt x="2416" y="2775"/>
                  </a:lnTo>
                  <a:cubicBezTo>
                    <a:pt x="2416" y="2775"/>
                    <a:pt x="1552" y="3346"/>
                    <a:pt x="1801" y="3419"/>
                  </a:cubicBezTo>
                  <a:cubicBezTo>
                    <a:pt x="1817" y="3425"/>
                    <a:pt x="1842" y="3428"/>
                    <a:pt x="1874" y="3428"/>
                  </a:cubicBezTo>
                  <a:cubicBezTo>
                    <a:pt x="2315" y="3428"/>
                    <a:pt x="4158" y="2907"/>
                    <a:pt x="4158" y="2907"/>
                  </a:cubicBezTo>
                  <a:cubicBezTo>
                    <a:pt x="4670" y="2687"/>
                    <a:pt x="3045" y="228"/>
                    <a:pt x="3045" y="228"/>
                  </a:cubicBezTo>
                  <a:cubicBezTo>
                    <a:pt x="3045" y="228"/>
                    <a:pt x="1692" y="0"/>
                    <a:pt x="1160"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50"/>
            <p:cNvSpPr/>
            <p:nvPr/>
          </p:nvSpPr>
          <p:spPr>
            <a:xfrm>
              <a:off x="6687315" y="3098288"/>
              <a:ext cx="743100" cy="966634"/>
            </a:xfrm>
            <a:custGeom>
              <a:avLst/>
              <a:gdLst/>
              <a:ahLst/>
              <a:cxnLst/>
              <a:rect l="l" t="t" r="r" b="b"/>
              <a:pathLst>
                <a:path w="10219" h="13293" extrusionOk="0">
                  <a:moveTo>
                    <a:pt x="2987" y="0"/>
                  </a:moveTo>
                  <a:lnTo>
                    <a:pt x="571" y="2284"/>
                  </a:lnTo>
                  <a:cubicBezTo>
                    <a:pt x="571" y="2284"/>
                    <a:pt x="5622" y="7144"/>
                    <a:pt x="4582" y="7876"/>
                  </a:cubicBezTo>
                  <a:cubicBezTo>
                    <a:pt x="2299" y="9443"/>
                    <a:pt x="0" y="10585"/>
                    <a:pt x="0" y="10585"/>
                  </a:cubicBezTo>
                  <a:lnTo>
                    <a:pt x="1157" y="13293"/>
                  </a:lnTo>
                  <a:cubicBezTo>
                    <a:pt x="1157" y="13293"/>
                    <a:pt x="4890" y="11434"/>
                    <a:pt x="5827" y="10965"/>
                  </a:cubicBezTo>
                  <a:cubicBezTo>
                    <a:pt x="6764" y="10482"/>
                    <a:pt x="10219" y="8579"/>
                    <a:pt x="7744" y="5124"/>
                  </a:cubicBezTo>
                  <a:cubicBezTo>
                    <a:pt x="5270" y="1655"/>
                    <a:pt x="2987" y="0"/>
                    <a:pt x="298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50"/>
            <p:cNvSpPr/>
            <p:nvPr/>
          </p:nvSpPr>
          <p:spPr>
            <a:xfrm>
              <a:off x="5487512" y="3058874"/>
              <a:ext cx="984813" cy="649804"/>
            </a:xfrm>
            <a:custGeom>
              <a:avLst/>
              <a:gdLst/>
              <a:ahLst/>
              <a:cxnLst/>
              <a:rect l="l" t="t" r="r" b="b"/>
              <a:pathLst>
                <a:path w="13543" h="8936" extrusionOk="0">
                  <a:moveTo>
                    <a:pt x="13117" y="1"/>
                  </a:moveTo>
                  <a:cubicBezTo>
                    <a:pt x="13117" y="1"/>
                    <a:pt x="8237" y="5326"/>
                    <a:pt x="6986" y="5326"/>
                  </a:cubicBezTo>
                  <a:cubicBezTo>
                    <a:pt x="6953" y="5326"/>
                    <a:pt x="6923" y="5322"/>
                    <a:pt x="6896" y="5315"/>
                  </a:cubicBezTo>
                  <a:cubicBezTo>
                    <a:pt x="5148" y="4849"/>
                    <a:pt x="1732" y="1904"/>
                    <a:pt x="1713" y="1904"/>
                  </a:cubicBezTo>
                  <a:cubicBezTo>
                    <a:pt x="1713" y="1904"/>
                    <a:pt x="1713" y="1904"/>
                    <a:pt x="1713" y="1904"/>
                  </a:cubicBezTo>
                  <a:lnTo>
                    <a:pt x="1" y="4627"/>
                  </a:lnTo>
                  <a:cubicBezTo>
                    <a:pt x="1" y="4627"/>
                    <a:pt x="4705" y="8935"/>
                    <a:pt x="7116" y="8935"/>
                  </a:cubicBezTo>
                  <a:cubicBezTo>
                    <a:pt x="7368" y="8935"/>
                    <a:pt x="7595" y="8888"/>
                    <a:pt x="7789" y="8784"/>
                  </a:cubicBezTo>
                  <a:cubicBezTo>
                    <a:pt x="9838" y="7701"/>
                    <a:pt x="13542" y="4114"/>
                    <a:pt x="13542" y="4114"/>
                  </a:cubicBezTo>
                  <a:lnTo>
                    <a:pt x="1311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50"/>
            <p:cNvSpPr/>
            <p:nvPr/>
          </p:nvSpPr>
          <p:spPr>
            <a:xfrm>
              <a:off x="6282775" y="2592816"/>
              <a:ext cx="344972" cy="159906"/>
            </a:xfrm>
            <a:custGeom>
              <a:avLst/>
              <a:gdLst/>
              <a:ahLst/>
              <a:cxnLst/>
              <a:rect l="l" t="t" r="r" b="b"/>
              <a:pathLst>
                <a:path w="4744" h="2199" extrusionOk="0">
                  <a:moveTo>
                    <a:pt x="2095" y="0"/>
                  </a:moveTo>
                  <a:cubicBezTo>
                    <a:pt x="1526" y="0"/>
                    <a:pt x="966" y="57"/>
                    <a:pt x="425" y="232"/>
                  </a:cubicBezTo>
                  <a:cubicBezTo>
                    <a:pt x="234" y="305"/>
                    <a:pt x="0" y="437"/>
                    <a:pt x="0" y="642"/>
                  </a:cubicBezTo>
                  <a:cubicBezTo>
                    <a:pt x="0" y="803"/>
                    <a:pt x="147" y="949"/>
                    <a:pt x="322" y="993"/>
                  </a:cubicBezTo>
                  <a:cubicBezTo>
                    <a:pt x="367" y="1001"/>
                    <a:pt x="412" y="1005"/>
                    <a:pt x="457" y="1005"/>
                  </a:cubicBezTo>
                  <a:cubicBezTo>
                    <a:pt x="573" y="1005"/>
                    <a:pt x="689" y="981"/>
                    <a:pt x="805" y="949"/>
                  </a:cubicBezTo>
                  <a:lnTo>
                    <a:pt x="805" y="949"/>
                  </a:lnTo>
                  <a:cubicBezTo>
                    <a:pt x="630" y="1008"/>
                    <a:pt x="410" y="1081"/>
                    <a:pt x="278" y="1242"/>
                  </a:cubicBezTo>
                  <a:cubicBezTo>
                    <a:pt x="147" y="1388"/>
                    <a:pt x="147" y="1681"/>
                    <a:pt x="337" y="1769"/>
                  </a:cubicBezTo>
                  <a:cubicBezTo>
                    <a:pt x="374" y="1790"/>
                    <a:pt x="414" y="1798"/>
                    <a:pt x="457" y="1798"/>
                  </a:cubicBezTo>
                  <a:cubicBezTo>
                    <a:pt x="534" y="1798"/>
                    <a:pt x="619" y="1773"/>
                    <a:pt x="703" y="1754"/>
                  </a:cubicBezTo>
                  <a:cubicBezTo>
                    <a:pt x="1013" y="1667"/>
                    <a:pt x="1324" y="1580"/>
                    <a:pt x="1635" y="1493"/>
                  </a:cubicBezTo>
                  <a:lnTo>
                    <a:pt x="1635" y="1493"/>
                  </a:lnTo>
                  <a:cubicBezTo>
                    <a:pt x="1597" y="1539"/>
                    <a:pt x="1574" y="1604"/>
                    <a:pt x="1581" y="1666"/>
                  </a:cubicBezTo>
                  <a:cubicBezTo>
                    <a:pt x="1596" y="1784"/>
                    <a:pt x="1728" y="1886"/>
                    <a:pt x="1859" y="1901"/>
                  </a:cubicBezTo>
                  <a:cubicBezTo>
                    <a:pt x="1894" y="1909"/>
                    <a:pt x="1929" y="1913"/>
                    <a:pt x="1966" y="1913"/>
                  </a:cubicBezTo>
                  <a:cubicBezTo>
                    <a:pt x="2054" y="1913"/>
                    <a:pt x="2147" y="1892"/>
                    <a:pt x="2240" y="1871"/>
                  </a:cubicBezTo>
                  <a:cubicBezTo>
                    <a:pt x="2913" y="1681"/>
                    <a:pt x="3587" y="1520"/>
                    <a:pt x="4275" y="1330"/>
                  </a:cubicBezTo>
                  <a:lnTo>
                    <a:pt x="4275" y="1330"/>
                  </a:lnTo>
                  <a:cubicBezTo>
                    <a:pt x="4216" y="1505"/>
                    <a:pt x="4246" y="1725"/>
                    <a:pt x="4275" y="1901"/>
                  </a:cubicBezTo>
                  <a:cubicBezTo>
                    <a:pt x="4285" y="2057"/>
                    <a:pt x="4333" y="2198"/>
                    <a:pt x="4433" y="2198"/>
                  </a:cubicBezTo>
                  <a:cubicBezTo>
                    <a:pt x="4474" y="2198"/>
                    <a:pt x="4523" y="2175"/>
                    <a:pt x="4582" y="2120"/>
                  </a:cubicBezTo>
                  <a:lnTo>
                    <a:pt x="4685" y="1213"/>
                  </a:lnTo>
                  <a:cubicBezTo>
                    <a:pt x="4743" y="700"/>
                    <a:pt x="4407" y="407"/>
                    <a:pt x="4172" y="261"/>
                  </a:cubicBezTo>
                  <a:cubicBezTo>
                    <a:pt x="3938" y="129"/>
                    <a:pt x="3660" y="85"/>
                    <a:pt x="3397" y="71"/>
                  </a:cubicBezTo>
                  <a:cubicBezTo>
                    <a:pt x="2961" y="33"/>
                    <a:pt x="2526" y="0"/>
                    <a:pt x="20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50"/>
            <p:cNvSpPr/>
            <p:nvPr/>
          </p:nvSpPr>
          <p:spPr>
            <a:xfrm>
              <a:off x="6350913" y="3306920"/>
              <a:ext cx="25597" cy="274727"/>
            </a:xfrm>
            <a:custGeom>
              <a:avLst/>
              <a:gdLst/>
              <a:ahLst/>
              <a:cxnLst/>
              <a:rect l="l" t="t" r="r" b="b"/>
              <a:pathLst>
                <a:path w="352" h="3778" extrusionOk="0">
                  <a:moveTo>
                    <a:pt x="337" y="1"/>
                  </a:moveTo>
                  <a:cubicBezTo>
                    <a:pt x="308" y="1"/>
                    <a:pt x="220" y="850"/>
                    <a:pt x="132" y="1889"/>
                  </a:cubicBezTo>
                  <a:cubicBezTo>
                    <a:pt x="44" y="2929"/>
                    <a:pt x="0" y="3778"/>
                    <a:pt x="15" y="3778"/>
                  </a:cubicBezTo>
                  <a:cubicBezTo>
                    <a:pt x="59" y="3778"/>
                    <a:pt x="147" y="2929"/>
                    <a:pt x="220" y="1889"/>
                  </a:cubicBezTo>
                  <a:cubicBezTo>
                    <a:pt x="308" y="850"/>
                    <a:pt x="351" y="1"/>
                    <a:pt x="3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50"/>
            <p:cNvSpPr/>
            <p:nvPr/>
          </p:nvSpPr>
          <p:spPr>
            <a:xfrm>
              <a:off x="6756471" y="3067237"/>
              <a:ext cx="209790" cy="445249"/>
            </a:xfrm>
            <a:custGeom>
              <a:avLst/>
              <a:gdLst/>
              <a:ahLst/>
              <a:cxnLst/>
              <a:rect l="l" t="t" r="r" b="b"/>
              <a:pathLst>
                <a:path w="2885" h="6123" extrusionOk="0">
                  <a:moveTo>
                    <a:pt x="1375" y="1"/>
                  </a:moveTo>
                  <a:cubicBezTo>
                    <a:pt x="1362" y="1"/>
                    <a:pt x="1281" y="69"/>
                    <a:pt x="1201" y="149"/>
                  </a:cubicBezTo>
                  <a:cubicBezTo>
                    <a:pt x="1040" y="266"/>
                    <a:pt x="835" y="442"/>
                    <a:pt x="601" y="720"/>
                  </a:cubicBezTo>
                  <a:cubicBezTo>
                    <a:pt x="367" y="998"/>
                    <a:pt x="147" y="1364"/>
                    <a:pt x="59" y="1818"/>
                  </a:cubicBezTo>
                  <a:cubicBezTo>
                    <a:pt x="1" y="2052"/>
                    <a:pt x="1" y="2301"/>
                    <a:pt x="59" y="2550"/>
                  </a:cubicBezTo>
                  <a:cubicBezTo>
                    <a:pt x="118" y="2814"/>
                    <a:pt x="220" y="3048"/>
                    <a:pt x="367" y="3267"/>
                  </a:cubicBezTo>
                  <a:cubicBezTo>
                    <a:pt x="513" y="3487"/>
                    <a:pt x="660" y="3692"/>
                    <a:pt x="835" y="3882"/>
                  </a:cubicBezTo>
                  <a:cubicBezTo>
                    <a:pt x="996" y="4073"/>
                    <a:pt x="1143" y="4278"/>
                    <a:pt x="1289" y="4439"/>
                  </a:cubicBezTo>
                  <a:cubicBezTo>
                    <a:pt x="1582" y="4790"/>
                    <a:pt x="1860" y="5083"/>
                    <a:pt x="2094" y="5332"/>
                  </a:cubicBezTo>
                  <a:cubicBezTo>
                    <a:pt x="2328" y="5595"/>
                    <a:pt x="2519" y="5785"/>
                    <a:pt x="2665" y="5917"/>
                  </a:cubicBezTo>
                  <a:cubicBezTo>
                    <a:pt x="2782" y="6049"/>
                    <a:pt x="2885" y="6122"/>
                    <a:pt x="2885" y="6122"/>
                  </a:cubicBezTo>
                  <a:cubicBezTo>
                    <a:pt x="2885" y="6122"/>
                    <a:pt x="2812" y="6049"/>
                    <a:pt x="2680" y="5902"/>
                  </a:cubicBezTo>
                  <a:cubicBezTo>
                    <a:pt x="2533" y="5756"/>
                    <a:pt x="2343" y="5537"/>
                    <a:pt x="2123" y="5302"/>
                  </a:cubicBezTo>
                  <a:cubicBezTo>
                    <a:pt x="1904" y="5039"/>
                    <a:pt x="1640" y="4731"/>
                    <a:pt x="1348" y="4380"/>
                  </a:cubicBezTo>
                  <a:cubicBezTo>
                    <a:pt x="1201" y="4204"/>
                    <a:pt x="1055" y="4014"/>
                    <a:pt x="879" y="3838"/>
                  </a:cubicBezTo>
                  <a:cubicBezTo>
                    <a:pt x="718" y="3648"/>
                    <a:pt x="572" y="3443"/>
                    <a:pt x="425" y="3223"/>
                  </a:cubicBezTo>
                  <a:cubicBezTo>
                    <a:pt x="279" y="3004"/>
                    <a:pt x="176" y="2784"/>
                    <a:pt x="118" y="2550"/>
                  </a:cubicBezTo>
                  <a:cubicBezTo>
                    <a:pt x="59" y="2316"/>
                    <a:pt x="59" y="2082"/>
                    <a:pt x="103" y="1862"/>
                  </a:cubicBezTo>
                  <a:cubicBezTo>
                    <a:pt x="191" y="1423"/>
                    <a:pt x="411" y="1071"/>
                    <a:pt x="601" y="793"/>
                  </a:cubicBezTo>
                  <a:cubicBezTo>
                    <a:pt x="806" y="515"/>
                    <a:pt x="1011" y="339"/>
                    <a:pt x="1157" y="208"/>
                  </a:cubicBezTo>
                  <a:cubicBezTo>
                    <a:pt x="1304" y="76"/>
                    <a:pt x="1377" y="3"/>
                    <a:pt x="1377" y="3"/>
                  </a:cubicBezTo>
                  <a:cubicBezTo>
                    <a:pt x="1377" y="1"/>
                    <a:pt x="1376" y="1"/>
                    <a:pt x="13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50"/>
            <p:cNvSpPr/>
            <p:nvPr/>
          </p:nvSpPr>
          <p:spPr>
            <a:xfrm>
              <a:off x="5976188" y="3452650"/>
              <a:ext cx="26687" cy="106677"/>
            </a:xfrm>
            <a:custGeom>
              <a:avLst/>
              <a:gdLst/>
              <a:ahLst/>
              <a:cxnLst/>
              <a:rect l="l" t="t" r="r" b="b"/>
              <a:pathLst>
                <a:path w="367" h="1467" extrusionOk="0">
                  <a:moveTo>
                    <a:pt x="333" y="0"/>
                  </a:moveTo>
                  <a:cubicBezTo>
                    <a:pt x="300" y="0"/>
                    <a:pt x="215" y="326"/>
                    <a:pt x="117" y="705"/>
                  </a:cubicBezTo>
                  <a:cubicBezTo>
                    <a:pt x="29" y="1130"/>
                    <a:pt x="0" y="1466"/>
                    <a:pt x="15" y="1466"/>
                  </a:cubicBezTo>
                  <a:cubicBezTo>
                    <a:pt x="44" y="1466"/>
                    <a:pt x="146" y="1130"/>
                    <a:pt x="234" y="749"/>
                  </a:cubicBezTo>
                  <a:cubicBezTo>
                    <a:pt x="322" y="324"/>
                    <a:pt x="366" y="2"/>
                    <a:pt x="337" y="2"/>
                  </a:cubicBezTo>
                  <a:cubicBezTo>
                    <a:pt x="336" y="1"/>
                    <a:pt x="334" y="0"/>
                    <a:pt x="3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50"/>
            <p:cNvSpPr/>
            <p:nvPr/>
          </p:nvSpPr>
          <p:spPr>
            <a:xfrm>
              <a:off x="5998513" y="3447486"/>
              <a:ext cx="6472" cy="111840"/>
            </a:xfrm>
            <a:custGeom>
              <a:avLst/>
              <a:gdLst/>
              <a:ahLst/>
              <a:cxnLst/>
              <a:rect l="l" t="t" r="r" b="b"/>
              <a:pathLst>
                <a:path w="89" h="1538" extrusionOk="0">
                  <a:moveTo>
                    <a:pt x="30" y="0"/>
                  </a:moveTo>
                  <a:cubicBezTo>
                    <a:pt x="0" y="0"/>
                    <a:pt x="0" y="337"/>
                    <a:pt x="0" y="761"/>
                  </a:cubicBezTo>
                  <a:cubicBezTo>
                    <a:pt x="0" y="1186"/>
                    <a:pt x="30" y="1537"/>
                    <a:pt x="59" y="1537"/>
                  </a:cubicBezTo>
                  <a:cubicBezTo>
                    <a:pt x="74" y="1537"/>
                    <a:pt x="88" y="1186"/>
                    <a:pt x="88" y="761"/>
                  </a:cubicBezTo>
                  <a:cubicBezTo>
                    <a:pt x="88" y="337"/>
                    <a:pt x="59" y="0"/>
                    <a:pt x="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50"/>
            <p:cNvSpPr/>
            <p:nvPr/>
          </p:nvSpPr>
          <p:spPr>
            <a:xfrm>
              <a:off x="6466901" y="3122794"/>
              <a:ext cx="116130" cy="772914"/>
            </a:xfrm>
            <a:custGeom>
              <a:avLst/>
              <a:gdLst/>
              <a:ahLst/>
              <a:cxnLst/>
              <a:rect l="l" t="t" r="r" b="b"/>
              <a:pathLst>
                <a:path w="1597" h="10629" extrusionOk="0">
                  <a:moveTo>
                    <a:pt x="1597" y="0"/>
                  </a:moveTo>
                  <a:cubicBezTo>
                    <a:pt x="1567" y="0"/>
                    <a:pt x="1567" y="29"/>
                    <a:pt x="1567" y="102"/>
                  </a:cubicBezTo>
                  <a:cubicBezTo>
                    <a:pt x="1567" y="176"/>
                    <a:pt x="1553" y="293"/>
                    <a:pt x="1553" y="410"/>
                  </a:cubicBezTo>
                  <a:cubicBezTo>
                    <a:pt x="1538" y="688"/>
                    <a:pt x="1523" y="1069"/>
                    <a:pt x="1494" y="1566"/>
                  </a:cubicBezTo>
                  <a:cubicBezTo>
                    <a:pt x="1450" y="2533"/>
                    <a:pt x="1333" y="3879"/>
                    <a:pt x="1113" y="5358"/>
                  </a:cubicBezTo>
                  <a:cubicBezTo>
                    <a:pt x="894" y="6822"/>
                    <a:pt x="616" y="8140"/>
                    <a:pt x="381" y="9091"/>
                  </a:cubicBezTo>
                  <a:cubicBezTo>
                    <a:pt x="250" y="9560"/>
                    <a:pt x="162" y="9955"/>
                    <a:pt x="89" y="10204"/>
                  </a:cubicBezTo>
                  <a:cubicBezTo>
                    <a:pt x="74" y="10336"/>
                    <a:pt x="30" y="10438"/>
                    <a:pt x="15" y="10511"/>
                  </a:cubicBezTo>
                  <a:cubicBezTo>
                    <a:pt x="1" y="10584"/>
                    <a:pt x="1" y="10628"/>
                    <a:pt x="1" y="10628"/>
                  </a:cubicBezTo>
                  <a:cubicBezTo>
                    <a:pt x="15" y="10628"/>
                    <a:pt x="15" y="10584"/>
                    <a:pt x="59" y="10540"/>
                  </a:cubicBezTo>
                  <a:cubicBezTo>
                    <a:pt x="74" y="10467"/>
                    <a:pt x="103" y="10365"/>
                    <a:pt x="147" y="10248"/>
                  </a:cubicBezTo>
                  <a:cubicBezTo>
                    <a:pt x="220" y="9984"/>
                    <a:pt x="323" y="9604"/>
                    <a:pt x="455" y="9120"/>
                  </a:cubicBezTo>
                  <a:cubicBezTo>
                    <a:pt x="718" y="8169"/>
                    <a:pt x="1011" y="6851"/>
                    <a:pt x="1231" y="5373"/>
                  </a:cubicBezTo>
                  <a:cubicBezTo>
                    <a:pt x="1450" y="3894"/>
                    <a:pt x="1538" y="2533"/>
                    <a:pt x="1567" y="1566"/>
                  </a:cubicBezTo>
                  <a:cubicBezTo>
                    <a:pt x="1597" y="1098"/>
                    <a:pt x="1597" y="688"/>
                    <a:pt x="1597" y="410"/>
                  </a:cubicBezTo>
                  <a:lnTo>
                    <a:pt x="1597" y="102"/>
                  </a:lnTo>
                  <a:lnTo>
                    <a:pt x="15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3" name="Google Shape;1423;p50"/>
            <p:cNvGrpSpPr/>
            <p:nvPr/>
          </p:nvGrpSpPr>
          <p:grpSpPr>
            <a:xfrm>
              <a:off x="5668511" y="2548675"/>
              <a:ext cx="482274" cy="403509"/>
              <a:chOff x="5668511" y="2548675"/>
              <a:chExt cx="482274" cy="403509"/>
            </a:xfrm>
          </p:grpSpPr>
          <p:sp>
            <p:nvSpPr>
              <p:cNvPr id="1424" name="Google Shape;1424;p50"/>
              <p:cNvSpPr/>
              <p:nvPr/>
            </p:nvSpPr>
            <p:spPr>
              <a:xfrm>
                <a:off x="5668511" y="2548675"/>
                <a:ext cx="458847" cy="403509"/>
              </a:xfrm>
              <a:custGeom>
                <a:avLst/>
                <a:gdLst/>
                <a:ahLst/>
                <a:cxnLst/>
                <a:rect l="l" t="t" r="r" b="b"/>
                <a:pathLst>
                  <a:path w="6310" h="5549" extrusionOk="0">
                    <a:moveTo>
                      <a:pt x="3146" y="0"/>
                    </a:moveTo>
                    <a:cubicBezTo>
                      <a:pt x="2766" y="0"/>
                      <a:pt x="2379" y="77"/>
                      <a:pt x="2006" y="239"/>
                    </a:cubicBezTo>
                    <a:cubicBezTo>
                      <a:pt x="615" y="868"/>
                      <a:pt x="0" y="2508"/>
                      <a:pt x="615" y="3913"/>
                    </a:cubicBezTo>
                    <a:cubicBezTo>
                      <a:pt x="1089" y="4937"/>
                      <a:pt x="2095" y="5548"/>
                      <a:pt x="3160" y="5548"/>
                    </a:cubicBezTo>
                    <a:cubicBezTo>
                      <a:pt x="3541" y="5548"/>
                      <a:pt x="3930" y="5470"/>
                      <a:pt x="4304" y="5304"/>
                    </a:cubicBezTo>
                    <a:cubicBezTo>
                      <a:pt x="5695" y="4674"/>
                      <a:pt x="6310" y="3035"/>
                      <a:pt x="5695" y="1629"/>
                    </a:cubicBezTo>
                    <a:cubicBezTo>
                      <a:pt x="5220" y="604"/>
                      <a:pt x="4212" y="0"/>
                      <a:pt x="31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50"/>
              <p:cNvSpPr/>
              <p:nvPr/>
            </p:nvSpPr>
            <p:spPr>
              <a:xfrm>
                <a:off x="6034728" y="2825736"/>
                <a:ext cx="116057" cy="70318"/>
              </a:xfrm>
              <a:custGeom>
                <a:avLst/>
                <a:gdLst/>
                <a:ahLst/>
                <a:cxnLst/>
                <a:rect l="l" t="t" r="r" b="b"/>
                <a:pathLst>
                  <a:path w="1596" h="967" extrusionOk="0">
                    <a:moveTo>
                      <a:pt x="688" y="1"/>
                    </a:moveTo>
                    <a:lnTo>
                      <a:pt x="0" y="938"/>
                    </a:lnTo>
                    <a:lnTo>
                      <a:pt x="1596" y="967"/>
                    </a:lnTo>
                    <a:lnTo>
                      <a:pt x="6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50"/>
              <p:cNvSpPr/>
              <p:nvPr/>
            </p:nvSpPr>
            <p:spPr>
              <a:xfrm>
                <a:off x="5795189" y="2737382"/>
                <a:ext cx="39413" cy="99041"/>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50"/>
              <p:cNvSpPr/>
              <p:nvPr/>
            </p:nvSpPr>
            <p:spPr>
              <a:xfrm>
                <a:off x="5848420" y="2708658"/>
                <a:ext cx="50102" cy="121438"/>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50"/>
              <p:cNvSpPr/>
              <p:nvPr/>
            </p:nvSpPr>
            <p:spPr>
              <a:xfrm>
                <a:off x="5910159" y="2666044"/>
                <a:ext cx="66100" cy="159760"/>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29" name="Google Shape;1429;p50"/>
          <p:cNvGrpSpPr/>
          <p:nvPr/>
        </p:nvGrpSpPr>
        <p:grpSpPr>
          <a:xfrm>
            <a:off x="1713576" y="2557983"/>
            <a:ext cx="2047266" cy="2696140"/>
            <a:chOff x="1713576" y="2557983"/>
            <a:chExt cx="2047266" cy="2696140"/>
          </a:xfrm>
        </p:grpSpPr>
        <p:sp>
          <p:nvSpPr>
            <p:cNvPr id="1430" name="Google Shape;1430;p50"/>
            <p:cNvSpPr/>
            <p:nvPr/>
          </p:nvSpPr>
          <p:spPr>
            <a:xfrm>
              <a:off x="3351952" y="5113487"/>
              <a:ext cx="408891" cy="127837"/>
            </a:xfrm>
            <a:custGeom>
              <a:avLst/>
              <a:gdLst/>
              <a:ahLst/>
              <a:cxnLst/>
              <a:rect l="l" t="t" r="r" b="b"/>
              <a:pathLst>
                <a:path w="5623" h="1758" extrusionOk="0">
                  <a:moveTo>
                    <a:pt x="308" y="1"/>
                  </a:moveTo>
                  <a:lnTo>
                    <a:pt x="1" y="1758"/>
                  </a:lnTo>
                  <a:cubicBezTo>
                    <a:pt x="1" y="1758"/>
                    <a:pt x="4188" y="1758"/>
                    <a:pt x="4890" y="1728"/>
                  </a:cubicBezTo>
                  <a:cubicBezTo>
                    <a:pt x="5622" y="1728"/>
                    <a:pt x="4305" y="1070"/>
                    <a:pt x="4305" y="1070"/>
                  </a:cubicBezTo>
                  <a:lnTo>
                    <a:pt x="45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50"/>
            <p:cNvSpPr/>
            <p:nvPr/>
          </p:nvSpPr>
          <p:spPr>
            <a:xfrm>
              <a:off x="3163535" y="5126286"/>
              <a:ext cx="409909" cy="127837"/>
            </a:xfrm>
            <a:custGeom>
              <a:avLst/>
              <a:gdLst/>
              <a:ahLst/>
              <a:cxnLst/>
              <a:rect l="l" t="t" r="r" b="b"/>
              <a:pathLst>
                <a:path w="5637" h="1758" extrusionOk="0">
                  <a:moveTo>
                    <a:pt x="323" y="1"/>
                  </a:moveTo>
                  <a:lnTo>
                    <a:pt x="1" y="1757"/>
                  </a:lnTo>
                  <a:cubicBezTo>
                    <a:pt x="1" y="1757"/>
                    <a:pt x="4173" y="1743"/>
                    <a:pt x="4905" y="1743"/>
                  </a:cubicBezTo>
                  <a:cubicBezTo>
                    <a:pt x="5637" y="1743"/>
                    <a:pt x="4319" y="1084"/>
                    <a:pt x="4319" y="1084"/>
                  </a:cubicBezTo>
                  <a:lnTo>
                    <a:pt x="45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50"/>
            <p:cNvSpPr/>
            <p:nvPr/>
          </p:nvSpPr>
          <p:spPr>
            <a:xfrm>
              <a:off x="2213961" y="4374731"/>
              <a:ext cx="71336" cy="878282"/>
            </a:xfrm>
            <a:custGeom>
              <a:avLst/>
              <a:gdLst/>
              <a:ahLst/>
              <a:cxnLst/>
              <a:rect l="l" t="t" r="r" b="b"/>
              <a:pathLst>
                <a:path w="981" h="12078" extrusionOk="0">
                  <a:moveTo>
                    <a:pt x="498" y="0"/>
                  </a:moveTo>
                  <a:lnTo>
                    <a:pt x="0" y="29"/>
                  </a:lnTo>
                  <a:lnTo>
                    <a:pt x="644" y="12078"/>
                  </a:lnTo>
                  <a:lnTo>
                    <a:pt x="981" y="12078"/>
                  </a:lnTo>
                  <a:lnTo>
                    <a:pt x="49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50"/>
            <p:cNvSpPr/>
            <p:nvPr/>
          </p:nvSpPr>
          <p:spPr>
            <a:xfrm>
              <a:off x="2854840" y="4349134"/>
              <a:ext cx="36213" cy="879373"/>
            </a:xfrm>
            <a:custGeom>
              <a:avLst/>
              <a:gdLst/>
              <a:ahLst/>
              <a:cxnLst/>
              <a:rect l="l" t="t" r="r" b="b"/>
              <a:pathLst>
                <a:path w="498" h="12093" extrusionOk="0">
                  <a:moveTo>
                    <a:pt x="498" y="1"/>
                  </a:moveTo>
                  <a:lnTo>
                    <a:pt x="0" y="15"/>
                  </a:lnTo>
                  <a:lnTo>
                    <a:pt x="44" y="12078"/>
                  </a:lnTo>
                  <a:lnTo>
                    <a:pt x="395" y="12093"/>
                  </a:lnTo>
                  <a:lnTo>
                    <a:pt x="49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50"/>
            <p:cNvSpPr/>
            <p:nvPr/>
          </p:nvSpPr>
          <p:spPr>
            <a:xfrm>
              <a:off x="2250103" y="4350225"/>
              <a:ext cx="622825" cy="563197"/>
            </a:xfrm>
            <a:custGeom>
              <a:avLst/>
              <a:gdLst/>
              <a:ahLst/>
              <a:cxnLst/>
              <a:rect l="l" t="t" r="r" b="b"/>
              <a:pathLst>
                <a:path w="8565" h="7745" extrusionOk="0">
                  <a:moveTo>
                    <a:pt x="8301" y="0"/>
                  </a:moveTo>
                  <a:lnTo>
                    <a:pt x="1" y="7218"/>
                  </a:lnTo>
                  <a:lnTo>
                    <a:pt x="1" y="7745"/>
                  </a:lnTo>
                  <a:lnTo>
                    <a:pt x="8565" y="205"/>
                  </a:lnTo>
                  <a:lnTo>
                    <a:pt x="83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50"/>
            <p:cNvSpPr/>
            <p:nvPr/>
          </p:nvSpPr>
          <p:spPr>
            <a:xfrm>
              <a:off x="2241594" y="4374731"/>
              <a:ext cx="644132" cy="538691"/>
            </a:xfrm>
            <a:custGeom>
              <a:avLst/>
              <a:gdLst/>
              <a:ahLst/>
              <a:cxnLst/>
              <a:rect l="l" t="t" r="r" b="b"/>
              <a:pathLst>
                <a:path w="8858" h="7408" extrusionOk="0">
                  <a:moveTo>
                    <a:pt x="235" y="0"/>
                  </a:moveTo>
                  <a:lnTo>
                    <a:pt x="1" y="220"/>
                  </a:lnTo>
                  <a:lnTo>
                    <a:pt x="8784" y="7408"/>
                  </a:lnTo>
                  <a:lnTo>
                    <a:pt x="8858" y="7100"/>
                  </a:lnTo>
                  <a:lnTo>
                    <a:pt x="2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50"/>
            <p:cNvSpPr/>
            <p:nvPr/>
          </p:nvSpPr>
          <p:spPr>
            <a:xfrm>
              <a:off x="1713576" y="3029059"/>
              <a:ext cx="1540448" cy="1438788"/>
            </a:xfrm>
            <a:custGeom>
              <a:avLst/>
              <a:gdLst/>
              <a:ahLst/>
              <a:cxnLst/>
              <a:rect l="l" t="t" r="r" b="b"/>
              <a:pathLst>
                <a:path w="21184" h="19786" extrusionOk="0">
                  <a:moveTo>
                    <a:pt x="8257" y="1"/>
                  </a:moveTo>
                  <a:cubicBezTo>
                    <a:pt x="4905" y="660"/>
                    <a:pt x="2021" y="3295"/>
                    <a:pt x="1025" y="6559"/>
                  </a:cubicBezTo>
                  <a:cubicBezTo>
                    <a:pt x="1" y="9809"/>
                    <a:pt x="835" y="13557"/>
                    <a:pt x="3075" y="16148"/>
                  </a:cubicBezTo>
                  <a:cubicBezTo>
                    <a:pt x="5074" y="18463"/>
                    <a:pt x="8150" y="19786"/>
                    <a:pt x="11217" y="19786"/>
                  </a:cubicBezTo>
                  <a:cubicBezTo>
                    <a:pt x="11563" y="19786"/>
                    <a:pt x="11909" y="19769"/>
                    <a:pt x="12254" y="19735"/>
                  </a:cubicBezTo>
                  <a:cubicBezTo>
                    <a:pt x="15665" y="19383"/>
                    <a:pt x="18827" y="17392"/>
                    <a:pt x="20671" y="14509"/>
                  </a:cubicBezTo>
                  <a:cubicBezTo>
                    <a:pt x="20891" y="14186"/>
                    <a:pt x="21096" y="13820"/>
                    <a:pt x="21125" y="13411"/>
                  </a:cubicBezTo>
                  <a:cubicBezTo>
                    <a:pt x="21184" y="12898"/>
                    <a:pt x="20950" y="12415"/>
                    <a:pt x="20730" y="11947"/>
                  </a:cubicBezTo>
                  <a:cubicBezTo>
                    <a:pt x="18739" y="7950"/>
                    <a:pt x="15972" y="4334"/>
                    <a:pt x="12620" y="1362"/>
                  </a:cubicBezTo>
                  <a:cubicBezTo>
                    <a:pt x="11434" y="308"/>
                    <a:pt x="9824" y="1"/>
                    <a:pt x="82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50"/>
            <p:cNvSpPr/>
            <p:nvPr/>
          </p:nvSpPr>
          <p:spPr>
            <a:xfrm>
              <a:off x="2308651" y="3838135"/>
              <a:ext cx="1410647" cy="1314805"/>
            </a:xfrm>
            <a:custGeom>
              <a:avLst/>
              <a:gdLst/>
              <a:ahLst/>
              <a:cxnLst/>
              <a:rect l="l" t="t" r="r" b="b"/>
              <a:pathLst>
                <a:path w="19399" h="18081" extrusionOk="0">
                  <a:moveTo>
                    <a:pt x="16948" y="1"/>
                  </a:moveTo>
                  <a:cubicBezTo>
                    <a:pt x="16945" y="1"/>
                    <a:pt x="16942" y="1"/>
                    <a:pt x="16939" y="1"/>
                  </a:cubicBezTo>
                  <a:cubicBezTo>
                    <a:pt x="14655" y="30"/>
                    <a:pt x="1026" y="806"/>
                    <a:pt x="1026" y="806"/>
                  </a:cubicBezTo>
                  <a:cubicBezTo>
                    <a:pt x="1026" y="806"/>
                    <a:pt x="1" y="4905"/>
                    <a:pt x="4012" y="5710"/>
                  </a:cubicBezTo>
                  <a:cubicBezTo>
                    <a:pt x="4800" y="5869"/>
                    <a:pt x="5679" y="5928"/>
                    <a:pt x="6582" y="5928"/>
                  </a:cubicBezTo>
                  <a:cubicBezTo>
                    <a:pt x="9231" y="5928"/>
                    <a:pt x="12092" y="5419"/>
                    <a:pt x="13491" y="5419"/>
                  </a:cubicBezTo>
                  <a:cubicBezTo>
                    <a:pt x="14036" y="5419"/>
                    <a:pt x="14359" y="5496"/>
                    <a:pt x="14362" y="5710"/>
                  </a:cubicBezTo>
                  <a:cubicBezTo>
                    <a:pt x="14406" y="6662"/>
                    <a:pt x="14655" y="18081"/>
                    <a:pt x="14655" y="18081"/>
                  </a:cubicBezTo>
                  <a:lnTo>
                    <a:pt x="19325" y="18081"/>
                  </a:lnTo>
                  <a:cubicBezTo>
                    <a:pt x="19325" y="18066"/>
                    <a:pt x="19340" y="17114"/>
                    <a:pt x="19354" y="15650"/>
                  </a:cubicBezTo>
                  <a:cubicBezTo>
                    <a:pt x="19398" y="10738"/>
                    <a:pt x="19194" y="1"/>
                    <a:pt x="16948" y="1"/>
                  </a:cubicBezTo>
                  <a:close/>
                </a:path>
              </a:pathLst>
            </a:custGeom>
            <a:solidFill>
              <a:srgbClr val="151F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50"/>
            <p:cNvSpPr/>
            <p:nvPr/>
          </p:nvSpPr>
          <p:spPr>
            <a:xfrm>
              <a:off x="2308651" y="3837860"/>
              <a:ext cx="1410647" cy="1314805"/>
            </a:xfrm>
            <a:custGeom>
              <a:avLst/>
              <a:gdLst/>
              <a:ahLst/>
              <a:cxnLst/>
              <a:rect l="l" t="t" r="r" b="b"/>
              <a:pathLst>
                <a:path w="19399" h="18081" extrusionOk="0">
                  <a:moveTo>
                    <a:pt x="16948" y="1"/>
                  </a:moveTo>
                  <a:cubicBezTo>
                    <a:pt x="16945" y="1"/>
                    <a:pt x="16942" y="1"/>
                    <a:pt x="16939" y="1"/>
                  </a:cubicBezTo>
                  <a:cubicBezTo>
                    <a:pt x="14655" y="30"/>
                    <a:pt x="1026" y="806"/>
                    <a:pt x="1026" y="806"/>
                  </a:cubicBezTo>
                  <a:cubicBezTo>
                    <a:pt x="1026" y="806"/>
                    <a:pt x="1" y="4905"/>
                    <a:pt x="4012" y="5710"/>
                  </a:cubicBezTo>
                  <a:cubicBezTo>
                    <a:pt x="4800" y="5869"/>
                    <a:pt x="5679" y="5928"/>
                    <a:pt x="6582" y="5928"/>
                  </a:cubicBezTo>
                  <a:cubicBezTo>
                    <a:pt x="9231" y="5928"/>
                    <a:pt x="12092" y="5419"/>
                    <a:pt x="13491" y="5419"/>
                  </a:cubicBezTo>
                  <a:cubicBezTo>
                    <a:pt x="14036" y="5419"/>
                    <a:pt x="14359" y="5496"/>
                    <a:pt x="14362" y="5710"/>
                  </a:cubicBezTo>
                  <a:cubicBezTo>
                    <a:pt x="14406" y="6662"/>
                    <a:pt x="14655" y="18081"/>
                    <a:pt x="14655" y="18081"/>
                  </a:cubicBezTo>
                  <a:lnTo>
                    <a:pt x="19325" y="18081"/>
                  </a:lnTo>
                  <a:cubicBezTo>
                    <a:pt x="19325" y="18066"/>
                    <a:pt x="19340" y="17114"/>
                    <a:pt x="19354" y="15650"/>
                  </a:cubicBezTo>
                  <a:cubicBezTo>
                    <a:pt x="19398" y="10738"/>
                    <a:pt x="19194" y="1"/>
                    <a:pt x="16948" y="1"/>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50"/>
            <p:cNvSpPr/>
            <p:nvPr/>
          </p:nvSpPr>
          <p:spPr>
            <a:xfrm>
              <a:off x="2170256" y="4291686"/>
              <a:ext cx="743173" cy="108640"/>
            </a:xfrm>
            <a:custGeom>
              <a:avLst/>
              <a:gdLst/>
              <a:ahLst/>
              <a:cxnLst/>
              <a:rect l="l" t="t" r="r" b="b"/>
              <a:pathLst>
                <a:path w="10220" h="1494" extrusionOk="0">
                  <a:moveTo>
                    <a:pt x="10219" y="0"/>
                  </a:moveTo>
                  <a:lnTo>
                    <a:pt x="1" y="469"/>
                  </a:lnTo>
                  <a:lnTo>
                    <a:pt x="250" y="1493"/>
                  </a:lnTo>
                  <a:lnTo>
                    <a:pt x="10044" y="981"/>
                  </a:lnTo>
                  <a:lnTo>
                    <a:pt x="10219" y="0"/>
                  </a:lnTo>
                  <a:close/>
                </a:path>
              </a:pathLst>
            </a:custGeom>
            <a:solidFill>
              <a:srgbClr val="FFA3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50"/>
            <p:cNvSpPr/>
            <p:nvPr/>
          </p:nvSpPr>
          <p:spPr>
            <a:xfrm>
              <a:off x="1872178" y="3059165"/>
              <a:ext cx="767606" cy="830143"/>
            </a:xfrm>
            <a:custGeom>
              <a:avLst/>
              <a:gdLst/>
              <a:ahLst/>
              <a:cxnLst/>
              <a:rect l="l" t="t" r="r" b="b"/>
              <a:pathLst>
                <a:path w="10556" h="11416" extrusionOk="0">
                  <a:moveTo>
                    <a:pt x="5434" y="1"/>
                  </a:moveTo>
                  <a:cubicBezTo>
                    <a:pt x="4815" y="1"/>
                    <a:pt x="4185" y="156"/>
                    <a:pt x="3617" y="407"/>
                  </a:cubicBezTo>
                  <a:cubicBezTo>
                    <a:pt x="1479" y="1343"/>
                    <a:pt x="1" y="3657"/>
                    <a:pt x="45" y="5999"/>
                  </a:cubicBezTo>
                  <a:cubicBezTo>
                    <a:pt x="103" y="8319"/>
                    <a:pt x="1655" y="10525"/>
                    <a:pt x="3819" y="11391"/>
                  </a:cubicBezTo>
                  <a:lnTo>
                    <a:pt x="3819" y="11391"/>
                  </a:lnTo>
                  <a:cubicBezTo>
                    <a:pt x="5108" y="11219"/>
                    <a:pt x="6226" y="10731"/>
                    <a:pt x="7423" y="10244"/>
                  </a:cubicBezTo>
                  <a:cubicBezTo>
                    <a:pt x="8682" y="9732"/>
                    <a:pt x="9516" y="8488"/>
                    <a:pt x="9956" y="7185"/>
                  </a:cubicBezTo>
                  <a:cubicBezTo>
                    <a:pt x="10556" y="5384"/>
                    <a:pt x="9678" y="3408"/>
                    <a:pt x="8536" y="1900"/>
                  </a:cubicBezTo>
                  <a:cubicBezTo>
                    <a:pt x="8067" y="1256"/>
                    <a:pt x="7511" y="612"/>
                    <a:pt x="6779" y="289"/>
                  </a:cubicBezTo>
                  <a:cubicBezTo>
                    <a:pt x="6358" y="88"/>
                    <a:pt x="5899" y="1"/>
                    <a:pt x="5434" y="1"/>
                  </a:cubicBezTo>
                  <a:close/>
                  <a:moveTo>
                    <a:pt x="3819" y="11391"/>
                  </a:moveTo>
                  <a:cubicBezTo>
                    <a:pt x="3752" y="11400"/>
                    <a:pt x="3685" y="11408"/>
                    <a:pt x="3617" y="11415"/>
                  </a:cubicBezTo>
                  <a:lnTo>
                    <a:pt x="3880" y="11415"/>
                  </a:lnTo>
                  <a:cubicBezTo>
                    <a:pt x="3860" y="11408"/>
                    <a:pt x="3839" y="11399"/>
                    <a:pt x="3819" y="1139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50"/>
            <p:cNvSpPr/>
            <p:nvPr/>
          </p:nvSpPr>
          <p:spPr>
            <a:xfrm>
              <a:off x="3651121" y="5198714"/>
              <a:ext cx="30905" cy="11926"/>
            </a:xfrm>
            <a:custGeom>
              <a:avLst/>
              <a:gdLst/>
              <a:ahLst/>
              <a:cxnLst/>
              <a:rect l="l" t="t" r="r" b="b"/>
              <a:pathLst>
                <a:path w="425" h="164" extrusionOk="0">
                  <a:moveTo>
                    <a:pt x="425" y="0"/>
                  </a:moveTo>
                  <a:cubicBezTo>
                    <a:pt x="396" y="0"/>
                    <a:pt x="308" y="15"/>
                    <a:pt x="205" y="44"/>
                  </a:cubicBezTo>
                  <a:cubicBezTo>
                    <a:pt x="74" y="88"/>
                    <a:pt x="0" y="132"/>
                    <a:pt x="0" y="161"/>
                  </a:cubicBezTo>
                  <a:cubicBezTo>
                    <a:pt x="2" y="163"/>
                    <a:pt x="4" y="163"/>
                    <a:pt x="8" y="163"/>
                  </a:cubicBezTo>
                  <a:cubicBezTo>
                    <a:pt x="34" y="163"/>
                    <a:pt x="116" y="114"/>
                    <a:pt x="220" y="88"/>
                  </a:cubicBezTo>
                  <a:cubicBezTo>
                    <a:pt x="322" y="29"/>
                    <a:pt x="425" y="15"/>
                    <a:pt x="4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50"/>
            <p:cNvSpPr/>
            <p:nvPr/>
          </p:nvSpPr>
          <p:spPr>
            <a:xfrm>
              <a:off x="3636213" y="5193333"/>
              <a:ext cx="31996" cy="10762"/>
            </a:xfrm>
            <a:custGeom>
              <a:avLst/>
              <a:gdLst/>
              <a:ahLst/>
              <a:cxnLst/>
              <a:rect l="l" t="t" r="r" b="b"/>
              <a:pathLst>
                <a:path w="440" h="148" extrusionOk="0">
                  <a:moveTo>
                    <a:pt x="440" y="1"/>
                  </a:moveTo>
                  <a:cubicBezTo>
                    <a:pt x="440" y="1"/>
                    <a:pt x="337" y="1"/>
                    <a:pt x="205" y="30"/>
                  </a:cubicBezTo>
                  <a:cubicBezTo>
                    <a:pt x="88" y="74"/>
                    <a:pt x="0" y="118"/>
                    <a:pt x="0" y="147"/>
                  </a:cubicBezTo>
                  <a:lnTo>
                    <a:pt x="220" y="74"/>
                  </a:lnTo>
                  <a:cubicBezTo>
                    <a:pt x="352" y="30"/>
                    <a:pt x="440" y="16"/>
                    <a:pt x="4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50"/>
            <p:cNvSpPr/>
            <p:nvPr/>
          </p:nvSpPr>
          <p:spPr>
            <a:xfrm>
              <a:off x="3663919" y="5206059"/>
              <a:ext cx="25597" cy="24651"/>
            </a:xfrm>
            <a:custGeom>
              <a:avLst/>
              <a:gdLst/>
              <a:ahLst/>
              <a:cxnLst/>
              <a:rect l="l" t="t" r="r" b="b"/>
              <a:pathLst>
                <a:path w="352" h="339" extrusionOk="0">
                  <a:moveTo>
                    <a:pt x="334" y="1"/>
                  </a:moveTo>
                  <a:cubicBezTo>
                    <a:pt x="294" y="1"/>
                    <a:pt x="197" y="10"/>
                    <a:pt x="117" y="89"/>
                  </a:cubicBezTo>
                  <a:cubicBezTo>
                    <a:pt x="0" y="207"/>
                    <a:pt x="0" y="338"/>
                    <a:pt x="29" y="338"/>
                  </a:cubicBezTo>
                  <a:cubicBezTo>
                    <a:pt x="29" y="338"/>
                    <a:pt x="44" y="221"/>
                    <a:pt x="132" y="119"/>
                  </a:cubicBezTo>
                  <a:cubicBezTo>
                    <a:pt x="249" y="16"/>
                    <a:pt x="351" y="16"/>
                    <a:pt x="351" y="2"/>
                  </a:cubicBezTo>
                  <a:cubicBezTo>
                    <a:pt x="351" y="2"/>
                    <a:pt x="345" y="1"/>
                    <a:pt x="3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50"/>
            <p:cNvSpPr/>
            <p:nvPr/>
          </p:nvSpPr>
          <p:spPr>
            <a:xfrm>
              <a:off x="3501027" y="5212531"/>
              <a:ext cx="71409" cy="3272"/>
            </a:xfrm>
            <a:custGeom>
              <a:avLst/>
              <a:gdLst/>
              <a:ahLst/>
              <a:cxnLst/>
              <a:rect l="l" t="t" r="r" b="b"/>
              <a:pathLst>
                <a:path w="982" h="45" extrusionOk="0">
                  <a:moveTo>
                    <a:pt x="483" y="0"/>
                  </a:moveTo>
                  <a:cubicBezTo>
                    <a:pt x="220" y="0"/>
                    <a:pt x="0" y="0"/>
                    <a:pt x="0" y="30"/>
                  </a:cubicBezTo>
                  <a:cubicBezTo>
                    <a:pt x="0" y="44"/>
                    <a:pt x="220" y="44"/>
                    <a:pt x="483" y="44"/>
                  </a:cubicBezTo>
                  <a:cubicBezTo>
                    <a:pt x="761" y="44"/>
                    <a:pt x="981" y="44"/>
                    <a:pt x="981" y="30"/>
                  </a:cubicBezTo>
                  <a:cubicBezTo>
                    <a:pt x="981" y="30"/>
                    <a:pt x="761" y="0"/>
                    <a:pt x="4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50"/>
            <p:cNvSpPr/>
            <p:nvPr/>
          </p:nvSpPr>
          <p:spPr>
            <a:xfrm>
              <a:off x="3169934" y="5240237"/>
              <a:ext cx="363078" cy="3200"/>
            </a:xfrm>
            <a:custGeom>
              <a:avLst/>
              <a:gdLst/>
              <a:ahLst/>
              <a:cxnLst/>
              <a:rect l="l" t="t" r="r" b="b"/>
              <a:pathLst>
                <a:path w="4993" h="44" extrusionOk="0">
                  <a:moveTo>
                    <a:pt x="2504" y="0"/>
                  </a:moveTo>
                  <a:cubicBezTo>
                    <a:pt x="1128" y="0"/>
                    <a:pt x="0" y="0"/>
                    <a:pt x="0" y="29"/>
                  </a:cubicBezTo>
                  <a:cubicBezTo>
                    <a:pt x="0" y="44"/>
                    <a:pt x="1128" y="44"/>
                    <a:pt x="2504" y="44"/>
                  </a:cubicBezTo>
                  <a:cubicBezTo>
                    <a:pt x="3865" y="44"/>
                    <a:pt x="4992" y="44"/>
                    <a:pt x="4992" y="29"/>
                  </a:cubicBezTo>
                  <a:cubicBezTo>
                    <a:pt x="4992" y="29"/>
                    <a:pt x="3865" y="15"/>
                    <a:pt x="25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50"/>
            <p:cNvSpPr/>
            <p:nvPr/>
          </p:nvSpPr>
          <p:spPr>
            <a:xfrm>
              <a:off x="3463722" y="5211077"/>
              <a:ext cx="29887" cy="12726"/>
            </a:xfrm>
            <a:custGeom>
              <a:avLst/>
              <a:gdLst/>
              <a:ahLst/>
              <a:cxnLst/>
              <a:rect l="l" t="t" r="r" b="b"/>
              <a:pathLst>
                <a:path w="411" h="175" extrusionOk="0">
                  <a:moveTo>
                    <a:pt x="395" y="0"/>
                  </a:moveTo>
                  <a:cubicBezTo>
                    <a:pt x="362" y="0"/>
                    <a:pt x="281" y="20"/>
                    <a:pt x="191" y="64"/>
                  </a:cubicBezTo>
                  <a:cubicBezTo>
                    <a:pt x="74" y="94"/>
                    <a:pt x="1" y="152"/>
                    <a:pt x="1" y="167"/>
                  </a:cubicBezTo>
                  <a:cubicBezTo>
                    <a:pt x="4" y="172"/>
                    <a:pt x="9" y="175"/>
                    <a:pt x="16" y="175"/>
                  </a:cubicBezTo>
                  <a:cubicBezTo>
                    <a:pt x="49" y="175"/>
                    <a:pt x="125" y="129"/>
                    <a:pt x="220" y="94"/>
                  </a:cubicBezTo>
                  <a:cubicBezTo>
                    <a:pt x="323" y="50"/>
                    <a:pt x="411" y="20"/>
                    <a:pt x="411" y="6"/>
                  </a:cubicBezTo>
                  <a:cubicBezTo>
                    <a:pt x="411" y="2"/>
                    <a:pt x="405"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50"/>
            <p:cNvSpPr/>
            <p:nvPr/>
          </p:nvSpPr>
          <p:spPr>
            <a:xfrm>
              <a:off x="3449905" y="5206132"/>
              <a:ext cx="31996" cy="10689"/>
            </a:xfrm>
            <a:custGeom>
              <a:avLst/>
              <a:gdLst/>
              <a:ahLst/>
              <a:cxnLst/>
              <a:rect l="l" t="t" r="r" b="b"/>
              <a:pathLst>
                <a:path w="440" h="147" extrusionOk="0">
                  <a:moveTo>
                    <a:pt x="440" y="1"/>
                  </a:moveTo>
                  <a:cubicBezTo>
                    <a:pt x="425" y="1"/>
                    <a:pt x="337" y="1"/>
                    <a:pt x="205" y="30"/>
                  </a:cubicBezTo>
                  <a:cubicBezTo>
                    <a:pt x="88" y="74"/>
                    <a:pt x="1" y="132"/>
                    <a:pt x="1" y="147"/>
                  </a:cubicBezTo>
                  <a:lnTo>
                    <a:pt x="220" y="74"/>
                  </a:lnTo>
                  <a:cubicBezTo>
                    <a:pt x="352" y="44"/>
                    <a:pt x="440" y="15"/>
                    <a:pt x="4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50"/>
            <p:cNvSpPr/>
            <p:nvPr/>
          </p:nvSpPr>
          <p:spPr>
            <a:xfrm>
              <a:off x="3172043" y="5200242"/>
              <a:ext cx="102314" cy="41085"/>
            </a:xfrm>
            <a:custGeom>
              <a:avLst/>
              <a:gdLst/>
              <a:ahLst/>
              <a:cxnLst/>
              <a:rect l="l" t="t" r="r" b="b"/>
              <a:pathLst>
                <a:path w="1407" h="565" extrusionOk="0">
                  <a:moveTo>
                    <a:pt x="400" y="0"/>
                  </a:moveTo>
                  <a:cubicBezTo>
                    <a:pt x="339" y="0"/>
                    <a:pt x="284" y="3"/>
                    <a:pt x="235" y="8"/>
                  </a:cubicBezTo>
                  <a:cubicBezTo>
                    <a:pt x="88" y="23"/>
                    <a:pt x="1" y="52"/>
                    <a:pt x="1" y="52"/>
                  </a:cubicBezTo>
                  <a:cubicBezTo>
                    <a:pt x="1" y="57"/>
                    <a:pt x="10" y="59"/>
                    <a:pt x="29" y="59"/>
                  </a:cubicBezTo>
                  <a:cubicBezTo>
                    <a:pt x="66" y="59"/>
                    <a:pt x="137" y="52"/>
                    <a:pt x="235" y="52"/>
                  </a:cubicBezTo>
                  <a:cubicBezTo>
                    <a:pt x="296" y="40"/>
                    <a:pt x="366" y="33"/>
                    <a:pt x="444" y="33"/>
                  </a:cubicBezTo>
                  <a:cubicBezTo>
                    <a:pt x="554" y="33"/>
                    <a:pt x="677" y="47"/>
                    <a:pt x="806" y="82"/>
                  </a:cubicBezTo>
                  <a:cubicBezTo>
                    <a:pt x="1011" y="140"/>
                    <a:pt x="1186" y="243"/>
                    <a:pt x="1274" y="360"/>
                  </a:cubicBezTo>
                  <a:cubicBezTo>
                    <a:pt x="1377" y="462"/>
                    <a:pt x="1406" y="565"/>
                    <a:pt x="1406" y="565"/>
                  </a:cubicBezTo>
                  <a:lnTo>
                    <a:pt x="1406" y="477"/>
                  </a:lnTo>
                  <a:cubicBezTo>
                    <a:pt x="1391" y="448"/>
                    <a:pt x="1377" y="389"/>
                    <a:pt x="1318" y="345"/>
                  </a:cubicBezTo>
                  <a:cubicBezTo>
                    <a:pt x="1230" y="228"/>
                    <a:pt x="1040" y="96"/>
                    <a:pt x="820" y="52"/>
                  </a:cubicBezTo>
                  <a:cubicBezTo>
                    <a:pt x="664" y="13"/>
                    <a:pt x="521"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50"/>
            <p:cNvSpPr/>
            <p:nvPr/>
          </p:nvSpPr>
          <p:spPr>
            <a:xfrm>
              <a:off x="3476521" y="5219730"/>
              <a:ext cx="25597" cy="23706"/>
            </a:xfrm>
            <a:custGeom>
              <a:avLst/>
              <a:gdLst/>
              <a:ahLst/>
              <a:cxnLst/>
              <a:rect l="l" t="t" r="r" b="b"/>
              <a:pathLst>
                <a:path w="352" h="326" extrusionOk="0">
                  <a:moveTo>
                    <a:pt x="314" y="1"/>
                  </a:moveTo>
                  <a:cubicBezTo>
                    <a:pt x="267" y="1"/>
                    <a:pt x="186" y="14"/>
                    <a:pt x="118" y="92"/>
                  </a:cubicBezTo>
                  <a:cubicBezTo>
                    <a:pt x="1" y="194"/>
                    <a:pt x="1" y="326"/>
                    <a:pt x="15" y="326"/>
                  </a:cubicBezTo>
                  <a:cubicBezTo>
                    <a:pt x="44" y="326"/>
                    <a:pt x="59" y="209"/>
                    <a:pt x="132" y="106"/>
                  </a:cubicBezTo>
                  <a:cubicBezTo>
                    <a:pt x="235" y="19"/>
                    <a:pt x="352" y="19"/>
                    <a:pt x="352" y="4"/>
                  </a:cubicBezTo>
                  <a:cubicBezTo>
                    <a:pt x="352" y="4"/>
                    <a:pt x="337" y="1"/>
                    <a:pt x="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50"/>
            <p:cNvSpPr/>
            <p:nvPr/>
          </p:nvSpPr>
          <p:spPr>
            <a:xfrm>
              <a:off x="3312610" y="5226348"/>
              <a:ext cx="72427" cy="2182"/>
            </a:xfrm>
            <a:custGeom>
              <a:avLst/>
              <a:gdLst/>
              <a:ahLst/>
              <a:cxnLst/>
              <a:rect l="l" t="t" r="r" b="b"/>
              <a:pathLst>
                <a:path w="996" h="30" extrusionOk="0">
                  <a:moveTo>
                    <a:pt x="498" y="1"/>
                  </a:moveTo>
                  <a:cubicBezTo>
                    <a:pt x="220" y="1"/>
                    <a:pt x="0" y="1"/>
                    <a:pt x="0" y="15"/>
                  </a:cubicBezTo>
                  <a:cubicBezTo>
                    <a:pt x="0" y="30"/>
                    <a:pt x="220" y="30"/>
                    <a:pt x="498" y="30"/>
                  </a:cubicBezTo>
                  <a:cubicBezTo>
                    <a:pt x="776" y="30"/>
                    <a:pt x="996" y="30"/>
                    <a:pt x="996" y="15"/>
                  </a:cubicBezTo>
                  <a:cubicBezTo>
                    <a:pt x="996" y="1"/>
                    <a:pt x="776" y="1"/>
                    <a:pt x="4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50"/>
            <p:cNvSpPr/>
            <p:nvPr/>
          </p:nvSpPr>
          <p:spPr>
            <a:xfrm>
              <a:off x="3338135" y="3481446"/>
              <a:ext cx="250221" cy="313994"/>
            </a:xfrm>
            <a:custGeom>
              <a:avLst/>
              <a:gdLst/>
              <a:ahLst/>
              <a:cxnLst/>
              <a:rect l="l" t="t" r="r" b="b"/>
              <a:pathLst>
                <a:path w="3441" h="4318" extrusionOk="0">
                  <a:moveTo>
                    <a:pt x="1294" y="0"/>
                  </a:moveTo>
                  <a:cubicBezTo>
                    <a:pt x="1104" y="0"/>
                    <a:pt x="0" y="1627"/>
                    <a:pt x="0" y="1627"/>
                  </a:cubicBezTo>
                  <a:cubicBezTo>
                    <a:pt x="0" y="1627"/>
                    <a:pt x="612" y="4317"/>
                    <a:pt x="1128" y="4317"/>
                  </a:cubicBezTo>
                  <a:cubicBezTo>
                    <a:pt x="1148" y="4317"/>
                    <a:pt x="1167" y="4314"/>
                    <a:pt x="1186" y="4306"/>
                  </a:cubicBezTo>
                  <a:cubicBezTo>
                    <a:pt x="1186" y="4306"/>
                    <a:pt x="3075" y="3193"/>
                    <a:pt x="3177" y="2944"/>
                  </a:cubicBezTo>
                  <a:cubicBezTo>
                    <a:pt x="3216" y="2871"/>
                    <a:pt x="3130" y="2846"/>
                    <a:pt x="2998" y="2846"/>
                  </a:cubicBezTo>
                  <a:cubicBezTo>
                    <a:pt x="2733" y="2846"/>
                    <a:pt x="2284" y="2944"/>
                    <a:pt x="2284" y="2944"/>
                  </a:cubicBezTo>
                  <a:cubicBezTo>
                    <a:pt x="2284" y="2944"/>
                    <a:pt x="3250" y="2607"/>
                    <a:pt x="3367" y="2358"/>
                  </a:cubicBezTo>
                  <a:cubicBezTo>
                    <a:pt x="3397" y="2280"/>
                    <a:pt x="3257" y="2254"/>
                    <a:pt x="3057" y="2254"/>
                  </a:cubicBezTo>
                  <a:cubicBezTo>
                    <a:pt x="2658" y="2254"/>
                    <a:pt x="2021" y="2358"/>
                    <a:pt x="2021" y="2358"/>
                  </a:cubicBezTo>
                  <a:cubicBezTo>
                    <a:pt x="2021" y="2358"/>
                    <a:pt x="3441" y="2051"/>
                    <a:pt x="3382" y="1744"/>
                  </a:cubicBezTo>
                  <a:cubicBezTo>
                    <a:pt x="3353" y="1622"/>
                    <a:pt x="3085" y="1585"/>
                    <a:pt x="2772" y="1585"/>
                  </a:cubicBezTo>
                  <a:cubicBezTo>
                    <a:pt x="2295" y="1585"/>
                    <a:pt x="1713" y="1670"/>
                    <a:pt x="1713" y="1670"/>
                  </a:cubicBezTo>
                  <a:cubicBezTo>
                    <a:pt x="1713" y="1670"/>
                    <a:pt x="3353" y="1290"/>
                    <a:pt x="3338" y="938"/>
                  </a:cubicBezTo>
                  <a:cubicBezTo>
                    <a:pt x="3331" y="851"/>
                    <a:pt x="3191" y="818"/>
                    <a:pt x="2985" y="818"/>
                  </a:cubicBezTo>
                  <a:cubicBezTo>
                    <a:pt x="2367" y="818"/>
                    <a:pt x="1157" y="1114"/>
                    <a:pt x="1157" y="1114"/>
                  </a:cubicBezTo>
                  <a:cubicBezTo>
                    <a:pt x="1552" y="602"/>
                    <a:pt x="1464" y="60"/>
                    <a:pt x="1303" y="2"/>
                  </a:cubicBezTo>
                  <a:cubicBezTo>
                    <a:pt x="1301" y="1"/>
                    <a:pt x="1298" y="0"/>
                    <a:pt x="1294" y="0"/>
                  </a:cubicBezTo>
                  <a:close/>
                </a:path>
              </a:pathLst>
            </a:custGeom>
            <a:solidFill>
              <a:srgbClr val="E480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50"/>
            <p:cNvSpPr/>
            <p:nvPr/>
          </p:nvSpPr>
          <p:spPr>
            <a:xfrm>
              <a:off x="2604611" y="3226056"/>
              <a:ext cx="818726" cy="729357"/>
            </a:xfrm>
            <a:custGeom>
              <a:avLst/>
              <a:gdLst/>
              <a:ahLst/>
              <a:cxnLst/>
              <a:rect l="l" t="t" r="r" b="b"/>
              <a:pathLst>
                <a:path w="11259" h="10030" extrusionOk="0">
                  <a:moveTo>
                    <a:pt x="381" y="0"/>
                  </a:moveTo>
                  <a:cubicBezTo>
                    <a:pt x="381" y="0"/>
                    <a:pt x="1" y="2782"/>
                    <a:pt x="806" y="6968"/>
                  </a:cubicBezTo>
                  <a:cubicBezTo>
                    <a:pt x="1282" y="9437"/>
                    <a:pt x="2794" y="10030"/>
                    <a:pt x="4152" y="10030"/>
                  </a:cubicBezTo>
                  <a:cubicBezTo>
                    <a:pt x="5089" y="10030"/>
                    <a:pt x="5954" y="9747"/>
                    <a:pt x="6354" y="9604"/>
                  </a:cubicBezTo>
                  <a:cubicBezTo>
                    <a:pt x="7350" y="9267"/>
                    <a:pt x="11259" y="7832"/>
                    <a:pt x="11259" y="7832"/>
                  </a:cubicBezTo>
                  <a:lnTo>
                    <a:pt x="10087" y="5139"/>
                  </a:lnTo>
                  <a:cubicBezTo>
                    <a:pt x="10087" y="5139"/>
                    <a:pt x="7687" y="6017"/>
                    <a:pt x="4978" y="6588"/>
                  </a:cubicBezTo>
                  <a:cubicBezTo>
                    <a:pt x="4952" y="6593"/>
                    <a:pt x="4927" y="6596"/>
                    <a:pt x="4902" y="6596"/>
                  </a:cubicBezTo>
                  <a:cubicBezTo>
                    <a:pt x="3733" y="6596"/>
                    <a:pt x="3719" y="659"/>
                    <a:pt x="3719" y="659"/>
                  </a:cubicBezTo>
                  <a:lnTo>
                    <a:pt x="3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50"/>
            <p:cNvSpPr/>
            <p:nvPr/>
          </p:nvSpPr>
          <p:spPr>
            <a:xfrm>
              <a:off x="2130915" y="3037495"/>
              <a:ext cx="712268" cy="965470"/>
            </a:xfrm>
            <a:custGeom>
              <a:avLst/>
              <a:gdLst/>
              <a:ahLst/>
              <a:cxnLst/>
              <a:rect l="l" t="t" r="r" b="b"/>
              <a:pathLst>
                <a:path w="9795" h="13277" extrusionOk="0">
                  <a:moveTo>
                    <a:pt x="5865" y="1"/>
                  </a:moveTo>
                  <a:cubicBezTo>
                    <a:pt x="4264" y="1"/>
                    <a:pt x="2122" y="133"/>
                    <a:pt x="1493" y="602"/>
                  </a:cubicBezTo>
                  <a:cubicBezTo>
                    <a:pt x="1493" y="602"/>
                    <a:pt x="176" y="1041"/>
                    <a:pt x="103" y="3266"/>
                  </a:cubicBezTo>
                  <a:cubicBezTo>
                    <a:pt x="0" y="5521"/>
                    <a:pt x="337" y="7409"/>
                    <a:pt x="337" y="7409"/>
                  </a:cubicBezTo>
                  <a:lnTo>
                    <a:pt x="439" y="12182"/>
                  </a:lnTo>
                  <a:cubicBezTo>
                    <a:pt x="439" y="12182"/>
                    <a:pt x="1962" y="13276"/>
                    <a:pt x="4579" y="13276"/>
                  </a:cubicBezTo>
                  <a:cubicBezTo>
                    <a:pt x="6013" y="13276"/>
                    <a:pt x="7774" y="12948"/>
                    <a:pt x="9794" y="11933"/>
                  </a:cubicBezTo>
                  <a:lnTo>
                    <a:pt x="8594" y="7322"/>
                  </a:lnTo>
                  <a:lnTo>
                    <a:pt x="8330" y="1934"/>
                  </a:lnTo>
                  <a:cubicBezTo>
                    <a:pt x="8330" y="1934"/>
                    <a:pt x="8242" y="221"/>
                    <a:pt x="7686" y="90"/>
                  </a:cubicBezTo>
                  <a:cubicBezTo>
                    <a:pt x="7491" y="42"/>
                    <a:pt x="6764" y="1"/>
                    <a:pt x="586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50"/>
            <p:cNvSpPr/>
            <p:nvPr/>
          </p:nvSpPr>
          <p:spPr>
            <a:xfrm>
              <a:off x="2090410" y="3865841"/>
              <a:ext cx="1443515" cy="1313714"/>
            </a:xfrm>
            <a:custGeom>
              <a:avLst/>
              <a:gdLst/>
              <a:ahLst/>
              <a:cxnLst/>
              <a:rect l="l" t="t" r="r" b="b"/>
              <a:pathLst>
                <a:path w="19851" h="18066" extrusionOk="0">
                  <a:moveTo>
                    <a:pt x="16949" y="0"/>
                  </a:moveTo>
                  <a:cubicBezTo>
                    <a:pt x="16946" y="0"/>
                    <a:pt x="16942" y="0"/>
                    <a:pt x="16939" y="0"/>
                  </a:cubicBezTo>
                  <a:cubicBezTo>
                    <a:pt x="14655" y="30"/>
                    <a:pt x="1026" y="791"/>
                    <a:pt x="1026" y="791"/>
                  </a:cubicBezTo>
                  <a:cubicBezTo>
                    <a:pt x="1026" y="791"/>
                    <a:pt x="1" y="4890"/>
                    <a:pt x="3998" y="5695"/>
                  </a:cubicBezTo>
                  <a:cubicBezTo>
                    <a:pt x="4788" y="5854"/>
                    <a:pt x="5669" y="5913"/>
                    <a:pt x="6574" y="5913"/>
                  </a:cubicBezTo>
                  <a:cubicBezTo>
                    <a:pt x="9229" y="5913"/>
                    <a:pt x="12092" y="5404"/>
                    <a:pt x="13491" y="5404"/>
                  </a:cubicBezTo>
                  <a:cubicBezTo>
                    <a:pt x="14036" y="5404"/>
                    <a:pt x="14359" y="5481"/>
                    <a:pt x="14362" y="5695"/>
                  </a:cubicBezTo>
                  <a:cubicBezTo>
                    <a:pt x="14392" y="6647"/>
                    <a:pt x="14655" y="18066"/>
                    <a:pt x="14655" y="18066"/>
                  </a:cubicBezTo>
                  <a:lnTo>
                    <a:pt x="19325" y="18066"/>
                  </a:lnTo>
                  <a:cubicBezTo>
                    <a:pt x="19325" y="18066"/>
                    <a:pt x="19851" y="0"/>
                    <a:pt x="16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50"/>
            <p:cNvSpPr/>
            <p:nvPr/>
          </p:nvSpPr>
          <p:spPr>
            <a:xfrm>
              <a:off x="2638717" y="3043967"/>
              <a:ext cx="236405" cy="257711"/>
            </a:xfrm>
            <a:custGeom>
              <a:avLst/>
              <a:gdLst/>
              <a:ahLst/>
              <a:cxnLst/>
              <a:rect l="l" t="t" r="r" b="b"/>
              <a:pathLst>
                <a:path w="3251" h="3544" extrusionOk="0">
                  <a:moveTo>
                    <a:pt x="316" y="0"/>
                  </a:moveTo>
                  <a:cubicBezTo>
                    <a:pt x="121" y="0"/>
                    <a:pt x="0" y="15"/>
                    <a:pt x="0" y="15"/>
                  </a:cubicBezTo>
                  <a:lnTo>
                    <a:pt x="630" y="3543"/>
                  </a:lnTo>
                  <a:lnTo>
                    <a:pt x="3250" y="3397"/>
                  </a:lnTo>
                  <a:lnTo>
                    <a:pt x="3236" y="2343"/>
                  </a:lnTo>
                  <a:cubicBezTo>
                    <a:pt x="2888" y="221"/>
                    <a:pt x="1061" y="0"/>
                    <a:pt x="3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50"/>
            <p:cNvSpPr/>
            <p:nvPr/>
          </p:nvSpPr>
          <p:spPr>
            <a:xfrm>
              <a:off x="2844150" y="3516570"/>
              <a:ext cx="250221" cy="312903"/>
            </a:xfrm>
            <a:custGeom>
              <a:avLst/>
              <a:gdLst/>
              <a:ahLst/>
              <a:cxnLst/>
              <a:rect l="l" t="t" r="r" b="b"/>
              <a:pathLst>
                <a:path w="3441" h="4303" extrusionOk="0">
                  <a:moveTo>
                    <a:pt x="1294" y="0"/>
                  </a:moveTo>
                  <a:cubicBezTo>
                    <a:pt x="1104" y="0"/>
                    <a:pt x="1" y="1627"/>
                    <a:pt x="1" y="1627"/>
                  </a:cubicBezTo>
                  <a:cubicBezTo>
                    <a:pt x="1" y="1627"/>
                    <a:pt x="612" y="4303"/>
                    <a:pt x="1141" y="4303"/>
                  </a:cubicBezTo>
                  <a:cubicBezTo>
                    <a:pt x="1161" y="4303"/>
                    <a:pt x="1181" y="4299"/>
                    <a:pt x="1201" y="4291"/>
                  </a:cubicBezTo>
                  <a:cubicBezTo>
                    <a:pt x="1201" y="4291"/>
                    <a:pt x="3075" y="3178"/>
                    <a:pt x="3192" y="2944"/>
                  </a:cubicBezTo>
                  <a:cubicBezTo>
                    <a:pt x="3226" y="2871"/>
                    <a:pt x="3138" y="2847"/>
                    <a:pt x="3006" y="2847"/>
                  </a:cubicBezTo>
                  <a:cubicBezTo>
                    <a:pt x="2742" y="2847"/>
                    <a:pt x="2299" y="2944"/>
                    <a:pt x="2299" y="2944"/>
                  </a:cubicBezTo>
                  <a:cubicBezTo>
                    <a:pt x="2299" y="2944"/>
                    <a:pt x="3265" y="2593"/>
                    <a:pt x="3368" y="2359"/>
                  </a:cubicBezTo>
                  <a:cubicBezTo>
                    <a:pt x="3402" y="2281"/>
                    <a:pt x="3264" y="2254"/>
                    <a:pt x="3064" y="2254"/>
                  </a:cubicBezTo>
                  <a:cubicBezTo>
                    <a:pt x="2665" y="2254"/>
                    <a:pt x="2021" y="2359"/>
                    <a:pt x="2021" y="2359"/>
                  </a:cubicBezTo>
                  <a:cubicBezTo>
                    <a:pt x="2021" y="2359"/>
                    <a:pt x="3441" y="2051"/>
                    <a:pt x="3397" y="1729"/>
                  </a:cubicBezTo>
                  <a:cubicBezTo>
                    <a:pt x="3368" y="1607"/>
                    <a:pt x="3100" y="1571"/>
                    <a:pt x="2787" y="1571"/>
                  </a:cubicBezTo>
                  <a:cubicBezTo>
                    <a:pt x="2310" y="1571"/>
                    <a:pt x="1728" y="1656"/>
                    <a:pt x="1728" y="1656"/>
                  </a:cubicBezTo>
                  <a:cubicBezTo>
                    <a:pt x="1728" y="1656"/>
                    <a:pt x="3353" y="1275"/>
                    <a:pt x="3338" y="924"/>
                  </a:cubicBezTo>
                  <a:cubicBezTo>
                    <a:pt x="3335" y="842"/>
                    <a:pt x="3205" y="812"/>
                    <a:pt x="3011" y="812"/>
                  </a:cubicBezTo>
                  <a:cubicBezTo>
                    <a:pt x="2402" y="812"/>
                    <a:pt x="1157" y="1114"/>
                    <a:pt x="1157" y="1114"/>
                  </a:cubicBezTo>
                  <a:cubicBezTo>
                    <a:pt x="1567" y="602"/>
                    <a:pt x="1465" y="46"/>
                    <a:pt x="1304" y="2"/>
                  </a:cubicBezTo>
                  <a:cubicBezTo>
                    <a:pt x="1301" y="1"/>
                    <a:pt x="1298" y="0"/>
                    <a:pt x="1294" y="0"/>
                  </a:cubicBezTo>
                  <a:close/>
                </a:path>
              </a:pathLst>
            </a:custGeom>
            <a:solidFill>
              <a:srgbClr val="FF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50"/>
            <p:cNvSpPr/>
            <p:nvPr/>
          </p:nvSpPr>
          <p:spPr>
            <a:xfrm>
              <a:off x="2109608" y="3248381"/>
              <a:ext cx="818726" cy="741719"/>
            </a:xfrm>
            <a:custGeom>
              <a:avLst/>
              <a:gdLst/>
              <a:ahLst/>
              <a:cxnLst/>
              <a:rect l="l" t="t" r="r" b="b"/>
              <a:pathLst>
                <a:path w="11259" h="10200" extrusionOk="0">
                  <a:moveTo>
                    <a:pt x="3719" y="0"/>
                  </a:moveTo>
                  <a:lnTo>
                    <a:pt x="381" y="176"/>
                  </a:lnTo>
                  <a:cubicBezTo>
                    <a:pt x="381" y="176"/>
                    <a:pt x="0" y="2958"/>
                    <a:pt x="806" y="7145"/>
                  </a:cubicBezTo>
                  <a:cubicBezTo>
                    <a:pt x="1281" y="9610"/>
                    <a:pt x="2785" y="10200"/>
                    <a:pt x="4141" y="10200"/>
                  </a:cubicBezTo>
                  <a:cubicBezTo>
                    <a:pt x="5079" y="10200"/>
                    <a:pt x="5947" y="9917"/>
                    <a:pt x="6354" y="9780"/>
                  </a:cubicBezTo>
                  <a:cubicBezTo>
                    <a:pt x="7335" y="9428"/>
                    <a:pt x="11258" y="8008"/>
                    <a:pt x="11258" y="8008"/>
                  </a:cubicBezTo>
                  <a:lnTo>
                    <a:pt x="10087" y="5315"/>
                  </a:lnTo>
                  <a:cubicBezTo>
                    <a:pt x="10087" y="5315"/>
                    <a:pt x="7686" y="6193"/>
                    <a:pt x="4978" y="6764"/>
                  </a:cubicBezTo>
                  <a:cubicBezTo>
                    <a:pt x="4957" y="6768"/>
                    <a:pt x="4936" y="6770"/>
                    <a:pt x="4915" y="6770"/>
                  </a:cubicBezTo>
                  <a:cubicBezTo>
                    <a:pt x="3761" y="6770"/>
                    <a:pt x="3719" y="0"/>
                    <a:pt x="37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50"/>
            <p:cNvSpPr/>
            <p:nvPr/>
          </p:nvSpPr>
          <p:spPr>
            <a:xfrm>
              <a:off x="2194763" y="3925471"/>
              <a:ext cx="1008810" cy="1244487"/>
            </a:xfrm>
            <a:custGeom>
              <a:avLst/>
              <a:gdLst/>
              <a:ahLst/>
              <a:cxnLst/>
              <a:rect l="l" t="t" r="r" b="b"/>
              <a:pathLst>
                <a:path w="13873" h="17114" extrusionOk="0">
                  <a:moveTo>
                    <a:pt x="132" y="0"/>
                  </a:moveTo>
                  <a:lnTo>
                    <a:pt x="132" y="0"/>
                  </a:lnTo>
                  <a:cubicBezTo>
                    <a:pt x="132" y="0"/>
                    <a:pt x="88" y="103"/>
                    <a:pt x="59" y="278"/>
                  </a:cubicBezTo>
                  <a:cubicBezTo>
                    <a:pt x="30" y="469"/>
                    <a:pt x="1" y="761"/>
                    <a:pt x="74" y="1098"/>
                  </a:cubicBezTo>
                  <a:cubicBezTo>
                    <a:pt x="147" y="1450"/>
                    <a:pt x="337" y="1874"/>
                    <a:pt x="659" y="2269"/>
                  </a:cubicBezTo>
                  <a:cubicBezTo>
                    <a:pt x="835" y="2474"/>
                    <a:pt x="1025" y="2665"/>
                    <a:pt x="1274" y="2840"/>
                  </a:cubicBezTo>
                  <a:cubicBezTo>
                    <a:pt x="1508" y="3031"/>
                    <a:pt x="1772" y="3177"/>
                    <a:pt x="2065" y="3294"/>
                  </a:cubicBezTo>
                  <a:cubicBezTo>
                    <a:pt x="2650" y="3558"/>
                    <a:pt x="3368" y="3704"/>
                    <a:pt x="4114" y="3792"/>
                  </a:cubicBezTo>
                  <a:cubicBezTo>
                    <a:pt x="4876" y="3880"/>
                    <a:pt x="5681" y="3938"/>
                    <a:pt x="6530" y="3982"/>
                  </a:cubicBezTo>
                  <a:cubicBezTo>
                    <a:pt x="7239" y="4012"/>
                    <a:pt x="7976" y="4030"/>
                    <a:pt x="8736" y="4030"/>
                  </a:cubicBezTo>
                  <a:cubicBezTo>
                    <a:pt x="9810" y="4030"/>
                    <a:pt x="10929" y="3995"/>
                    <a:pt x="12078" y="3909"/>
                  </a:cubicBezTo>
                  <a:cubicBezTo>
                    <a:pt x="12156" y="3904"/>
                    <a:pt x="12238" y="3901"/>
                    <a:pt x="12319" y="3901"/>
                  </a:cubicBezTo>
                  <a:cubicBezTo>
                    <a:pt x="12483" y="3901"/>
                    <a:pt x="12649" y="3914"/>
                    <a:pt x="12796" y="3953"/>
                  </a:cubicBezTo>
                  <a:cubicBezTo>
                    <a:pt x="13015" y="4041"/>
                    <a:pt x="13220" y="4172"/>
                    <a:pt x="13308" y="4377"/>
                  </a:cubicBezTo>
                  <a:cubicBezTo>
                    <a:pt x="13396" y="4582"/>
                    <a:pt x="13410" y="4817"/>
                    <a:pt x="13440" y="5051"/>
                  </a:cubicBezTo>
                  <a:cubicBezTo>
                    <a:pt x="13440" y="5300"/>
                    <a:pt x="13454" y="5519"/>
                    <a:pt x="13454" y="5754"/>
                  </a:cubicBezTo>
                  <a:cubicBezTo>
                    <a:pt x="13484" y="6690"/>
                    <a:pt x="13527" y="7569"/>
                    <a:pt x="13542" y="8433"/>
                  </a:cubicBezTo>
                  <a:cubicBezTo>
                    <a:pt x="13601" y="10131"/>
                    <a:pt x="13659" y="11639"/>
                    <a:pt x="13689" y="12942"/>
                  </a:cubicBezTo>
                  <a:cubicBezTo>
                    <a:pt x="13747" y="14230"/>
                    <a:pt x="13776" y="15269"/>
                    <a:pt x="13806" y="16001"/>
                  </a:cubicBezTo>
                  <a:cubicBezTo>
                    <a:pt x="13820" y="16353"/>
                    <a:pt x="13835" y="16616"/>
                    <a:pt x="13835" y="16821"/>
                  </a:cubicBezTo>
                  <a:cubicBezTo>
                    <a:pt x="13841" y="16839"/>
                    <a:pt x="13846" y="16857"/>
                    <a:pt x="13850" y="16875"/>
                  </a:cubicBezTo>
                  <a:lnTo>
                    <a:pt x="13850" y="16875"/>
                  </a:lnTo>
                  <a:cubicBezTo>
                    <a:pt x="13849" y="16699"/>
                    <a:pt x="13835" y="16408"/>
                    <a:pt x="13835" y="16060"/>
                  </a:cubicBezTo>
                  <a:cubicBezTo>
                    <a:pt x="13820" y="15328"/>
                    <a:pt x="13806" y="14288"/>
                    <a:pt x="13762" y="13000"/>
                  </a:cubicBezTo>
                  <a:cubicBezTo>
                    <a:pt x="13732" y="11697"/>
                    <a:pt x="13689" y="10160"/>
                    <a:pt x="13630" y="8462"/>
                  </a:cubicBezTo>
                  <a:cubicBezTo>
                    <a:pt x="13615" y="7627"/>
                    <a:pt x="13601" y="6720"/>
                    <a:pt x="13571" y="5797"/>
                  </a:cubicBezTo>
                  <a:cubicBezTo>
                    <a:pt x="13571" y="5578"/>
                    <a:pt x="13542" y="5329"/>
                    <a:pt x="13542" y="5095"/>
                  </a:cubicBezTo>
                  <a:cubicBezTo>
                    <a:pt x="13527" y="4861"/>
                    <a:pt x="13513" y="4626"/>
                    <a:pt x="13396" y="4377"/>
                  </a:cubicBezTo>
                  <a:cubicBezTo>
                    <a:pt x="13293" y="4143"/>
                    <a:pt x="13074" y="3982"/>
                    <a:pt x="12825" y="3909"/>
                  </a:cubicBezTo>
                  <a:cubicBezTo>
                    <a:pt x="12635" y="3864"/>
                    <a:pt x="12436" y="3845"/>
                    <a:pt x="12248" y="3845"/>
                  </a:cubicBezTo>
                  <a:cubicBezTo>
                    <a:pt x="12190" y="3845"/>
                    <a:pt x="12133" y="3847"/>
                    <a:pt x="12078" y="3850"/>
                  </a:cubicBezTo>
                  <a:cubicBezTo>
                    <a:pt x="10875" y="3931"/>
                    <a:pt x="9715" y="3967"/>
                    <a:pt x="8605" y="3967"/>
                  </a:cubicBezTo>
                  <a:cubicBezTo>
                    <a:pt x="7892" y="3967"/>
                    <a:pt x="7200" y="3952"/>
                    <a:pt x="6530" y="3924"/>
                  </a:cubicBezTo>
                  <a:cubicBezTo>
                    <a:pt x="5681" y="3865"/>
                    <a:pt x="4876" y="3806"/>
                    <a:pt x="4114" y="3733"/>
                  </a:cubicBezTo>
                  <a:cubicBezTo>
                    <a:pt x="3368" y="3645"/>
                    <a:pt x="2680" y="3514"/>
                    <a:pt x="2094" y="3265"/>
                  </a:cubicBezTo>
                  <a:cubicBezTo>
                    <a:pt x="1772" y="3133"/>
                    <a:pt x="1523" y="2987"/>
                    <a:pt x="1289" y="2826"/>
                  </a:cubicBezTo>
                  <a:cubicBezTo>
                    <a:pt x="1069" y="2665"/>
                    <a:pt x="864" y="2474"/>
                    <a:pt x="703" y="2269"/>
                  </a:cubicBezTo>
                  <a:cubicBezTo>
                    <a:pt x="381" y="1874"/>
                    <a:pt x="206" y="1464"/>
                    <a:pt x="118" y="1127"/>
                  </a:cubicBezTo>
                  <a:cubicBezTo>
                    <a:pt x="45" y="776"/>
                    <a:pt x="45" y="483"/>
                    <a:pt x="74" y="293"/>
                  </a:cubicBezTo>
                  <a:cubicBezTo>
                    <a:pt x="118" y="103"/>
                    <a:pt x="132" y="0"/>
                    <a:pt x="132" y="0"/>
                  </a:cubicBezTo>
                  <a:close/>
                  <a:moveTo>
                    <a:pt x="13850" y="16875"/>
                  </a:moveTo>
                  <a:cubicBezTo>
                    <a:pt x="13850" y="16877"/>
                    <a:pt x="13850" y="16878"/>
                    <a:pt x="13850" y="16880"/>
                  </a:cubicBezTo>
                  <a:lnTo>
                    <a:pt x="13850" y="17099"/>
                  </a:lnTo>
                  <a:cubicBezTo>
                    <a:pt x="13857" y="17099"/>
                    <a:pt x="13861" y="17100"/>
                    <a:pt x="13864" y="17101"/>
                  </a:cubicBezTo>
                  <a:lnTo>
                    <a:pt x="13864" y="17041"/>
                  </a:lnTo>
                  <a:cubicBezTo>
                    <a:pt x="13864" y="17006"/>
                    <a:pt x="13864" y="16943"/>
                    <a:pt x="13850" y="16875"/>
                  </a:cubicBezTo>
                  <a:close/>
                  <a:moveTo>
                    <a:pt x="13864" y="17101"/>
                  </a:moveTo>
                  <a:lnTo>
                    <a:pt x="13864" y="17114"/>
                  </a:lnTo>
                  <a:cubicBezTo>
                    <a:pt x="13864" y="17114"/>
                    <a:pt x="13872" y="17106"/>
                    <a:pt x="13864" y="17101"/>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50"/>
            <p:cNvSpPr/>
            <p:nvPr/>
          </p:nvSpPr>
          <p:spPr>
            <a:xfrm>
              <a:off x="2394888" y="2624521"/>
              <a:ext cx="387584" cy="491498"/>
            </a:xfrm>
            <a:custGeom>
              <a:avLst/>
              <a:gdLst/>
              <a:ahLst/>
              <a:cxnLst/>
              <a:rect l="l" t="t" r="r" b="b"/>
              <a:pathLst>
                <a:path w="5330" h="6759" extrusionOk="0">
                  <a:moveTo>
                    <a:pt x="2824" y="0"/>
                  </a:moveTo>
                  <a:cubicBezTo>
                    <a:pt x="1492" y="0"/>
                    <a:pt x="1421" y="630"/>
                    <a:pt x="1421" y="630"/>
                  </a:cubicBezTo>
                  <a:lnTo>
                    <a:pt x="1421" y="1684"/>
                  </a:lnTo>
                  <a:cubicBezTo>
                    <a:pt x="1421" y="1684"/>
                    <a:pt x="1071" y="1436"/>
                    <a:pt x="735" y="1436"/>
                  </a:cubicBezTo>
                  <a:cubicBezTo>
                    <a:pt x="488" y="1436"/>
                    <a:pt x="249" y="1570"/>
                    <a:pt x="162" y="2036"/>
                  </a:cubicBezTo>
                  <a:cubicBezTo>
                    <a:pt x="1" y="2914"/>
                    <a:pt x="835" y="3075"/>
                    <a:pt x="835" y="3075"/>
                  </a:cubicBezTo>
                  <a:lnTo>
                    <a:pt x="645" y="5578"/>
                  </a:lnTo>
                  <a:cubicBezTo>
                    <a:pt x="601" y="5915"/>
                    <a:pt x="718" y="6237"/>
                    <a:pt x="952" y="6486"/>
                  </a:cubicBezTo>
                  <a:cubicBezTo>
                    <a:pt x="1163" y="6686"/>
                    <a:pt x="1403" y="6759"/>
                    <a:pt x="1642" y="6759"/>
                  </a:cubicBezTo>
                  <a:cubicBezTo>
                    <a:pt x="2015" y="6759"/>
                    <a:pt x="2386" y="6579"/>
                    <a:pt x="2636" y="6427"/>
                  </a:cubicBezTo>
                  <a:cubicBezTo>
                    <a:pt x="2841" y="6310"/>
                    <a:pt x="2943" y="6091"/>
                    <a:pt x="2943" y="5871"/>
                  </a:cubicBezTo>
                  <a:lnTo>
                    <a:pt x="2943" y="5212"/>
                  </a:lnTo>
                  <a:lnTo>
                    <a:pt x="3836" y="5212"/>
                  </a:lnTo>
                  <a:cubicBezTo>
                    <a:pt x="5330" y="5139"/>
                    <a:pt x="5066" y="440"/>
                    <a:pt x="5066" y="440"/>
                  </a:cubicBezTo>
                  <a:cubicBezTo>
                    <a:pt x="5051" y="45"/>
                    <a:pt x="4261" y="45"/>
                    <a:pt x="4261" y="45"/>
                  </a:cubicBezTo>
                  <a:lnTo>
                    <a:pt x="2870" y="1"/>
                  </a:lnTo>
                  <a:cubicBezTo>
                    <a:pt x="2855" y="1"/>
                    <a:pt x="2839" y="0"/>
                    <a:pt x="2824" y="0"/>
                  </a:cubicBezTo>
                  <a:close/>
                </a:path>
              </a:pathLst>
            </a:custGeom>
            <a:solidFill>
              <a:srgbClr val="FF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50"/>
            <p:cNvSpPr/>
            <p:nvPr/>
          </p:nvSpPr>
          <p:spPr>
            <a:xfrm>
              <a:off x="2681258" y="2785304"/>
              <a:ext cx="19270" cy="103332"/>
            </a:xfrm>
            <a:custGeom>
              <a:avLst/>
              <a:gdLst/>
              <a:ahLst/>
              <a:cxnLst/>
              <a:rect l="l" t="t" r="r" b="b"/>
              <a:pathLst>
                <a:path w="265" h="1421" extrusionOk="0">
                  <a:moveTo>
                    <a:pt x="220" y="0"/>
                  </a:moveTo>
                  <a:cubicBezTo>
                    <a:pt x="191" y="0"/>
                    <a:pt x="177" y="352"/>
                    <a:pt x="177" y="776"/>
                  </a:cubicBezTo>
                  <a:cubicBezTo>
                    <a:pt x="177" y="967"/>
                    <a:pt x="220" y="1171"/>
                    <a:pt x="162" y="1289"/>
                  </a:cubicBezTo>
                  <a:cubicBezTo>
                    <a:pt x="118" y="1332"/>
                    <a:pt x="89" y="1376"/>
                    <a:pt x="45" y="1376"/>
                  </a:cubicBezTo>
                  <a:cubicBezTo>
                    <a:pt x="15" y="1391"/>
                    <a:pt x="1" y="1391"/>
                    <a:pt x="1" y="1391"/>
                  </a:cubicBezTo>
                  <a:cubicBezTo>
                    <a:pt x="1" y="1391"/>
                    <a:pt x="15" y="1420"/>
                    <a:pt x="45" y="1420"/>
                  </a:cubicBezTo>
                  <a:cubicBezTo>
                    <a:pt x="103" y="1420"/>
                    <a:pt x="162" y="1391"/>
                    <a:pt x="220" y="1318"/>
                  </a:cubicBezTo>
                  <a:cubicBezTo>
                    <a:pt x="250" y="1245"/>
                    <a:pt x="264" y="1157"/>
                    <a:pt x="264" y="1069"/>
                  </a:cubicBezTo>
                  <a:lnTo>
                    <a:pt x="264" y="776"/>
                  </a:lnTo>
                  <a:cubicBezTo>
                    <a:pt x="264" y="352"/>
                    <a:pt x="235"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50"/>
            <p:cNvSpPr/>
            <p:nvPr/>
          </p:nvSpPr>
          <p:spPr>
            <a:xfrm>
              <a:off x="2620610" y="2788503"/>
              <a:ext cx="8581" cy="23488"/>
            </a:xfrm>
            <a:custGeom>
              <a:avLst/>
              <a:gdLst/>
              <a:ahLst/>
              <a:cxnLst/>
              <a:rect l="l" t="t" r="r" b="b"/>
              <a:pathLst>
                <a:path w="118" h="323" extrusionOk="0">
                  <a:moveTo>
                    <a:pt x="59" y="0"/>
                  </a:moveTo>
                  <a:cubicBezTo>
                    <a:pt x="30" y="15"/>
                    <a:pt x="0" y="88"/>
                    <a:pt x="30" y="161"/>
                  </a:cubicBezTo>
                  <a:cubicBezTo>
                    <a:pt x="30" y="249"/>
                    <a:pt x="59" y="322"/>
                    <a:pt x="74" y="322"/>
                  </a:cubicBezTo>
                  <a:cubicBezTo>
                    <a:pt x="103" y="322"/>
                    <a:pt x="118" y="249"/>
                    <a:pt x="118" y="161"/>
                  </a:cubicBezTo>
                  <a:cubicBezTo>
                    <a:pt x="118" y="73"/>
                    <a:pt x="74"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0"/>
            <p:cNvSpPr/>
            <p:nvPr/>
          </p:nvSpPr>
          <p:spPr>
            <a:xfrm>
              <a:off x="2731289" y="2787413"/>
              <a:ext cx="8653" cy="23488"/>
            </a:xfrm>
            <a:custGeom>
              <a:avLst/>
              <a:gdLst/>
              <a:ahLst/>
              <a:cxnLst/>
              <a:rect l="l" t="t" r="r" b="b"/>
              <a:pathLst>
                <a:path w="119" h="323" extrusionOk="0">
                  <a:moveTo>
                    <a:pt x="59" y="1"/>
                  </a:moveTo>
                  <a:cubicBezTo>
                    <a:pt x="16" y="1"/>
                    <a:pt x="1" y="74"/>
                    <a:pt x="16" y="162"/>
                  </a:cubicBezTo>
                  <a:cubicBezTo>
                    <a:pt x="16" y="249"/>
                    <a:pt x="59" y="323"/>
                    <a:pt x="74" y="323"/>
                  </a:cubicBezTo>
                  <a:cubicBezTo>
                    <a:pt x="89" y="323"/>
                    <a:pt x="118" y="249"/>
                    <a:pt x="118" y="162"/>
                  </a:cubicBezTo>
                  <a:cubicBezTo>
                    <a:pt x="118"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0"/>
            <p:cNvSpPr/>
            <p:nvPr/>
          </p:nvSpPr>
          <p:spPr>
            <a:xfrm>
              <a:off x="2437501" y="2761452"/>
              <a:ext cx="47994" cy="66464"/>
            </a:xfrm>
            <a:custGeom>
              <a:avLst/>
              <a:gdLst/>
              <a:ahLst/>
              <a:cxnLst/>
              <a:rect l="l" t="t" r="r" b="b"/>
              <a:pathLst>
                <a:path w="660" h="914" extrusionOk="0">
                  <a:moveTo>
                    <a:pt x="74" y="0"/>
                  </a:moveTo>
                  <a:cubicBezTo>
                    <a:pt x="64" y="0"/>
                    <a:pt x="59" y="2"/>
                    <a:pt x="59" y="6"/>
                  </a:cubicBezTo>
                  <a:cubicBezTo>
                    <a:pt x="59" y="6"/>
                    <a:pt x="132" y="36"/>
                    <a:pt x="220" y="94"/>
                  </a:cubicBezTo>
                  <a:cubicBezTo>
                    <a:pt x="271" y="128"/>
                    <a:pt x="338" y="178"/>
                    <a:pt x="399" y="248"/>
                  </a:cubicBezTo>
                  <a:lnTo>
                    <a:pt x="399" y="248"/>
                  </a:lnTo>
                  <a:cubicBezTo>
                    <a:pt x="388" y="245"/>
                    <a:pt x="377" y="242"/>
                    <a:pt x="366" y="240"/>
                  </a:cubicBezTo>
                  <a:cubicBezTo>
                    <a:pt x="348" y="237"/>
                    <a:pt x="329" y="235"/>
                    <a:pt x="309" y="235"/>
                  </a:cubicBezTo>
                  <a:cubicBezTo>
                    <a:pt x="251" y="235"/>
                    <a:pt x="191" y="251"/>
                    <a:pt x="147" y="284"/>
                  </a:cubicBezTo>
                  <a:cubicBezTo>
                    <a:pt x="88" y="328"/>
                    <a:pt x="59" y="387"/>
                    <a:pt x="30" y="445"/>
                  </a:cubicBezTo>
                  <a:cubicBezTo>
                    <a:pt x="0" y="577"/>
                    <a:pt x="30" y="680"/>
                    <a:pt x="88" y="753"/>
                  </a:cubicBezTo>
                  <a:cubicBezTo>
                    <a:pt x="191" y="899"/>
                    <a:pt x="308" y="914"/>
                    <a:pt x="308" y="914"/>
                  </a:cubicBezTo>
                  <a:cubicBezTo>
                    <a:pt x="322" y="914"/>
                    <a:pt x="235" y="841"/>
                    <a:pt x="132" y="694"/>
                  </a:cubicBezTo>
                  <a:cubicBezTo>
                    <a:pt x="88" y="636"/>
                    <a:pt x="74" y="548"/>
                    <a:pt x="103" y="460"/>
                  </a:cubicBezTo>
                  <a:cubicBezTo>
                    <a:pt x="140" y="386"/>
                    <a:pt x="198" y="322"/>
                    <a:pt x="278" y="322"/>
                  </a:cubicBezTo>
                  <a:cubicBezTo>
                    <a:pt x="292" y="322"/>
                    <a:pt x="307" y="324"/>
                    <a:pt x="322" y="328"/>
                  </a:cubicBezTo>
                  <a:cubicBezTo>
                    <a:pt x="381" y="343"/>
                    <a:pt x="454" y="401"/>
                    <a:pt x="513" y="445"/>
                  </a:cubicBezTo>
                  <a:lnTo>
                    <a:pt x="659" y="548"/>
                  </a:lnTo>
                  <a:lnTo>
                    <a:pt x="586" y="387"/>
                  </a:lnTo>
                  <a:cubicBezTo>
                    <a:pt x="584" y="383"/>
                    <a:pt x="582" y="380"/>
                    <a:pt x="581" y="376"/>
                  </a:cubicBezTo>
                  <a:lnTo>
                    <a:pt x="581" y="376"/>
                  </a:lnTo>
                  <a:lnTo>
                    <a:pt x="586" y="372"/>
                  </a:lnTo>
                  <a:cubicBezTo>
                    <a:pt x="581" y="367"/>
                    <a:pt x="575" y="362"/>
                    <a:pt x="570" y="357"/>
                  </a:cubicBezTo>
                  <a:lnTo>
                    <a:pt x="570" y="357"/>
                  </a:lnTo>
                  <a:cubicBezTo>
                    <a:pt x="481" y="198"/>
                    <a:pt x="345" y="91"/>
                    <a:pt x="235" y="36"/>
                  </a:cubicBezTo>
                  <a:cubicBezTo>
                    <a:pt x="160" y="14"/>
                    <a:pt x="100" y="0"/>
                    <a:pt x="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50"/>
            <p:cNvSpPr/>
            <p:nvPr/>
          </p:nvSpPr>
          <p:spPr>
            <a:xfrm>
              <a:off x="2612101" y="2884275"/>
              <a:ext cx="125656" cy="34177"/>
            </a:xfrm>
            <a:custGeom>
              <a:avLst/>
              <a:gdLst/>
              <a:ahLst/>
              <a:cxnLst/>
              <a:rect l="l" t="t" r="r" b="b"/>
              <a:pathLst>
                <a:path w="1728" h="470" extrusionOk="0">
                  <a:moveTo>
                    <a:pt x="1215" y="1"/>
                  </a:moveTo>
                  <a:cubicBezTo>
                    <a:pt x="952" y="1"/>
                    <a:pt x="674" y="30"/>
                    <a:pt x="410" y="133"/>
                  </a:cubicBezTo>
                  <a:lnTo>
                    <a:pt x="502" y="124"/>
                  </a:lnTo>
                  <a:lnTo>
                    <a:pt x="502" y="124"/>
                  </a:lnTo>
                  <a:cubicBezTo>
                    <a:pt x="295" y="172"/>
                    <a:pt x="108" y="297"/>
                    <a:pt x="0" y="469"/>
                  </a:cubicBezTo>
                  <a:cubicBezTo>
                    <a:pt x="557" y="469"/>
                    <a:pt x="1142" y="425"/>
                    <a:pt x="1713" y="352"/>
                  </a:cubicBezTo>
                  <a:cubicBezTo>
                    <a:pt x="1728" y="235"/>
                    <a:pt x="1640" y="133"/>
                    <a:pt x="1552" y="74"/>
                  </a:cubicBezTo>
                  <a:cubicBezTo>
                    <a:pt x="1464" y="15"/>
                    <a:pt x="1332" y="1"/>
                    <a:pt x="12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50"/>
            <p:cNvSpPr/>
            <p:nvPr/>
          </p:nvSpPr>
          <p:spPr>
            <a:xfrm>
              <a:off x="2636535" y="2924925"/>
              <a:ext cx="40576" cy="10035"/>
            </a:xfrm>
            <a:custGeom>
              <a:avLst/>
              <a:gdLst/>
              <a:ahLst/>
              <a:cxnLst/>
              <a:rect l="l" t="t" r="r" b="b"/>
              <a:pathLst>
                <a:path w="558" h="138" extrusionOk="0">
                  <a:moveTo>
                    <a:pt x="68" y="0"/>
                  </a:moveTo>
                  <a:cubicBezTo>
                    <a:pt x="48" y="0"/>
                    <a:pt x="35" y="4"/>
                    <a:pt x="30" y="13"/>
                  </a:cubicBezTo>
                  <a:cubicBezTo>
                    <a:pt x="1" y="27"/>
                    <a:pt x="118" y="101"/>
                    <a:pt x="279" y="130"/>
                  </a:cubicBezTo>
                  <a:cubicBezTo>
                    <a:pt x="311" y="136"/>
                    <a:pt x="340" y="138"/>
                    <a:pt x="368" y="138"/>
                  </a:cubicBezTo>
                  <a:cubicBezTo>
                    <a:pt x="481" y="138"/>
                    <a:pt x="557" y="98"/>
                    <a:pt x="557" y="86"/>
                  </a:cubicBezTo>
                  <a:cubicBezTo>
                    <a:pt x="557" y="42"/>
                    <a:pt x="440" y="42"/>
                    <a:pt x="294" y="27"/>
                  </a:cubicBezTo>
                  <a:cubicBezTo>
                    <a:pt x="193" y="17"/>
                    <a:pt x="113" y="0"/>
                    <a:pt x="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50"/>
            <p:cNvSpPr/>
            <p:nvPr/>
          </p:nvSpPr>
          <p:spPr>
            <a:xfrm>
              <a:off x="2453427" y="2589180"/>
              <a:ext cx="355661" cy="173286"/>
            </a:xfrm>
            <a:custGeom>
              <a:avLst/>
              <a:gdLst/>
              <a:ahLst/>
              <a:cxnLst/>
              <a:rect l="l" t="t" r="r" b="b"/>
              <a:pathLst>
                <a:path w="4891" h="2383" extrusionOk="0">
                  <a:moveTo>
                    <a:pt x="2712" y="0"/>
                  </a:moveTo>
                  <a:cubicBezTo>
                    <a:pt x="2432" y="0"/>
                    <a:pt x="2173" y="150"/>
                    <a:pt x="1889" y="150"/>
                  </a:cubicBezTo>
                  <a:cubicBezTo>
                    <a:pt x="1670" y="150"/>
                    <a:pt x="1450" y="62"/>
                    <a:pt x="1231" y="33"/>
                  </a:cubicBezTo>
                  <a:cubicBezTo>
                    <a:pt x="1163" y="22"/>
                    <a:pt x="1094" y="17"/>
                    <a:pt x="1027" y="17"/>
                  </a:cubicBezTo>
                  <a:cubicBezTo>
                    <a:pt x="819" y="17"/>
                    <a:pt x="617" y="69"/>
                    <a:pt x="440" y="179"/>
                  </a:cubicBezTo>
                  <a:cubicBezTo>
                    <a:pt x="206" y="326"/>
                    <a:pt x="30" y="575"/>
                    <a:pt x="16" y="838"/>
                  </a:cubicBezTo>
                  <a:cubicBezTo>
                    <a:pt x="1" y="1233"/>
                    <a:pt x="279" y="1599"/>
                    <a:pt x="206" y="1995"/>
                  </a:cubicBezTo>
                  <a:cubicBezTo>
                    <a:pt x="323" y="2068"/>
                    <a:pt x="455" y="2112"/>
                    <a:pt x="587" y="2214"/>
                  </a:cubicBezTo>
                  <a:cubicBezTo>
                    <a:pt x="664" y="2327"/>
                    <a:pt x="804" y="2383"/>
                    <a:pt x="947" y="2383"/>
                  </a:cubicBezTo>
                  <a:cubicBezTo>
                    <a:pt x="1046" y="2383"/>
                    <a:pt x="1147" y="2356"/>
                    <a:pt x="1231" y="2302"/>
                  </a:cubicBezTo>
                  <a:cubicBezTo>
                    <a:pt x="1421" y="2170"/>
                    <a:pt x="1538" y="1951"/>
                    <a:pt x="1626" y="1731"/>
                  </a:cubicBezTo>
                  <a:cubicBezTo>
                    <a:pt x="1714" y="1511"/>
                    <a:pt x="1816" y="1277"/>
                    <a:pt x="1977" y="1116"/>
                  </a:cubicBezTo>
                  <a:cubicBezTo>
                    <a:pt x="2109" y="1277"/>
                    <a:pt x="2226" y="1453"/>
                    <a:pt x="2373" y="1599"/>
                  </a:cubicBezTo>
                  <a:cubicBezTo>
                    <a:pt x="2534" y="1746"/>
                    <a:pt x="2724" y="1863"/>
                    <a:pt x="2944" y="1877"/>
                  </a:cubicBezTo>
                  <a:cubicBezTo>
                    <a:pt x="2962" y="1879"/>
                    <a:pt x="2980" y="1879"/>
                    <a:pt x="2998" y="1879"/>
                  </a:cubicBezTo>
                  <a:cubicBezTo>
                    <a:pt x="3199" y="1879"/>
                    <a:pt x="3394" y="1804"/>
                    <a:pt x="3514" y="1643"/>
                  </a:cubicBezTo>
                  <a:cubicBezTo>
                    <a:pt x="3602" y="1536"/>
                    <a:pt x="3619" y="1376"/>
                    <a:pt x="3572" y="1238"/>
                  </a:cubicBezTo>
                  <a:lnTo>
                    <a:pt x="3572" y="1238"/>
                  </a:lnTo>
                  <a:cubicBezTo>
                    <a:pt x="3642" y="1329"/>
                    <a:pt x="3728" y="1408"/>
                    <a:pt x="3837" y="1453"/>
                  </a:cubicBezTo>
                  <a:cubicBezTo>
                    <a:pt x="3882" y="1470"/>
                    <a:pt x="3929" y="1479"/>
                    <a:pt x="3976" y="1479"/>
                  </a:cubicBezTo>
                  <a:cubicBezTo>
                    <a:pt x="4127" y="1479"/>
                    <a:pt x="4272" y="1393"/>
                    <a:pt x="4305" y="1248"/>
                  </a:cubicBezTo>
                  <a:cubicBezTo>
                    <a:pt x="4356" y="1305"/>
                    <a:pt x="4432" y="1332"/>
                    <a:pt x="4510" y="1332"/>
                  </a:cubicBezTo>
                  <a:cubicBezTo>
                    <a:pt x="4611" y="1332"/>
                    <a:pt x="4716" y="1287"/>
                    <a:pt x="4773" y="1204"/>
                  </a:cubicBezTo>
                  <a:cubicBezTo>
                    <a:pt x="4891" y="1058"/>
                    <a:pt x="4891" y="853"/>
                    <a:pt x="4788" y="692"/>
                  </a:cubicBezTo>
                  <a:cubicBezTo>
                    <a:pt x="4700" y="516"/>
                    <a:pt x="4554" y="414"/>
                    <a:pt x="4378" y="355"/>
                  </a:cubicBezTo>
                  <a:cubicBezTo>
                    <a:pt x="4203" y="296"/>
                    <a:pt x="4027" y="282"/>
                    <a:pt x="3837" y="267"/>
                  </a:cubicBezTo>
                  <a:cubicBezTo>
                    <a:pt x="3661" y="252"/>
                    <a:pt x="3471" y="223"/>
                    <a:pt x="3310" y="179"/>
                  </a:cubicBezTo>
                  <a:cubicBezTo>
                    <a:pt x="3134" y="121"/>
                    <a:pt x="2958" y="33"/>
                    <a:pt x="2782" y="4"/>
                  </a:cubicBezTo>
                  <a:cubicBezTo>
                    <a:pt x="2759" y="1"/>
                    <a:pt x="2735" y="0"/>
                    <a:pt x="27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0"/>
            <p:cNvSpPr/>
            <p:nvPr/>
          </p:nvSpPr>
          <p:spPr>
            <a:xfrm>
              <a:off x="2188364" y="3124903"/>
              <a:ext cx="643041" cy="602610"/>
            </a:xfrm>
            <a:custGeom>
              <a:avLst/>
              <a:gdLst/>
              <a:ahLst/>
              <a:cxnLst/>
              <a:rect l="l" t="t" r="r" b="b"/>
              <a:pathLst>
                <a:path w="8843" h="8287" extrusionOk="0">
                  <a:moveTo>
                    <a:pt x="811" y="0"/>
                  </a:moveTo>
                  <a:cubicBezTo>
                    <a:pt x="685" y="0"/>
                    <a:pt x="572" y="22"/>
                    <a:pt x="484" y="59"/>
                  </a:cubicBezTo>
                  <a:cubicBezTo>
                    <a:pt x="279" y="132"/>
                    <a:pt x="162" y="220"/>
                    <a:pt x="89" y="308"/>
                  </a:cubicBezTo>
                  <a:cubicBezTo>
                    <a:pt x="15" y="410"/>
                    <a:pt x="1" y="454"/>
                    <a:pt x="1" y="454"/>
                  </a:cubicBezTo>
                  <a:cubicBezTo>
                    <a:pt x="1" y="454"/>
                    <a:pt x="15" y="410"/>
                    <a:pt x="89" y="337"/>
                  </a:cubicBezTo>
                  <a:cubicBezTo>
                    <a:pt x="162" y="264"/>
                    <a:pt x="294" y="147"/>
                    <a:pt x="484" y="88"/>
                  </a:cubicBezTo>
                  <a:cubicBezTo>
                    <a:pt x="568" y="67"/>
                    <a:pt x="671" y="50"/>
                    <a:pt x="784" y="50"/>
                  </a:cubicBezTo>
                  <a:cubicBezTo>
                    <a:pt x="908" y="50"/>
                    <a:pt x="1042" y="71"/>
                    <a:pt x="1172" y="132"/>
                  </a:cubicBezTo>
                  <a:cubicBezTo>
                    <a:pt x="1450" y="235"/>
                    <a:pt x="1684" y="454"/>
                    <a:pt x="1845" y="776"/>
                  </a:cubicBezTo>
                  <a:cubicBezTo>
                    <a:pt x="2006" y="1084"/>
                    <a:pt x="2109" y="1464"/>
                    <a:pt x="2123" y="1889"/>
                  </a:cubicBezTo>
                  <a:cubicBezTo>
                    <a:pt x="2138" y="2284"/>
                    <a:pt x="2123" y="2753"/>
                    <a:pt x="2138" y="3221"/>
                  </a:cubicBezTo>
                  <a:cubicBezTo>
                    <a:pt x="2182" y="4173"/>
                    <a:pt x="2285" y="5212"/>
                    <a:pt x="2475" y="6295"/>
                  </a:cubicBezTo>
                  <a:cubicBezTo>
                    <a:pt x="2519" y="6559"/>
                    <a:pt x="2577" y="6822"/>
                    <a:pt x="2636" y="7086"/>
                  </a:cubicBezTo>
                  <a:cubicBezTo>
                    <a:pt x="2694" y="7335"/>
                    <a:pt x="2724" y="7598"/>
                    <a:pt x="2841" y="7847"/>
                  </a:cubicBezTo>
                  <a:cubicBezTo>
                    <a:pt x="2899" y="7979"/>
                    <a:pt x="2973" y="8096"/>
                    <a:pt x="3075" y="8184"/>
                  </a:cubicBezTo>
                  <a:cubicBezTo>
                    <a:pt x="3192" y="8272"/>
                    <a:pt x="3339" y="8286"/>
                    <a:pt x="3456" y="8286"/>
                  </a:cubicBezTo>
                  <a:cubicBezTo>
                    <a:pt x="3587" y="8272"/>
                    <a:pt x="3719" y="8257"/>
                    <a:pt x="3822" y="8213"/>
                  </a:cubicBezTo>
                  <a:cubicBezTo>
                    <a:pt x="3939" y="8184"/>
                    <a:pt x="4071" y="8169"/>
                    <a:pt x="4173" y="8125"/>
                  </a:cubicBezTo>
                  <a:cubicBezTo>
                    <a:pt x="5095" y="7906"/>
                    <a:pt x="5915" y="7686"/>
                    <a:pt x="6603" y="7525"/>
                  </a:cubicBezTo>
                  <a:cubicBezTo>
                    <a:pt x="7306" y="7335"/>
                    <a:pt x="7848" y="7188"/>
                    <a:pt x="8257" y="7100"/>
                  </a:cubicBezTo>
                  <a:cubicBezTo>
                    <a:pt x="8433" y="7071"/>
                    <a:pt x="8579" y="7027"/>
                    <a:pt x="8697" y="6998"/>
                  </a:cubicBezTo>
                  <a:cubicBezTo>
                    <a:pt x="8784" y="6954"/>
                    <a:pt x="8842" y="6940"/>
                    <a:pt x="8843" y="6939"/>
                  </a:cubicBezTo>
                  <a:lnTo>
                    <a:pt x="8843" y="6939"/>
                  </a:lnTo>
                  <a:cubicBezTo>
                    <a:pt x="8842" y="6940"/>
                    <a:pt x="8784" y="6954"/>
                    <a:pt x="8711" y="6969"/>
                  </a:cubicBezTo>
                  <a:cubicBezTo>
                    <a:pt x="8594" y="6998"/>
                    <a:pt x="8433" y="7027"/>
                    <a:pt x="8257" y="7071"/>
                  </a:cubicBezTo>
                  <a:cubicBezTo>
                    <a:pt x="7848" y="7159"/>
                    <a:pt x="7306" y="7291"/>
                    <a:pt x="6603" y="7452"/>
                  </a:cubicBezTo>
                  <a:cubicBezTo>
                    <a:pt x="5900" y="7613"/>
                    <a:pt x="5066" y="7818"/>
                    <a:pt x="4158" y="8037"/>
                  </a:cubicBezTo>
                  <a:cubicBezTo>
                    <a:pt x="4041" y="8067"/>
                    <a:pt x="3924" y="8096"/>
                    <a:pt x="3807" y="8125"/>
                  </a:cubicBezTo>
                  <a:cubicBezTo>
                    <a:pt x="3705" y="8140"/>
                    <a:pt x="3573" y="8184"/>
                    <a:pt x="3456" y="8184"/>
                  </a:cubicBezTo>
                  <a:cubicBezTo>
                    <a:pt x="3339" y="8184"/>
                    <a:pt x="3221" y="8169"/>
                    <a:pt x="3134" y="8096"/>
                  </a:cubicBezTo>
                  <a:cubicBezTo>
                    <a:pt x="3046" y="8023"/>
                    <a:pt x="2987" y="7906"/>
                    <a:pt x="2929" y="7803"/>
                  </a:cubicBezTo>
                  <a:cubicBezTo>
                    <a:pt x="2841" y="7554"/>
                    <a:pt x="2782" y="7305"/>
                    <a:pt x="2724" y="7042"/>
                  </a:cubicBezTo>
                  <a:cubicBezTo>
                    <a:pt x="2680" y="6793"/>
                    <a:pt x="2636" y="6530"/>
                    <a:pt x="2577" y="6266"/>
                  </a:cubicBezTo>
                  <a:cubicBezTo>
                    <a:pt x="2402" y="5183"/>
                    <a:pt x="2285" y="4158"/>
                    <a:pt x="2255" y="3206"/>
                  </a:cubicBezTo>
                  <a:cubicBezTo>
                    <a:pt x="2241" y="2753"/>
                    <a:pt x="2241" y="2284"/>
                    <a:pt x="2211" y="1874"/>
                  </a:cubicBezTo>
                  <a:cubicBezTo>
                    <a:pt x="2197" y="1450"/>
                    <a:pt x="2109" y="1040"/>
                    <a:pt x="1919" y="732"/>
                  </a:cubicBezTo>
                  <a:cubicBezTo>
                    <a:pt x="1743" y="425"/>
                    <a:pt x="1479" y="191"/>
                    <a:pt x="1216" y="73"/>
                  </a:cubicBezTo>
                  <a:cubicBezTo>
                    <a:pt x="1077" y="22"/>
                    <a:pt x="938" y="0"/>
                    <a:pt x="8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0"/>
            <p:cNvSpPr/>
            <p:nvPr/>
          </p:nvSpPr>
          <p:spPr>
            <a:xfrm>
              <a:off x="2393869" y="3720984"/>
              <a:ext cx="35195" cy="62973"/>
            </a:xfrm>
            <a:custGeom>
              <a:avLst/>
              <a:gdLst/>
              <a:ahLst/>
              <a:cxnLst/>
              <a:rect l="l" t="t" r="r" b="b"/>
              <a:pathLst>
                <a:path w="484" h="866" extrusionOk="0">
                  <a:moveTo>
                    <a:pt x="466" y="1"/>
                  </a:moveTo>
                  <a:cubicBezTo>
                    <a:pt x="440" y="1"/>
                    <a:pt x="287" y="158"/>
                    <a:pt x="161" y="382"/>
                  </a:cubicBezTo>
                  <a:cubicBezTo>
                    <a:pt x="29" y="646"/>
                    <a:pt x="0" y="865"/>
                    <a:pt x="15" y="865"/>
                  </a:cubicBezTo>
                  <a:cubicBezTo>
                    <a:pt x="44" y="865"/>
                    <a:pt x="117" y="675"/>
                    <a:pt x="234" y="426"/>
                  </a:cubicBezTo>
                  <a:cubicBezTo>
                    <a:pt x="366" y="206"/>
                    <a:pt x="483" y="16"/>
                    <a:pt x="469" y="1"/>
                  </a:cubicBezTo>
                  <a:cubicBezTo>
                    <a:pt x="468" y="1"/>
                    <a:pt x="467" y="1"/>
                    <a:pt x="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0"/>
            <p:cNvSpPr/>
            <p:nvPr/>
          </p:nvSpPr>
          <p:spPr>
            <a:xfrm>
              <a:off x="2420485" y="3731601"/>
              <a:ext cx="24506" cy="72572"/>
            </a:xfrm>
            <a:custGeom>
              <a:avLst/>
              <a:gdLst/>
              <a:ahLst/>
              <a:cxnLst/>
              <a:rect l="l" t="t" r="r" b="b"/>
              <a:pathLst>
                <a:path w="337" h="998" extrusionOk="0">
                  <a:moveTo>
                    <a:pt x="318" y="1"/>
                  </a:moveTo>
                  <a:cubicBezTo>
                    <a:pt x="282" y="1"/>
                    <a:pt x="144" y="174"/>
                    <a:pt x="73" y="456"/>
                  </a:cubicBezTo>
                  <a:cubicBezTo>
                    <a:pt x="0" y="748"/>
                    <a:pt x="44" y="997"/>
                    <a:pt x="73" y="997"/>
                  </a:cubicBezTo>
                  <a:cubicBezTo>
                    <a:pt x="88" y="997"/>
                    <a:pt x="88" y="748"/>
                    <a:pt x="176" y="485"/>
                  </a:cubicBezTo>
                  <a:cubicBezTo>
                    <a:pt x="234" y="221"/>
                    <a:pt x="337" y="16"/>
                    <a:pt x="322" y="2"/>
                  </a:cubicBezTo>
                  <a:cubicBezTo>
                    <a:pt x="321" y="1"/>
                    <a:pt x="320" y="1"/>
                    <a:pt x="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0"/>
            <p:cNvSpPr/>
            <p:nvPr/>
          </p:nvSpPr>
          <p:spPr>
            <a:xfrm>
              <a:off x="2742997" y="3651828"/>
              <a:ext cx="106531" cy="205572"/>
            </a:xfrm>
            <a:custGeom>
              <a:avLst/>
              <a:gdLst/>
              <a:ahLst/>
              <a:cxnLst/>
              <a:rect l="l" t="t" r="r" b="b"/>
              <a:pathLst>
                <a:path w="1465" h="2827" extrusionOk="0">
                  <a:moveTo>
                    <a:pt x="30" y="1"/>
                  </a:moveTo>
                  <a:lnTo>
                    <a:pt x="30" y="1"/>
                  </a:lnTo>
                  <a:cubicBezTo>
                    <a:pt x="1" y="15"/>
                    <a:pt x="74" y="191"/>
                    <a:pt x="191" y="440"/>
                  </a:cubicBezTo>
                  <a:cubicBezTo>
                    <a:pt x="294" y="704"/>
                    <a:pt x="469" y="1070"/>
                    <a:pt x="660" y="1450"/>
                  </a:cubicBezTo>
                  <a:cubicBezTo>
                    <a:pt x="865" y="1845"/>
                    <a:pt x="1055" y="2197"/>
                    <a:pt x="1201" y="2431"/>
                  </a:cubicBezTo>
                  <a:cubicBezTo>
                    <a:pt x="1348" y="2680"/>
                    <a:pt x="1436" y="2826"/>
                    <a:pt x="1450" y="2826"/>
                  </a:cubicBezTo>
                  <a:cubicBezTo>
                    <a:pt x="1465" y="2797"/>
                    <a:pt x="1392" y="2651"/>
                    <a:pt x="1289" y="2372"/>
                  </a:cubicBezTo>
                  <a:cubicBezTo>
                    <a:pt x="1143" y="2109"/>
                    <a:pt x="952" y="1758"/>
                    <a:pt x="777" y="1392"/>
                  </a:cubicBezTo>
                  <a:cubicBezTo>
                    <a:pt x="572" y="1026"/>
                    <a:pt x="411" y="704"/>
                    <a:pt x="264" y="411"/>
                  </a:cubicBezTo>
                  <a:cubicBezTo>
                    <a:pt x="118" y="147"/>
                    <a:pt x="45" y="1"/>
                    <a:pt x="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50"/>
            <p:cNvSpPr/>
            <p:nvPr/>
          </p:nvSpPr>
          <p:spPr>
            <a:xfrm>
              <a:off x="2795210" y="3660627"/>
              <a:ext cx="30905" cy="30760"/>
            </a:xfrm>
            <a:custGeom>
              <a:avLst/>
              <a:gdLst/>
              <a:ahLst/>
              <a:cxnLst/>
              <a:rect l="l" t="t" r="r" b="b"/>
              <a:pathLst>
                <a:path w="425" h="423" extrusionOk="0">
                  <a:moveTo>
                    <a:pt x="206" y="0"/>
                  </a:moveTo>
                  <a:cubicBezTo>
                    <a:pt x="158" y="0"/>
                    <a:pt x="132" y="26"/>
                    <a:pt x="132" y="26"/>
                  </a:cubicBezTo>
                  <a:cubicBezTo>
                    <a:pt x="132" y="41"/>
                    <a:pt x="205" y="26"/>
                    <a:pt x="264" y="70"/>
                  </a:cubicBezTo>
                  <a:cubicBezTo>
                    <a:pt x="293" y="85"/>
                    <a:pt x="337" y="143"/>
                    <a:pt x="337" y="173"/>
                  </a:cubicBezTo>
                  <a:cubicBezTo>
                    <a:pt x="337" y="217"/>
                    <a:pt x="308" y="260"/>
                    <a:pt x="264" y="290"/>
                  </a:cubicBezTo>
                  <a:cubicBezTo>
                    <a:pt x="234" y="304"/>
                    <a:pt x="209" y="312"/>
                    <a:pt x="187" y="312"/>
                  </a:cubicBezTo>
                  <a:cubicBezTo>
                    <a:pt x="165" y="312"/>
                    <a:pt x="147" y="304"/>
                    <a:pt x="132" y="290"/>
                  </a:cubicBezTo>
                  <a:cubicBezTo>
                    <a:pt x="88" y="260"/>
                    <a:pt x="88" y="217"/>
                    <a:pt x="88" y="173"/>
                  </a:cubicBezTo>
                  <a:cubicBezTo>
                    <a:pt x="117" y="99"/>
                    <a:pt x="161" y="85"/>
                    <a:pt x="161" y="70"/>
                  </a:cubicBezTo>
                  <a:cubicBezTo>
                    <a:pt x="161" y="70"/>
                    <a:pt x="155" y="57"/>
                    <a:pt x="142" y="57"/>
                  </a:cubicBezTo>
                  <a:cubicBezTo>
                    <a:pt x="135" y="57"/>
                    <a:pt x="127" y="60"/>
                    <a:pt x="117" y="70"/>
                  </a:cubicBezTo>
                  <a:cubicBezTo>
                    <a:pt x="73" y="70"/>
                    <a:pt x="44" y="99"/>
                    <a:pt x="15" y="158"/>
                  </a:cubicBezTo>
                  <a:cubicBezTo>
                    <a:pt x="0" y="217"/>
                    <a:pt x="0" y="290"/>
                    <a:pt x="59" y="363"/>
                  </a:cubicBezTo>
                  <a:cubicBezTo>
                    <a:pt x="92" y="404"/>
                    <a:pt x="139" y="422"/>
                    <a:pt x="187" y="422"/>
                  </a:cubicBezTo>
                  <a:cubicBezTo>
                    <a:pt x="224" y="422"/>
                    <a:pt x="261" y="411"/>
                    <a:pt x="293" y="392"/>
                  </a:cubicBezTo>
                  <a:cubicBezTo>
                    <a:pt x="366" y="363"/>
                    <a:pt x="425" y="246"/>
                    <a:pt x="410" y="173"/>
                  </a:cubicBezTo>
                  <a:cubicBezTo>
                    <a:pt x="410" y="99"/>
                    <a:pt x="352" y="41"/>
                    <a:pt x="293" y="26"/>
                  </a:cubicBezTo>
                  <a:cubicBezTo>
                    <a:pt x="259" y="7"/>
                    <a:pt x="230"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0"/>
            <p:cNvSpPr/>
            <p:nvPr/>
          </p:nvSpPr>
          <p:spPr>
            <a:xfrm>
              <a:off x="2160730" y="3697641"/>
              <a:ext cx="763316" cy="287089"/>
            </a:xfrm>
            <a:custGeom>
              <a:avLst/>
              <a:gdLst/>
              <a:ahLst/>
              <a:cxnLst/>
              <a:rect l="l" t="t" r="r" b="b"/>
              <a:pathLst>
                <a:path w="10497" h="3948" extrusionOk="0">
                  <a:moveTo>
                    <a:pt x="15" y="0"/>
                  </a:moveTo>
                  <a:cubicBezTo>
                    <a:pt x="0" y="0"/>
                    <a:pt x="15" y="30"/>
                    <a:pt x="29" y="117"/>
                  </a:cubicBezTo>
                  <a:cubicBezTo>
                    <a:pt x="59" y="220"/>
                    <a:pt x="88" y="337"/>
                    <a:pt x="132" y="483"/>
                  </a:cubicBezTo>
                  <a:cubicBezTo>
                    <a:pt x="220" y="806"/>
                    <a:pt x="322" y="1259"/>
                    <a:pt x="571" y="1801"/>
                  </a:cubicBezTo>
                  <a:cubicBezTo>
                    <a:pt x="791" y="2357"/>
                    <a:pt x="1171" y="2972"/>
                    <a:pt x="1815" y="3455"/>
                  </a:cubicBezTo>
                  <a:cubicBezTo>
                    <a:pt x="2123" y="3690"/>
                    <a:pt x="2518" y="3880"/>
                    <a:pt x="2943" y="3924"/>
                  </a:cubicBezTo>
                  <a:cubicBezTo>
                    <a:pt x="3063" y="3940"/>
                    <a:pt x="3183" y="3947"/>
                    <a:pt x="3303" y="3947"/>
                  </a:cubicBezTo>
                  <a:cubicBezTo>
                    <a:pt x="3622" y="3947"/>
                    <a:pt x="3941" y="3896"/>
                    <a:pt x="4260" y="3821"/>
                  </a:cubicBezTo>
                  <a:cubicBezTo>
                    <a:pt x="5988" y="3324"/>
                    <a:pt x="7539" y="2870"/>
                    <a:pt x="8667" y="2533"/>
                  </a:cubicBezTo>
                  <a:cubicBezTo>
                    <a:pt x="9223" y="2372"/>
                    <a:pt x="9677" y="2226"/>
                    <a:pt x="10014" y="2138"/>
                  </a:cubicBezTo>
                  <a:cubicBezTo>
                    <a:pt x="10160" y="2094"/>
                    <a:pt x="10277" y="2065"/>
                    <a:pt x="10380" y="2021"/>
                  </a:cubicBezTo>
                  <a:cubicBezTo>
                    <a:pt x="10467" y="1991"/>
                    <a:pt x="10497" y="1977"/>
                    <a:pt x="10497" y="1977"/>
                  </a:cubicBezTo>
                  <a:lnTo>
                    <a:pt x="10497" y="1977"/>
                  </a:lnTo>
                  <a:cubicBezTo>
                    <a:pt x="10497" y="1977"/>
                    <a:pt x="10453" y="1977"/>
                    <a:pt x="10394" y="2006"/>
                  </a:cubicBezTo>
                  <a:cubicBezTo>
                    <a:pt x="10306" y="2021"/>
                    <a:pt x="10175" y="2065"/>
                    <a:pt x="10028" y="2094"/>
                  </a:cubicBezTo>
                  <a:cubicBezTo>
                    <a:pt x="9691" y="2196"/>
                    <a:pt x="9252" y="2313"/>
                    <a:pt x="8696" y="2460"/>
                  </a:cubicBezTo>
                  <a:cubicBezTo>
                    <a:pt x="7539" y="2797"/>
                    <a:pt x="5988" y="3236"/>
                    <a:pt x="4260" y="3704"/>
                  </a:cubicBezTo>
                  <a:cubicBezTo>
                    <a:pt x="3939" y="3790"/>
                    <a:pt x="3625" y="3844"/>
                    <a:pt x="3319" y="3844"/>
                  </a:cubicBezTo>
                  <a:cubicBezTo>
                    <a:pt x="3207" y="3844"/>
                    <a:pt x="3096" y="3837"/>
                    <a:pt x="2987" y="3821"/>
                  </a:cubicBezTo>
                  <a:cubicBezTo>
                    <a:pt x="2562" y="3763"/>
                    <a:pt x="2196" y="3602"/>
                    <a:pt x="1889" y="3382"/>
                  </a:cubicBezTo>
                  <a:cubicBezTo>
                    <a:pt x="1259" y="2928"/>
                    <a:pt x="879" y="2313"/>
                    <a:pt x="644" y="1786"/>
                  </a:cubicBezTo>
                  <a:cubicBezTo>
                    <a:pt x="395" y="1259"/>
                    <a:pt x="249" y="806"/>
                    <a:pt x="161" y="483"/>
                  </a:cubicBezTo>
                  <a:cubicBezTo>
                    <a:pt x="132" y="337"/>
                    <a:pt x="88" y="220"/>
                    <a:pt x="59" y="117"/>
                  </a:cubicBezTo>
                  <a:cubicBezTo>
                    <a:pt x="29" y="30"/>
                    <a:pt x="15" y="0"/>
                    <a:pt x="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0"/>
            <p:cNvSpPr/>
            <p:nvPr/>
          </p:nvSpPr>
          <p:spPr>
            <a:xfrm>
              <a:off x="2769612" y="3310120"/>
              <a:ext cx="56501" cy="321557"/>
            </a:xfrm>
            <a:custGeom>
              <a:avLst/>
              <a:gdLst/>
              <a:ahLst/>
              <a:cxnLst/>
              <a:rect l="l" t="t" r="r" b="b"/>
              <a:pathLst>
                <a:path w="777" h="4422" extrusionOk="0">
                  <a:moveTo>
                    <a:pt x="45" y="1"/>
                  </a:moveTo>
                  <a:cubicBezTo>
                    <a:pt x="1" y="1"/>
                    <a:pt x="147" y="981"/>
                    <a:pt x="352" y="2211"/>
                  </a:cubicBezTo>
                  <a:cubicBezTo>
                    <a:pt x="543" y="3441"/>
                    <a:pt x="733" y="4422"/>
                    <a:pt x="762" y="4422"/>
                  </a:cubicBezTo>
                  <a:cubicBezTo>
                    <a:pt x="777" y="4422"/>
                    <a:pt x="630" y="3426"/>
                    <a:pt x="440" y="2211"/>
                  </a:cubicBezTo>
                  <a:cubicBezTo>
                    <a:pt x="250" y="981"/>
                    <a:pt x="59" y="1"/>
                    <a:pt x="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0"/>
            <p:cNvSpPr/>
            <p:nvPr/>
          </p:nvSpPr>
          <p:spPr>
            <a:xfrm>
              <a:off x="1868978" y="3875295"/>
              <a:ext cx="920967" cy="522112"/>
            </a:xfrm>
            <a:custGeom>
              <a:avLst/>
              <a:gdLst/>
              <a:ahLst/>
              <a:cxnLst/>
              <a:rect l="l" t="t" r="r" b="b"/>
              <a:pathLst>
                <a:path w="12665" h="7180" extrusionOk="0">
                  <a:moveTo>
                    <a:pt x="1" y="368"/>
                  </a:moveTo>
                  <a:cubicBezTo>
                    <a:pt x="2" y="385"/>
                    <a:pt x="4" y="402"/>
                    <a:pt x="5" y="419"/>
                  </a:cubicBezTo>
                  <a:lnTo>
                    <a:pt x="5" y="419"/>
                  </a:lnTo>
                  <a:lnTo>
                    <a:pt x="1" y="368"/>
                  </a:lnTo>
                  <a:close/>
                  <a:moveTo>
                    <a:pt x="3622" y="1"/>
                  </a:moveTo>
                  <a:cubicBezTo>
                    <a:pt x="2403" y="1"/>
                    <a:pt x="1184" y="175"/>
                    <a:pt x="17" y="529"/>
                  </a:cubicBezTo>
                  <a:lnTo>
                    <a:pt x="17" y="529"/>
                  </a:lnTo>
                  <a:cubicBezTo>
                    <a:pt x="13" y="492"/>
                    <a:pt x="9" y="455"/>
                    <a:pt x="5" y="419"/>
                  </a:cubicBezTo>
                  <a:lnTo>
                    <a:pt x="5" y="419"/>
                  </a:lnTo>
                  <a:lnTo>
                    <a:pt x="16" y="529"/>
                  </a:lnTo>
                  <a:cubicBezTo>
                    <a:pt x="16" y="529"/>
                    <a:pt x="17" y="529"/>
                    <a:pt x="17" y="529"/>
                  </a:cubicBezTo>
                  <a:lnTo>
                    <a:pt x="17" y="529"/>
                  </a:lnTo>
                  <a:cubicBezTo>
                    <a:pt x="259" y="2661"/>
                    <a:pt x="1627" y="4584"/>
                    <a:pt x="3427" y="5726"/>
                  </a:cubicBezTo>
                  <a:cubicBezTo>
                    <a:pt x="5017" y="6736"/>
                    <a:pt x="6923" y="7180"/>
                    <a:pt x="8825" y="7180"/>
                  </a:cubicBezTo>
                  <a:cubicBezTo>
                    <a:pt x="9129" y="7180"/>
                    <a:pt x="9433" y="7168"/>
                    <a:pt x="9736" y="7146"/>
                  </a:cubicBezTo>
                  <a:cubicBezTo>
                    <a:pt x="10629" y="7073"/>
                    <a:pt x="11625" y="6839"/>
                    <a:pt x="12152" y="6136"/>
                  </a:cubicBezTo>
                  <a:cubicBezTo>
                    <a:pt x="12664" y="5433"/>
                    <a:pt x="12591" y="4438"/>
                    <a:pt x="12196" y="3677"/>
                  </a:cubicBezTo>
                  <a:cubicBezTo>
                    <a:pt x="11771" y="2915"/>
                    <a:pt x="11068" y="2359"/>
                    <a:pt x="10336" y="1905"/>
                  </a:cubicBezTo>
                  <a:cubicBezTo>
                    <a:pt x="8339" y="651"/>
                    <a:pt x="5980" y="1"/>
                    <a:pt x="36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50"/>
            <p:cNvSpPr/>
            <p:nvPr/>
          </p:nvSpPr>
          <p:spPr>
            <a:xfrm>
              <a:off x="2425793" y="2998226"/>
              <a:ext cx="212990" cy="174667"/>
            </a:xfrm>
            <a:custGeom>
              <a:avLst/>
              <a:gdLst/>
              <a:ahLst/>
              <a:cxnLst/>
              <a:rect l="l" t="t" r="r" b="b"/>
              <a:pathLst>
                <a:path w="2929" h="2402" extrusionOk="0">
                  <a:moveTo>
                    <a:pt x="235" y="0"/>
                  </a:moveTo>
                  <a:lnTo>
                    <a:pt x="0" y="1084"/>
                  </a:lnTo>
                  <a:lnTo>
                    <a:pt x="483" y="2020"/>
                  </a:lnTo>
                  <a:lnTo>
                    <a:pt x="1918" y="2401"/>
                  </a:lnTo>
                  <a:lnTo>
                    <a:pt x="2928" y="1303"/>
                  </a:lnTo>
                  <a:lnTo>
                    <a:pt x="2928" y="322"/>
                  </a:lnTo>
                  <a:lnTo>
                    <a:pt x="23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0"/>
            <p:cNvSpPr/>
            <p:nvPr/>
          </p:nvSpPr>
          <p:spPr>
            <a:xfrm>
              <a:off x="2562070" y="3016333"/>
              <a:ext cx="69227" cy="668565"/>
            </a:xfrm>
            <a:custGeom>
              <a:avLst/>
              <a:gdLst/>
              <a:ahLst/>
              <a:cxnLst/>
              <a:rect l="l" t="t" r="r" b="b"/>
              <a:pathLst>
                <a:path w="952" h="9194" extrusionOk="0">
                  <a:moveTo>
                    <a:pt x="0" y="0"/>
                  </a:moveTo>
                  <a:lnTo>
                    <a:pt x="0" y="88"/>
                  </a:lnTo>
                  <a:lnTo>
                    <a:pt x="0" y="366"/>
                  </a:lnTo>
                  <a:cubicBezTo>
                    <a:pt x="0" y="586"/>
                    <a:pt x="0" y="922"/>
                    <a:pt x="29" y="1347"/>
                  </a:cubicBezTo>
                  <a:cubicBezTo>
                    <a:pt x="59" y="2196"/>
                    <a:pt x="117" y="3338"/>
                    <a:pt x="249" y="4626"/>
                  </a:cubicBezTo>
                  <a:cubicBezTo>
                    <a:pt x="366" y="5900"/>
                    <a:pt x="557" y="7056"/>
                    <a:pt x="703" y="7876"/>
                  </a:cubicBezTo>
                  <a:cubicBezTo>
                    <a:pt x="776" y="8286"/>
                    <a:pt x="835" y="8608"/>
                    <a:pt x="879" y="8857"/>
                  </a:cubicBezTo>
                  <a:cubicBezTo>
                    <a:pt x="906" y="8941"/>
                    <a:pt x="921" y="9024"/>
                    <a:pt x="935" y="9095"/>
                  </a:cubicBezTo>
                  <a:lnTo>
                    <a:pt x="935" y="9095"/>
                  </a:lnTo>
                  <a:cubicBezTo>
                    <a:pt x="930" y="9030"/>
                    <a:pt x="919" y="8951"/>
                    <a:pt x="908" y="8872"/>
                  </a:cubicBezTo>
                  <a:cubicBezTo>
                    <a:pt x="849" y="8608"/>
                    <a:pt x="805" y="8286"/>
                    <a:pt x="732" y="7876"/>
                  </a:cubicBezTo>
                  <a:cubicBezTo>
                    <a:pt x="615" y="7042"/>
                    <a:pt x="439" y="5900"/>
                    <a:pt x="322" y="4626"/>
                  </a:cubicBezTo>
                  <a:cubicBezTo>
                    <a:pt x="191" y="3338"/>
                    <a:pt x="117" y="2196"/>
                    <a:pt x="73" y="1347"/>
                  </a:cubicBezTo>
                  <a:cubicBezTo>
                    <a:pt x="59" y="952"/>
                    <a:pt x="59" y="615"/>
                    <a:pt x="44" y="366"/>
                  </a:cubicBezTo>
                  <a:cubicBezTo>
                    <a:pt x="29" y="249"/>
                    <a:pt x="29" y="161"/>
                    <a:pt x="29" y="88"/>
                  </a:cubicBezTo>
                  <a:cubicBezTo>
                    <a:pt x="0" y="29"/>
                    <a:pt x="0" y="0"/>
                    <a:pt x="0" y="0"/>
                  </a:cubicBezTo>
                  <a:close/>
                  <a:moveTo>
                    <a:pt x="935" y="9095"/>
                  </a:moveTo>
                  <a:cubicBezTo>
                    <a:pt x="936" y="9115"/>
                    <a:pt x="937" y="9133"/>
                    <a:pt x="937" y="9150"/>
                  </a:cubicBezTo>
                  <a:cubicBezTo>
                    <a:pt x="939" y="9151"/>
                    <a:pt x="940" y="9153"/>
                    <a:pt x="941" y="9154"/>
                  </a:cubicBezTo>
                  <a:lnTo>
                    <a:pt x="941" y="9154"/>
                  </a:lnTo>
                  <a:cubicBezTo>
                    <a:pt x="939" y="9141"/>
                    <a:pt x="937" y="9125"/>
                    <a:pt x="937" y="9106"/>
                  </a:cubicBezTo>
                  <a:cubicBezTo>
                    <a:pt x="936" y="9102"/>
                    <a:pt x="936" y="9099"/>
                    <a:pt x="935" y="9095"/>
                  </a:cubicBezTo>
                  <a:close/>
                  <a:moveTo>
                    <a:pt x="941" y="9154"/>
                  </a:moveTo>
                  <a:cubicBezTo>
                    <a:pt x="945" y="9181"/>
                    <a:pt x="952" y="9194"/>
                    <a:pt x="952" y="9194"/>
                  </a:cubicBezTo>
                  <a:cubicBezTo>
                    <a:pt x="952" y="9194"/>
                    <a:pt x="952" y="9170"/>
                    <a:pt x="941" y="91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0"/>
            <p:cNvSpPr/>
            <p:nvPr/>
          </p:nvSpPr>
          <p:spPr>
            <a:xfrm>
              <a:off x="2591885" y="3186642"/>
              <a:ext cx="28796" cy="28796"/>
            </a:xfrm>
            <a:custGeom>
              <a:avLst/>
              <a:gdLst/>
              <a:ahLst/>
              <a:cxnLst/>
              <a:rect l="l" t="t" r="r" b="b"/>
              <a:pathLst>
                <a:path w="396" h="396" extrusionOk="0">
                  <a:moveTo>
                    <a:pt x="205" y="74"/>
                  </a:moveTo>
                  <a:cubicBezTo>
                    <a:pt x="215" y="78"/>
                    <a:pt x="224" y="82"/>
                    <a:pt x="234" y="88"/>
                  </a:cubicBezTo>
                  <a:cubicBezTo>
                    <a:pt x="264" y="103"/>
                    <a:pt x="308" y="147"/>
                    <a:pt x="308" y="176"/>
                  </a:cubicBezTo>
                  <a:cubicBezTo>
                    <a:pt x="308" y="220"/>
                    <a:pt x="293" y="264"/>
                    <a:pt x="234" y="293"/>
                  </a:cubicBezTo>
                  <a:cubicBezTo>
                    <a:pt x="213" y="299"/>
                    <a:pt x="193" y="302"/>
                    <a:pt x="176" y="302"/>
                  </a:cubicBezTo>
                  <a:cubicBezTo>
                    <a:pt x="146" y="302"/>
                    <a:pt x="121" y="292"/>
                    <a:pt x="103" y="264"/>
                  </a:cubicBezTo>
                  <a:cubicBezTo>
                    <a:pt x="88" y="249"/>
                    <a:pt x="88" y="191"/>
                    <a:pt x="103" y="161"/>
                  </a:cubicBezTo>
                  <a:cubicBezTo>
                    <a:pt x="146" y="89"/>
                    <a:pt x="204" y="88"/>
                    <a:pt x="205" y="74"/>
                  </a:cubicBezTo>
                  <a:close/>
                  <a:moveTo>
                    <a:pt x="183" y="1"/>
                  </a:moveTo>
                  <a:cubicBezTo>
                    <a:pt x="117" y="1"/>
                    <a:pt x="77" y="44"/>
                    <a:pt x="88" y="44"/>
                  </a:cubicBezTo>
                  <a:cubicBezTo>
                    <a:pt x="92" y="53"/>
                    <a:pt x="101" y="57"/>
                    <a:pt x="113" y="59"/>
                  </a:cubicBezTo>
                  <a:lnTo>
                    <a:pt x="113" y="59"/>
                  </a:lnTo>
                  <a:cubicBezTo>
                    <a:pt x="93" y="71"/>
                    <a:pt x="76" y="92"/>
                    <a:pt x="59" y="118"/>
                  </a:cubicBezTo>
                  <a:cubicBezTo>
                    <a:pt x="15" y="176"/>
                    <a:pt x="0" y="249"/>
                    <a:pt x="29" y="322"/>
                  </a:cubicBezTo>
                  <a:cubicBezTo>
                    <a:pt x="59" y="372"/>
                    <a:pt x="130" y="395"/>
                    <a:pt x="191" y="395"/>
                  </a:cubicBezTo>
                  <a:cubicBezTo>
                    <a:pt x="219" y="395"/>
                    <a:pt x="245" y="390"/>
                    <a:pt x="264" y="381"/>
                  </a:cubicBezTo>
                  <a:cubicBezTo>
                    <a:pt x="351" y="337"/>
                    <a:pt x="395" y="249"/>
                    <a:pt x="381" y="161"/>
                  </a:cubicBezTo>
                  <a:cubicBezTo>
                    <a:pt x="366" y="74"/>
                    <a:pt x="308" y="30"/>
                    <a:pt x="249" y="15"/>
                  </a:cubicBezTo>
                  <a:cubicBezTo>
                    <a:pt x="225" y="5"/>
                    <a:pt x="203" y="1"/>
                    <a:pt x="1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0"/>
            <p:cNvSpPr/>
            <p:nvPr/>
          </p:nvSpPr>
          <p:spPr>
            <a:xfrm>
              <a:off x="2618501" y="3384730"/>
              <a:ext cx="26687" cy="25160"/>
            </a:xfrm>
            <a:custGeom>
              <a:avLst/>
              <a:gdLst/>
              <a:ahLst/>
              <a:cxnLst/>
              <a:rect l="l" t="t" r="r" b="b"/>
              <a:pathLst>
                <a:path w="367" h="346" extrusionOk="0">
                  <a:moveTo>
                    <a:pt x="152" y="1"/>
                  </a:moveTo>
                  <a:cubicBezTo>
                    <a:pt x="134" y="1"/>
                    <a:pt x="106" y="11"/>
                    <a:pt x="73" y="43"/>
                  </a:cubicBezTo>
                  <a:cubicBezTo>
                    <a:pt x="29" y="73"/>
                    <a:pt x="0" y="116"/>
                    <a:pt x="15" y="190"/>
                  </a:cubicBezTo>
                  <a:cubicBezTo>
                    <a:pt x="29" y="263"/>
                    <a:pt x="88" y="321"/>
                    <a:pt x="161" y="336"/>
                  </a:cubicBezTo>
                  <a:cubicBezTo>
                    <a:pt x="177" y="342"/>
                    <a:pt x="193" y="345"/>
                    <a:pt x="209" y="345"/>
                  </a:cubicBezTo>
                  <a:cubicBezTo>
                    <a:pt x="265" y="345"/>
                    <a:pt x="317" y="309"/>
                    <a:pt x="351" y="263"/>
                  </a:cubicBezTo>
                  <a:cubicBezTo>
                    <a:pt x="366" y="190"/>
                    <a:pt x="366" y="146"/>
                    <a:pt x="351" y="102"/>
                  </a:cubicBezTo>
                  <a:cubicBezTo>
                    <a:pt x="320" y="39"/>
                    <a:pt x="274" y="21"/>
                    <a:pt x="250" y="21"/>
                  </a:cubicBezTo>
                  <a:cubicBezTo>
                    <a:pt x="240" y="21"/>
                    <a:pt x="234" y="24"/>
                    <a:pt x="234" y="29"/>
                  </a:cubicBezTo>
                  <a:cubicBezTo>
                    <a:pt x="220" y="58"/>
                    <a:pt x="249" y="73"/>
                    <a:pt x="278" y="131"/>
                  </a:cubicBezTo>
                  <a:cubicBezTo>
                    <a:pt x="292" y="171"/>
                    <a:pt x="256" y="235"/>
                    <a:pt x="183" y="235"/>
                  </a:cubicBezTo>
                  <a:cubicBezTo>
                    <a:pt x="176" y="235"/>
                    <a:pt x="169" y="235"/>
                    <a:pt x="161" y="234"/>
                  </a:cubicBezTo>
                  <a:cubicBezTo>
                    <a:pt x="88" y="219"/>
                    <a:pt x="73" y="146"/>
                    <a:pt x="103" y="87"/>
                  </a:cubicBezTo>
                  <a:cubicBezTo>
                    <a:pt x="147" y="29"/>
                    <a:pt x="176" y="29"/>
                    <a:pt x="176" y="14"/>
                  </a:cubicBezTo>
                  <a:cubicBezTo>
                    <a:pt x="176" y="7"/>
                    <a:pt x="167" y="1"/>
                    <a:pt x="1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0"/>
            <p:cNvSpPr/>
            <p:nvPr/>
          </p:nvSpPr>
          <p:spPr>
            <a:xfrm>
              <a:off x="2644025" y="3563474"/>
              <a:ext cx="27778" cy="28578"/>
            </a:xfrm>
            <a:custGeom>
              <a:avLst/>
              <a:gdLst/>
              <a:ahLst/>
              <a:cxnLst/>
              <a:rect l="l" t="t" r="r" b="b"/>
              <a:pathLst>
                <a:path w="382" h="393" extrusionOk="0">
                  <a:moveTo>
                    <a:pt x="179" y="0"/>
                  </a:moveTo>
                  <a:cubicBezTo>
                    <a:pt x="140" y="0"/>
                    <a:pt x="118" y="21"/>
                    <a:pt x="118" y="30"/>
                  </a:cubicBezTo>
                  <a:cubicBezTo>
                    <a:pt x="118" y="45"/>
                    <a:pt x="176" y="45"/>
                    <a:pt x="235" y="118"/>
                  </a:cubicBezTo>
                  <a:cubicBezTo>
                    <a:pt x="264" y="133"/>
                    <a:pt x="293" y="176"/>
                    <a:pt x="293" y="206"/>
                  </a:cubicBezTo>
                  <a:cubicBezTo>
                    <a:pt x="293" y="264"/>
                    <a:pt x="264" y="308"/>
                    <a:pt x="235" y="323"/>
                  </a:cubicBezTo>
                  <a:cubicBezTo>
                    <a:pt x="191" y="323"/>
                    <a:pt x="147" y="308"/>
                    <a:pt x="118" y="279"/>
                  </a:cubicBezTo>
                  <a:cubicBezTo>
                    <a:pt x="103" y="250"/>
                    <a:pt x="103" y="235"/>
                    <a:pt x="118" y="191"/>
                  </a:cubicBezTo>
                  <a:cubicBezTo>
                    <a:pt x="161" y="118"/>
                    <a:pt x="220" y="133"/>
                    <a:pt x="220" y="118"/>
                  </a:cubicBezTo>
                  <a:cubicBezTo>
                    <a:pt x="220" y="118"/>
                    <a:pt x="220" y="103"/>
                    <a:pt x="176" y="103"/>
                  </a:cubicBezTo>
                  <a:cubicBezTo>
                    <a:pt x="172" y="99"/>
                    <a:pt x="165" y="98"/>
                    <a:pt x="156" y="98"/>
                  </a:cubicBezTo>
                  <a:cubicBezTo>
                    <a:pt x="132" y="98"/>
                    <a:pt x="95" y="111"/>
                    <a:pt x="74" y="133"/>
                  </a:cubicBezTo>
                  <a:cubicBezTo>
                    <a:pt x="30" y="176"/>
                    <a:pt x="0" y="250"/>
                    <a:pt x="44" y="323"/>
                  </a:cubicBezTo>
                  <a:cubicBezTo>
                    <a:pt x="77" y="366"/>
                    <a:pt x="132" y="393"/>
                    <a:pt x="194" y="393"/>
                  </a:cubicBezTo>
                  <a:cubicBezTo>
                    <a:pt x="217" y="393"/>
                    <a:pt x="240" y="389"/>
                    <a:pt x="264" y="381"/>
                  </a:cubicBezTo>
                  <a:cubicBezTo>
                    <a:pt x="366" y="337"/>
                    <a:pt x="381" y="250"/>
                    <a:pt x="381" y="176"/>
                  </a:cubicBezTo>
                  <a:cubicBezTo>
                    <a:pt x="366" y="103"/>
                    <a:pt x="308" y="45"/>
                    <a:pt x="264" y="30"/>
                  </a:cubicBezTo>
                  <a:cubicBezTo>
                    <a:pt x="231" y="8"/>
                    <a:pt x="202" y="0"/>
                    <a:pt x="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0"/>
            <p:cNvSpPr/>
            <p:nvPr/>
          </p:nvSpPr>
          <p:spPr>
            <a:xfrm>
              <a:off x="3133720" y="2557983"/>
              <a:ext cx="439723" cy="403873"/>
            </a:xfrm>
            <a:custGeom>
              <a:avLst/>
              <a:gdLst/>
              <a:ahLst/>
              <a:cxnLst/>
              <a:rect l="l" t="t" r="r" b="b"/>
              <a:pathLst>
                <a:path w="6047" h="5554" extrusionOk="0">
                  <a:moveTo>
                    <a:pt x="3020" y="0"/>
                  </a:moveTo>
                  <a:cubicBezTo>
                    <a:pt x="2845" y="0"/>
                    <a:pt x="2667" y="17"/>
                    <a:pt x="2489" y="52"/>
                  </a:cubicBezTo>
                  <a:cubicBezTo>
                    <a:pt x="981" y="345"/>
                    <a:pt x="1" y="1809"/>
                    <a:pt x="308" y="3317"/>
                  </a:cubicBezTo>
                  <a:cubicBezTo>
                    <a:pt x="565" y="4627"/>
                    <a:pt x="1723" y="5554"/>
                    <a:pt x="3012" y="5554"/>
                  </a:cubicBezTo>
                  <a:cubicBezTo>
                    <a:pt x="3192" y="5554"/>
                    <a:pt x="3375" y="5536"/>
                    <a:pt x="3558" y="5498"/>
                  </a:cubicBezTo>
                  <a:cubicBezTo>
                    <a:pt x="5066" y="5190"/>
                    <a:pt x="6047" y="3727"/>
                    <a:pt x="5739" y="2233"/>
                  </a:cubicBezTo>
                  <a:cubicBezTo>
                    <a:pt x="5481" y="918"/>
                    <a:pt x="4315" y="0"/>
                    <a:pt x="30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0"/>
            <p:cNvSpPr/>
            <p:nvPr/>
          </p:nvSpPr>
          <p:spPr>
            <a:xfrm>
              <a:off x="3152918" y="2861950"/>
              <a:ext cx="84134" cy="112930"/>
            </a:xfrm>
            <a:custGeom>
              <a:avLst/>
              <a:gdLst/>
              <a:ahLst/>
              <a:cxnLst/>
              <a:rect l="l" t="t" r="r" b="b"/>
              <a:pathLst>
                <a:path w="1157" h="1553" extrusionOk="0">
                  <a:moveTo>
                    <a:pt x="410" y="0"/>
                  </a:moveTo>
                  <a:lnTo>
                    <a:pt x="0" y="1552"/>
                  </a:lnTo>
                  <a:lnTo>
                    <a:pt x="1157" y="879"/>
                  </a:lnTo>
                  <a:lnTo>
                    <a:pt x="4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0"/>
            <p:cNvSpPr/>
            <p:nvPr/>
          </p:nvSpPr>
          <p:spPr>
            <a:xfrm>
              <a:off x="3306211" y="2633029"/>
              <a:ext cx="102241" cy="228987"/>
            </a:xfrm>
            <a:custGeom>
              <a:avLst/>
              <a:gdLst/>
              <a:ahLst/>
              <a:cxnLst/>
              <a:rect l="l" t="t" r="r" b="b"/>
              <a:pathLst>
                <a:path w="1406" h="3149" extrusionOk="0">
                  <a:moveTo>
                    <a:pt x="718" y="1"/>
                  </a:moveTo>
                  <a:lnTo>
                    <a:pt x="0" y="1582"/>
                  </a:lnTo>
                  <a:lnTo>
                    <a:pt x="0" y="1582"/>
                  </a:lnTo>
                  <a:lnTo>
                    <a:pt x="293" y="1436"/>
                  </a:lnTo>
                  <a:lnTo>
                    <a:pt x="205" y="3148"/>
                  </a:lnTo>
                  <a:lnTo>
                    <a:pt x="1010" y="3148"/>
                  </a:lnTo>
                  <a:lnTo>
                    <a:pt x="1010" y="1362"/>
                  </a:lnTo>
                  <a:lnTo>
                    <a:pt x="1406" y="1567"/>
                  </a:lnTo>
                  <a:lnTo>
                    <a:pt x="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3" name="Google Shape;1483;p50"/>
          <p:cNvGrpSpPr/>
          <p:nvPr/>
        </p:nvGrpSpPr>
        <p:grpSpPr>
          <a:xfrm>
            <a:off x="8112775" y="2765510"/>
            <a:ext cx="785377" cy="2421158"/>
            <a:chOff x="8175050" y="2835685"/>
            <a:chExt cx="785377" cy="2421158"/>
          </a:xfrm>
        </p:grpSpPr>
        <p:sp>
          <p:nvSpPr>
            <p:cNvPr id="1484" name="Google Shape;1484;p50"/>
            <p:cNvSpPr/>
            <p:nvPr/>
          </p:nvSpPr>
          <p:spPr>
            <a:xfrm>
              <a:off x="8175050" y="28356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50"/>
            <p:cNvSpPr/>
            <p:nvPr/>
          </p:nvSpPr>
          <p:spPr>
            <a:xfrm>
              <a:off x="8549759" y="34276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50"/>
            <p:cNvSpPr/>
            <p:nvPr/>
          </p:nvSpPr>
          <p:spPr>
            <a:xfrm>
              <a:off x="8546273" y="35877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50"/>
            <p:cNvSpPr/>
            <p:nvPr/>
          </p:nvSpPr>
          <p:spPr>
            <a:xfrm>
              <a:off x="8391999" y="40947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50"/>
            <p:cNvSpPr/>
            <p:nvPr/>
          </p:nvSpPr>
          <p:spPr>
            <a:xfrm>
              <a:off x="8342683" y="47696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50"/>
            <p:cNvSpPr/>
            <p:nvPr/>
          </p:nvSpPr>
          <p:spPr>
            <a:xfrm>
              <a:off x="8288168" y="46988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50"/>
            <p:cNvSpPr/>
            <p:nvPr/>
          </p:nvSpPr>
          <p:spPr>
            <a:xfrm>
              <a:off x="8342683" y="48414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50"/>
          <p:cNvGrpSpPr/>
          <p:nvPr/>
        </p:nvGrpSpPr>
        <p:grpSpPr>
          <a:xfrm>
            <a:off x="172415" y="3135860"/>
            <a:ext cx="868386" cy="2042034"/>
            <a:chOff x="8416475" y="3483007"/>
            <a:chExt cx="727535" cy="1710819"/>
          </a:xfrm>
        </p:grpSpPr>
        <p:sp>
          <p:nvSpPr>
            <p:cNvPr id="1492" name="Google Shape;1492;p50"/>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50"/>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50"/>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45"/>
          <p:cNvSpPr txBox="1">
            <a:spLocks noGrp="1"/>
          </p:cNvSpPr>
          <p:nvPr>
            <p:ph type="title"/>
          </p:nvPr>
        </p:nvSpPr>
        <p:spPr>
          <a:xfrm>
            <a:off x="934075" y="2293725"/>
            <a:ext cx="34698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Where we are</a:t>
            </a:r>
            <a:endParaRPr/>
          </a:p>
        </p:txBody>
      </p:sp>
      <p:sp>
        <p:nvSpPr>
          <p:cNvPr id="1052" name="Google Shape;1052;p45"/>
          <p:cNvSpPr txBox="1">
            <a:spLocks noGrp="1"/>
          </p:cNvSpPr>
          <p:nvPr>
            <p:ph type="subTitle" idx="1"/>
          </p:nvPr>
        </p:nvSpPr>
        <p:spPr>
          <a:xfrm>
            <a:off x="1378975" y="2677800"/>
            <a:ext cx="2580000" cy="86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Raw IQVIA Excel data: 316,330 unstructured rows, mixed data types, asterisked text, unparsed dates, and no calculated KPIs</a:t>
            </a:r>
            <a:endParaRPr/>
          </a:p>
        </p:txBody>
      </p:sp>
      <p:sp>
        <p:nvSpPr>
          <p:cNvPr id="1053" name="Google Shape;1053;p45"/>
          <p:cNvSpPr txBox="1">
            <a:spLocks noGrp="1"/>
          </p:cNvSpPr>
          <p:nvPr>
            <p:ph type="title" idx="2"/>
          </p:nvPr>
        </p:nvSpPr>
        <p:spPr>
          <a:xfrm>
            <a:off x="4654275" y="2293725"/>
            <a:ext cx="34698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Where we want to be</a:t>
            </a:r>
            <a:endParaRPr/>
          </a:p>
        </p:txBody>
      </p:sp>
      <p:sp>
        <p:nvSpPr>
          <p:cNvPr id="1054" name="Google Shape;1054;p45"/>
          <p:cNvSpPr txBox="1">
            <a:spLocks noGrp="1"/>
          </p:cNvSpPr>
          <p:nvPr>
            <p:ph type="subTitle" idx="3"/>
          </p:nvPr>
        </p:nvSpPr>
        <p:spPr>
          <a:xfrm>
            <a:off x="5099172" y="2677800"/>
            <a:ext cx="2580000" cy="86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Enterprise Power BI Dashboard: real-time MAT/YTD KPIs, drill-through, market share, RLS governance, and executive self-service analytics</a:t>
            </a:r>
            <a:endParaRPr/>
          </a:p>
        </p:txBody>
      </p:sp>
      <p:grpSp>
        <p:nvGrpSpPr>
          <p:cNvPr id="1055" name="Google Shape;1055;p45"/>
          <p:cNvGrpSpPr/>
          <p:nvPr/>
        </p:nvGrpSpPr>
        <p:grpSpPr>
          <a:xfrm>
            <a:off x="2359454" y="1696898"/>
            <a:ext cx="576297" cy="573957"/>
            <a:chOff x="2359454" y="1696898"/>
            <a:chExt cx="576297" cy="573957"/>
          </a:xfrm>
        </p:grpSpPr>
        <p:sp>
          <p:nvSpPr>
            <p:cNvPr id="1056" name="Google Shape;1056;p45"/>
            <p:cNvSpPr/>
            <p:nvPr/>
          </p:nvSpPr>
          <p:spPr>
            <a:xfrm>
              <a:off x="2359454" y="2034826"/>
              <a:ext cx="104300" cy="236027"/>
            </a:xfrm>
            <a:custGeom>
              <a:avLst/>
              <a:gdLst/>
              <a:ahLst/>
              <a:cxnLst/>
              <a:rect l="l" t="t" r="r" b="b"/>
              <a:pathLst>
                <a:path w="2477" h="5605" extrusionOk="0">
                  <a:moveTo>
                    <a:pt x="354" y="0"/>
                  </a:moveTo>
                  <a:cubicBezTo>
                    <a:pt x="160" y="0"/>
                    <a:pt x="1" y="160"/>
                    <a:pt x="1" y="354"/>
                  </a:cubicBezTo>
                  <a:lnTo>
                    <a:pt x="1" y="5605"/>
                  </a:lnTo>
                  <a:lnTo>
                    <a:pt x="2477" y="5605"/>
                  </a:lnTo>
                  <a:lnTo>
                    <a:pt x="2477" y="354"/>
                  </a:lnTo>
                  <a:cubicBezTo>
                    <a:pt x="2477" y="160"/>
                    <a:pt x="2310" y="0"/>
                    <a:pt x="21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5"/>
            <p:cNvSpPr/>
            <p:nvPr/>
          </p:nvSpPr>
          <p:spPr>
            <a:xfrm>
              <a:off x="2359454" y="2034826"/>
              <a:ext cx="49687" cy="236027"/>
            </a:xfrm>
            <a:custGeom>
              <a:avLst/>
              <a:gdLst/>
              <a:ahLst/>
              <a:cxnLst/>
              <a:rect l="l" t="t" r="r" b="b"/>
              <a:pathLst>
                <a:path w="1180" h="5605" extrusionOk="0">
                  <a:moveTo>
                    <a:pt x="354" y="0"/>
                  </a:moveTo>
                  <a:cubicBezTo>
                    <a:pt x="160" y="0"/>
                    <a:pt x="1" y="160"/>
                    <a:pt x="1" y="354"/>
                  </a:cubicBezTo>
                  <a:lnTo>
                    <a:pt x="1" y="5605"/>
                  </a:lnTo>
                  <a:lnTo>
                    <a:pt x="826" y="5605"/>
                  </a:lnTo>
                  <a:lnTo>
                    <a:pt x="826" y="354"/>
                  </a:lnTo>
                  <a:cubicBezTo>
                    <a:pt x="826" y="160"/>
                    <a:pt x="986" y="0"/>
                    <a:pt x="1180" y="0"/>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5"/>
            <p:cNvSpPr/>
            <p:nvPr/>
          </p:nvSpPr>
          <p:spPr>
            <a:xfrm>
              <a:off x="2516899" y="1976715"/>
              <a:ext cx="104300" cy="294138"/>
            </a:xfrm>
            <a:custGeom>
              <a:avLst/>
              <a:gdLst/>
              <a:ahLst/>
              <a:cxnLst/>
              <a:rect l="l" t="t" r="r" b="b"/>
              <a:pathLst>
                <a:path w="2477" h="6985" extrusionOk="0">
                  <a:moveTo>
                    <a:pt x="354" y="0"/>
                  </a:moveTo>
                  <a:cubicBezTo>
                    <a:pt x="160" y="0"/>
                    <a:pt x="0" y="153"/>
                    <a:pt x="0" y="354"/>
                  </a:cubicBezTo>
                  <a:lnTo>
                    <a:pt x="0" y="6985"/>
                  </a:lnTo>
                  <a:lnTo>
                    <a:pt x="2476" y="6985"/>
                  </a:lnTo>
                  <a:lnTo>
                    <a:pt x="2476" y="354"/>
                  </a:lnTo>
                  <a:cubicBezTo>
                    <a:pt x="2476" y="153"/>
                    <a:pt x="2317" y="0"/>
                    <a:pt x="2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5"/>
            <p:cNvSpPr/>
            <p:nvPr/>
          </p:nvSpPr>
          <p:spPr>
            <a:xfrm>
              <a:off x="2516899" y="1976715"/>
              <a:ext cx="49687" cy="294138"/>
            </a:xfrm>
            <a:custGeom>
              <a:avLst/>
              <a:gdLst/>
              <a:ahLst/>
              <a:cxnLst/>
              <a:rect l="l" t="t" r="r" b="b"/>
              <a:pathLst>
                <a:path w="1180" h="6985" extrusionOk="0">
                  <a:moveTo>
                    <a:pt x="354" y="0"/>
                  </a:moveTo>
                  <a:cubicBezTo>
                    <a:pt x="160" y="0"/>
                    <a:pt x="0" y="153"/>
                    <a:pt x="0" y="354"/>
                  </a:cubicBezTo>
                  <a:lnTo>
                    <a:pt x="0" y="6985"/>
                  </a:lnTo>
                  <a:lnTo>
                    <a:pt x="826" y="6985"/>
                  </a:lnTo>
                  <a:lnTo>
                    <a:pt x="826" y="354"/>
                  </a:lnTo>
                  <a:cubicBezTo>
                    <a:pt x="826" y="153"/>
                    <a:pt x="985" y="0"/>
                    <a:pt x="1179" y="0"/>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5"/>
            <p:cNvSpPr/>
            <p:nvPr/>
          </p:nvSpPr>
          <p:spPr>
            <a:xfrm>
              <a:off x="2674301" y="1918267"/>
              <a:ext cx="104048" cy="352587"/>
            </a:xfrm>
            <a:custGeom>
              <a:avLst/>
              <a:gdLst/>
              <a:ahLst/>
              <a:cxnLst/>
              <a:rect l="l" t="t" r="r" b="b"/>
              <a:pathLst>
                <a:path w="2471" h="8373" extrusionOk="0">
                  <a:moveTo>
                    <a:pt x="355" y="1"/>
                  </a:moveTo>
                  <a:cubicBezTo>
                    <a:pt x="153" y="1"/>
                    <a:pt x="1" y="160"/>
                    <a:pt x="1" y="355"/>
                  </a:cubicBezTo>
                  <a:lnTo>
                    <a:pt x="1" y="8373"/>
                  </a:lnTo>
                  <a:lnTo>
                    <a:pt x="2470" y="8373"/>
                  </a:lnTo>
                  <a:lnTo>
                    <a:pt x="2470" y="355"/>
                  </a:lnTo>
                  <a:cubicBezTo>
                    <a:pt x="2470" y="160"/>
                    <a:pt x="2311" y="1"/>
                    <a:pt x="21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5"/>
            <p:cNvSpPr/>
            <p:nvPr/>
          </p:nvSpPr>
          <p:spPr>
            <a:xfrm>
              <a:off x="2674301" y="1918267"/>
              <a:ext cx="49687" cy="352587"/>
            </a:xfrm>
            <a:custGeom>
              <a:avLst/>
              <a:gdLst/>
              <a:ahLst/>
              <a:cxnLst/>
              <a:rect l="l" t="t" r="r" b="b"/>
              <a:pathLst>
                <a:path w="1180" h="8373" extrusionOk="0">
                  <a:moveTo>
                    <a:pt x="355" y="1"/>
                  </a:moveTo>
                  <a:cubicBezTo>
                    <a:pt x="153" y="1"/>
                    <a:pt x="1" y="160"/>
                    <a:pt x="1" y="355"/>
                  </a:cubicBezTo>
                  <a:lnTo>
                    <a:pt x="1" y="8373"/>
                  </a:lnTo>
                  <a:lnTo>
                    <a:pt x="826" y="8373"/>
                  </a:lnTo>
                  <a:lnTo>
                    <a:pt x="826" y="355"/>
                  </a:lnTo>
                  <a:cubicBezTo>
                    <a:pt x="826" y="160"/>
                    <a:pt x="986" y="1"/>
                    <a:pt x="1180" y="1"/>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5"/>
            <p:cNvSpPr/>
            <p:nvPr/>
          </p:nvSpPr>
          <p:spPr>
            <a:xfrm>
              <a:off x="2831746" y="1859861"/>
              <a:ext cx="104006" cy="410994"/>
            </a:xfrm>
            <a:custGeom>
              <a:avLst/>
              <a:gdLst/>
              <a:ahLst/>
              <a:cxnLst/>
              <a:rect l="l" t="t" r="r" b="b"/>
              <a:pathLst>
                <a:path w="2470" h="9760" extrusionOk="0">
                  <a:moveTo>
                    <a:pt x="354" y="1"/>
                  </a:moveTo>
                  <a:cubicBezTo>
                    <a:pt x="153" y="1"/>
                    <a:pt x="0" y="160"/>
                    <a:pt x="0" y="354"/>
                  </a:cubicBezTo>
                  <a:lnTo>
                    <a:pt x="0" y="9760"/>
                  </a:lnTo>
                  <a:lnTo>
                    <a:pt x="2470" y="9760"/>
                  </a:lnTo>
                  <a:lnTo>
                    <a:pt x="2470" y="354"/>
                  </a:lnTo>
                  <a:cubicBezTo>
                    <a:pt x="2470" y="160"/>
                    <a:pt x="2310" y="1"/>
                    <a:pt x="21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5"/>
            <p:cNvSpPr/>
            <p:nvPr/>
          </p:nvSpPr>
          <p:spPr>
            <a:xfrm>
              <a:off x="2831746" y="1859861"/>
              <a:ext cx="49687" cy="410994"/>
            </a:xfrm>
            <a:custGeom>
              <a:avLst/>
              <a:gdLst/>
              <a:ahLst/>
              <a:cxnLst/>
              <a:rect l="l" t="t" r="r" b="b"/>
              <a:pathLst>
                <a:path w="1180" h="9760" extrusionOk="0">
                  <a:moveTo>
                    <a:pt x="354" y="1"/>
                  </a:moveTo>
                  <a:cubicBezTo>
                    <a:pt x="153" y="1"/>
                    <a:pt x="0" y="160"/>
                    <a:pt x="0" y="354"/>
                  </a:cubicBezTo>
                  <a:lnTo>
                    <a:pt x="0" y="9760"/>
                  </a:lnTo>
                  <a:lnTo>
                    <a:pt x="826" y="9760"/>
                  </a:lnTo>
                  <a:lnTo>
                    <a:pt x="826" y="354"/>
                  </a:lnTo>
                  <a:cubicBezTo>
                    <a:pt x="826" y="160"/>
                    <a:pt x="978" y="1"/>
                    <a:pt x="1180" y="1"/>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5"/>
            <p:cNvSpPr/>
            <p:nvPr/>
          </p:nvSpPr>
          <p:spPr>
            <a:xfrm>
              <a:off x="2384593" y="1696898"/>
              <a:ext cx="534807" cy="215898"/>
            </a:xfrm>
            <a:custGeom>
              <a:avLst/>
              <a:gdLst/>
              <a:ahLst/>
              <a:cxnLst/>
              <a:rect l="l" t="t" r="r" b="b"/>
              <a:pathLst>
                <a:path w="12701" h="5127" extrusionOk="0">
                  <a:moveTo>
                    <a:pt x="10208" y="0"/>
                  </a:moveTo>
                  <a:cubicBezTo>
                    <a:pt x="10033" y="0"/>
                    <a:pt x="9921" y="204"/>
                    <a:pt x="10030" y="354"/>
                  </a:cubicBezTo>
                  <a:lnTo>
                    <a:pt x="10391" y="874"/>
                  </a:lnTo>
                  <a:cubicBezTo>
                    <a:pt x="9177" y="1603"/>
                    <a:pt x="5292" y="3649"/>
                    <a:pt x="0" y="3649"/>
                  </a:cubicBezTo>
                  <a:lnTo>
                    <a:pt x="0" y="5126"/>
                  </a:lnTo>
                  <a:cubicBezTo>
                    <a:pt x="2879" y="5112"/>
                    <a:pt x="5729" y="4557"/>
                    <a:pt x="8400" y="3489"/>
                  </a:cubicBezTo>
                  <a:cubicBezTo>
                    <a:pt x="9378" y="3101"/>
                    <a:pt x="10328" y="2636"/>
                    <a:pt x="11237" y="2088"/>
                  </a:cubicBezTo>
                  <a:lnTo>
                    <a:pt x="11556" y="2553"/>
                  </a:lnTo>
                  <a:cubicBezTo>
                    <a:pt x="11601" y="2616"/>
                    <a:pt x="11670" y="2646"/>
                    <a:pt x="11739" y="2646"/>
                  </a:cubicBezTo>
                  <a:cubicBezTo>
                    <a:pt x="11830" y="2646"/>
                    <a:pt x="11920" y="2593"/>
                    <a:pt x="11951" y="2490"/>
                  </a:cubicBezTo>
                  <a:lnTo>
                    <a:pt x="12659" y="375"/>
                  </a:lnTo>
                  <a:cubicBezTo>
                    <a:pt x="12700" y="229"/>
                    <a:pt x="12603" y="84"/>
                    <a:pt x="12451" y="84"/>
                  </a:cubicBezTo>
                  <a:lnTo>
                    <a:pt x="10217" y="0"/>
                  </a:lnTo>
                  <a:cubicBezTo>
                    <a:pt x="10214" y="0"/>
                    <a:pt x="10211" y="0"/>
                    <a:pt x="102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5" name="Google Shape;1065;p45"/>
          <p:cNvGrpSpPr/>
          <p:nvPr/>
        </p:nvGrpSpPr>
        <p:grpSpPr>
          <a:xfrm>
            <a:off x="6192563" y="1774875"/>
            <a:ext cx="607665" cy="489989"/>
            <a:chOff x="6192563" y="1774875"/>
            <a:chExt cx="607665" cy="489989"/>
          </a:xfrm>
        </p:grpSpPr>
        <p:sp>
          <p:nvSpPr>
            <p:cNvPr id="1066" name="Google Shape;1066;p45"/>
            <p:cNvSpPr/>
            <p:nvPr/>
          </p:nvSpPr>
          <p:spPr>
            <a:xfrm>
              <a:off x="6192563" y="1814102"/>
              <a:ext cx="607665" cy="450762"/>
            </a:xfrm>
            <a:custGeom>
              <a:avLst/>
              <a:gdLst/>
              <a:ahLst/>
              <a:cxnLst/>
              <a:rect l="l" t="t" r="r" b="b"/>
              <a:pathLst>
                <a:path w="15475" h="11480" extrusionOk="0">
                  <a:moveTo>
                    <a:pt x="749" y="0"/>
                  </a:moveTo>
                  <a:cubicBezTo>
                    <a:pt x="340" y="0"/>
                    <a:pt x="0" y="333"/>
                    <a:pt x="0" y="749"/>
                  </a:cubicBezTo>
                  <a:lnTo>
                    <a:pt x="0" y="10730"/>
                  </a:lnTo>
                  <a:cubicBezTo>
                    <a:pt x="0" y="11140"/>
                    <a:pt x="340" y="11479"/>
                    <a:pt x="749" y="11479"/>
                  </a:cubicBezTo>
                  <a:lnTo>
                    <a:pt x="14726" y="11479"/>
                  </a:lnTo>
                  <a:cubicBezTo>
                    <a:pt x="15135" y="11479"/>
                    <a:pt x="15475" y="11140"/>
                    <a:pt x="15475" y="10730"/>
                  </a:cubicBezTo>
                  <a:lnTo>
                    <a:pt x="15475" y="749"/>
                  </a:lnTo>
                  <a:cubicBezTo>
                    <a:pt x="15475" y="333"/>
                    <a:pt x="15135" y="0"/>
                    <a:pt x="14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5"/>
            <p:cNvSpPr/>
            <p:nvPr/>
          </p:nvSpPr>
          <p:spPr>
            <a:xfrm>
              <a:off x="6192563" y="1814102"/>
              <a:ext cx="607665" cy="58858"/>
            </a:xfrm>
            <a:custGeom>
              <a:avLst/>
              <a:gdLst/>
              <a:ahLst/>
              <a:cxnLst/>
              <a:rect l="l" t="t" r="r" b="b"/>
              <a:pathLst>
                <a:path w="15475" h="1499" extrusionOk="0">
                  <a:moveTo>
                    <a:pt x="749" y="0"/>
                  </a:moveTo>
                  <a:cubicBezTo>
                    <a:pt x="340" y="0"/>
                    <a:pt x="0" y="333"/>
                    <a:pt x="0" y="749"/>
                  </a:cubicBezTo>
                  <a:lnTo>
                    <a:pt x="0" y="1498"/>
                  </a:lnTo>
                  <a:lnTo>
                    <a:pt x="15475" y="1498"/>
                  </a:lnTo>
                  <a:lnTo>
                    <a:pt x="15475" y="749"/>
                  </a:lnTo>
                  <a:cubicBezTo>
                    <a:pt x="15475" y="333"/>
                    <a:pt x="15135" y="0"/>
                    <a:pt x="147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5"/>
            <p:cNvSpPr/>
            <p:nvPr/>
          </p:nvSpPr>
          <p:spPr>
            <a:xfrm>
              <a:off x="6231751" y="1814102"/>
              <a:ext cx="78496" cy="39226"/>
            </a:xfrm>
            <a:custGeom>
              <a:avLst/>
              <a:gdLst/>
              <a:ahLst/>
              <a:cxnLst/>
              <a:rect l="l" t="t" r="r" b="b"/>
              <a:pathLst>
                <a:path w="1999" h="999" extrusionOk="0">
                  <a:moveTo>
                    <a:pt x="1" y="0"/>
                  </a:moveTo>
                  <a:lnTo>
                    <a:pt x="1" y="250"/>
                  </a:lnTo>
                  <a:cubicBezTo>
                    <a:pt x="1" y="659"/>
                    <a:pt x="341" y="999"/>
                    <a:pt x="750" y="999"/>
                  </a:cubicBezTo>
                  <a:lnTo>
                    <a:pt x="1249" y="999"/>
                  </a:lnTo>
                  <a:cubicBezTo>
                    <a:pt x="1666" y="999"/>
                    <a:pt x="1999" y="659"/>
                    <a:pt x="1999" y="250"/>
                  </a:cubicBezTo>
                  <a:lnTo>
                    <a:pt x="1999" y="0"/>
                  </a:ln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5"/>
            <p:cNvSpPr/>
            <p:nvPr/>
          </p:nvSpPr>
          <p:spPr>
            <a:xfrm>
              <a:off x="6682536" y="1814102"/>
              <a:ext cx="78456" cy="39226"/>
            </a:xfrm>
            <a:custGeom>
              <a:avLst/>
              <a:gdLst/>
              <a:ahLst/>
              <a:cxnLst/>
              <a:rect l="l" t="t" r="r" b="b"/>
              <a:pathLst>
                <a:path w="1998" h="999" extrusionOk="0">
                  <a:moveTo>
                    <a:pt x="0" y="0"/>
                  </a:moveTo>
                  <a:lnTo>
                    <a:pt x="0" y="250"/>
                  </a:lnTo>
                  <a:cubicBezTo>
                    <a:pt x="0" y="659"/>
                    <a:pt x="333" y="999"/>
                    <a:pt x="749" y="999"/>
                  </a:cubicBezTo>
                  <a:lnTo>
                    <a:pt x="1249" y="999"/>
                  </a:lnTo>
                  <a:cubicBezTo>
                    <a:pt x="1658" y="999"/>
                    <a:pt x="1998" y="659"/>
                    <a:pt x="1998" y="250"/>
                  </a:cubicBezTo>
                  <a:lnTo>
                    <a:pt x="1998" y="0"/>
                  </a:ln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5"/>
            <p:cNvSpPr/>
            <p:nvPr/>
          </p:nvSpPr>
          <p:spPr>
            <a:xfrm>
              <a:off x="6251384" y="1774875"/>
              <a:ext cx="39268" cy="58858"/>
            </a:xfrm>
            <a:custGeom>
              <a:avLst/>
              <a:gdLst/>
              <a:ahLst/>
              <a:cxnLst/>
              <a:rect l="l" t="t" r="r" b="b"/>
              <a:pathLst>
                <a:path w="1000" h="1499" extrusionOk="0">
                  <a:moveTo>
                    <a:pt x="250" y="0"/>
                  </a:moveTo>
                  <a:cubicBezTo>
                    <a:pt x="111" y="0"/>
                    <a:pt x="0" y="111"/>
                    <a:pt x="0" y="250"/>
                  </a:cubicBezTo>
                  <a:lnTo>
                    <a:pt x="0" y="1249"/>
                  </a:lnTo>
                  <a:cubicBezTo>
                    <a:pt x="0" y="1381"/>
                    <a:pt x="111" y="1498"/>
                    <a:pt x="250" y="1498"/>
                  </a:cubicBezTo>
                  <a:lnTo>
                    <a:pt x="749" y="1498"/>
                  </a:lnTo>
                  <a:cubicBezTo>
                    <a:pt x="888" y="1498"/>
                    <a:pt x="999" y="1388"/>
                    <a:pt x="999" y="1249"/>
                  </a:cubicBezTo>
                  <a:lnTo>
                    <a:pt x="999" y="250"/>
                  </a:lnTo>
                  <a:cubicBezTo>
                    <a:pt x="999" y="111"/>
                    <a:pt x="888" y="0"/>
                    <a:pt x="7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5"/>
            <p:cNvSpPr/>
            <p:nvPr/>
          </p:nvSpPr>
          <p:spPr>
            <a:xfrm>
              <a:off x="6251384" y="1774875"/>
              <a:ext cx="39268" cy="29449"/>
            </a:xfrm>
            <a:custGeom>
              <a:avLst/>
              <a:gdLst/>
              <a:ahLst/>
              <a:cxnLst/>
              <a:rect l="l" t="t" r="r" b="b"/>
              <a:pathLst>
                <a:path w="1000" h="750" extrusionOk="0">
                  <a:moveTo>
                    <a:pt x="250" y="0"/>
                  </a:moveTo>
                  <a:cubicBezTo>
                    <a:pt x="111" y="0"/>
                    <a:pt x="0" y="111"/>
                    <a:pt x="0" y="250"/>
                  </a:cubicBezTo>
                  <a:lnTo>
                    <a:pt x="0" y="500"/>
                  </a:lnTo>
                  <a:cubicBezTo>
                    <a:pt x="0" y="638"/>
                    <a:pt x="111" y="749"/>
                    <a:pt x="250" y="749"/>
                  </a:cubicBezTo>
                  <a:lnTo>
                    <a:pt x="749" y="749"/>
                  </a:lnTo>
                  <a:cubicBezTo>
                    <a:pt x="888" y="749"/>
                    <a:pt x="999" y="638"/>
                    <a:pt x="999" y="500"/>
                  </a:cubicBezTo>
                  <a:lnTo>
                    <a:pt x="999" y="250"/>
                  </a:lnTo>
                  <a:cubicBezTo>
                    <a:pt x="999" y="111"/>
                    <a:pt x="888" y="0"/>
                    <a:pt x="749" y="0"/>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5"/>
            <p:cNvSpPr/>
            <p:nvPr/>
          </p:nvSpPr>
          <p:spPr>
            <a:xfrm>
              <a:off x="6702131" y="1774875"/>
              <a:ext cx="39542" cy="58858"/>
            </a:xfrm>
            <a:custGeom>
              <a:avLst/>
              <a:gdLst/>
              <a:ahLst/>
              <a:cxnLst/>
              <a:rect l="l" t="t" r="r" b="b"/>
              <a:pathLst>
                <a:path w="1007" h="1499" extrusionOk="0">
                  <a:moveTo>
                    <a:pt x="250" y="0"/>
                  </a:moveTo>
                  <a:cubicBezTo>
                    <a:pt x="119" y="0"/>
                    <a:pt x="1" y="111"/>
                    <a:pt x="1" y="250"/>
                  </a:cubicBezTo>
                  <a:lnTo>
                    <a:pt x="1" y="1249"/>
                  </a:lnTo>
                  <a:cubicBezTo>
                    <a:pt x="1" y="1381"/>
                    <a:pt x="119" y="1498"/>
                    <a:pt x="250" y="1498"/>
                  </a:cubicBezTo>
                  <a:lnTo>
                    <a:pt x="757" y="1498"/>
                  </a:lnTo>
                  <a:cubicBezTo>
                    <a:pt x="889" y="1498"/>
                    <a:pt x="1000" y="1388"/>
                    <a:pt x="1006" y="1249"/>
                  </a:cubicBezTo>
                  <a:lnTo>
                    <a:pt x="1006" y="250"/>
                  </a:lnTo>
                  <a:cubicBezTo>
                    <a:pt x="1006" y="111"/>
                    <a:pt x="889" y="0"/>
                    <a:pt x="7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5"/>
            <p:cNvSpPr/>
            <p:nvPr/>
          </p:nvSpPr>
          <p:spPr>
            <a:xfrm>
              <a:off x="6702131" y="1774875"/>
              <a:ext cx="39542" cy="29449"/>
            </a:xfrm>
            <a:custGeom>
              <a:avLst/>
              <a:gdLst/>
              <a:ahLst/>
              <a:cxnLst/>
              <a:rect l="l" t="t" r="r" b="b"/>
              <a:pathLst>
                <a:path w="1007" h="750" extrusionOk="0">
                  <a:moveTo>
                    <a:pt x="250" y="0"/>
                  </a:moveTo>
                  <a:cubicBezTo>
                    <a:pt x="119" y="0"/>
                    <a:pt x="1" y="111"/>
                    <a:pt x="1" y="250"/>
                  </a:cubicBezTo>
                  <a:lnTo>
                    <a:pt x="1" y="500"/>
                  </a:lnTo>
                  <a:cubicBezTo>
                    <a:pt x="1" y="638"/>
                    <a:pt x="119" y="749"/>
                    <a:pt x="250" y="749"/>
                  </a:cubicBezTo>
                  <a:lnTo>
                    <a:pt x="757" y="749"/>
                  </a:lnTo>
                  <a:cubicBezTo>
                    <a:pt x="889" y="749"/>
                    <a:pt x="1006" y="638"/>
                    <a:pt x="1006" y="500"/>
                  </a:cubicBezTo>
                  <a:lnTo>
                    <a:pt x="1006" y="250"/>
                  </a:lnTo>
                  <a:cubicBezTo>
                    <a:pt x="1006" y="111"/>
                    <a:pt x="889" y="0"/>
                    <a:pt x="757" y="0"/>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5"/>
            <p:cNvSpPr/>
            <p:nvPr/>
          </p:nvSpPr>
          <p:spPr>
            <a:xfrm>
              <a:off x="6192563" y="1872923"/>
              <a:ext cx="607665" cy="19633"/>
            </a:xfrm>
            <a:custGeom>
              <a:avLst/>
              <a:gdLst/>
              <a:ahLst/>
              <a:cxnLst/>
              <a:rect l="l" t="t" r="r" b="b"/>
              <a:pathLst>
                <a:path w="15475" h="500" extrusionOk="0">
                  <a:moveTo>
                    <a:pt x="0" y="0"/>
                  </a:moveTo>
                  <a:lnTo>
                    <a:pt x="0" y="500"/>
                  </a:lnTo>
                  <a:lnTo>
                    <a:pt x="15475" y="500"/>
                  </a:lnTo>
                  <a:lnTo>
                    <a:pt x="154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5"/>
            <p:cNvSpPr/>
            <p:nvPr/>
          </p:nvSpPr>
          <p:spPr>
            <a:xfrm>
              <a:off x="6251384" y="1931468"/>
              <a:ext cx="78456" cy="39265"/>
            </a:xfrm>
            <a:custGeom>
              <a:avLst/>
              <a:gdLst/>
              <a:ahLst/>
              <a:cxnLst/>
              <a:rect l="l" t="t" r="r" b="b"/>
              <a:pathLst>
                <a:path w="1998" h="1000" extrusionOk="0">
                  <a:moveTo>
                    <a:pt x="250" y="1"/>
                  </a:moveTo>
                  <a:cubicBezTo>
                    <a:pt x="111" y="1"/>
                    <a:pt x="0" y="112"/>
                    <a:pt x="0" y="250"/>
                  </a:cubicBezTo>
                  <a:lnTo>
                    <a:pt x="0" y="750"/>
                  </a:lnTo>
                  <a:cubicBezTo>
                    <a:pt x="0" y="888"/>
                    <a:pt x="111" y="999"/>
                    <a:pt x="250" y="999"/>
                  </a:cubicBezTo>
                  <a:lnTo>
                    <a:pt x="1748" y="999"/>
                  </a:lnTo>
                  <a:cubicBezTo>
                    <a:pt x="1887" y="999"/>
                    <a:pt x="1998" y="888"/>
                    <a:pt x="1998" y="750"/>
                  </a:cubicBezTo>
                  <a:lnTo>
                    <a:pt x="1998" y="250"/>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5"/>
            <p:cNvSpPr/>
            <p:nvPr/>
          </p:nvSpPr>
          <p:spPr>
            <a:xfrm>
              <a:off x="6251384" y="2009922"/>
              <a:ext cx="78456" cy="39265"/>
            </a:xfrm>
            <a:custGeom>
              <a:avLst/>
              <a:gdLst/>
              <a:ahLst/>
              <a:cxnLst/>
              <a:rect l="l" t="t" r="r" b="b"/>
              <a:pathLst>
                <a:path w="1998" h="1000" extrusionOk="0">
                  <a:moveTo>
                    <a:pt x="250" y="0"/>
                  </a:moveTo>
                  <a:cubicBezTo>
                    <a:pt x="111" y="0"/>
                    <a:pt x="0" y="111"/>
                    <a:pt x="0" y="250"/>
                  </a:cubicBezTo>
                  <a:lnTo>
                    <a:pt x="0" y="749"/>
                  </a:lnTo>
                  <a:cubicBezTo>
                    <a:pt x="0" y="888"/>
                    <a:pt x="111" y="999"/>
                    <a:pt x="250" y="999"/>
                  </a:cubicBezTo>
                  <a:lnTo>
                    <a:pt x="1748" y="999"/>
                  </a:lnTo>
                  <a:cubicBezTo>
                    <a:pt x="1887" y="999"/>
                    <a:pt x="1998" y="888"/>
                    <a:pt x="1998" y="749"/>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5"/>
            <p:cNvSpPr/>
            <p:nvPr/>
          </p:nvSpPr>
          <p:spPr>
            <a:xfrm>
              <a:off x="6251384" y="2088336"/>
              <a:ext cx="78456" cy="39265"/>
            </a:xfrm>
            <a:custGeom>
              <a:avLst/>
              <a:gdLst/>
              <a:ahLst/>
              <a:cxnLst/>
              <a:rect l="l" t="t" r="r" b="b"/>
              <a:pathLst>
                <a:path w="1998" h="1000" extrusionOk="0">
                  <a:moveTo>
                    <a:pt x="250" y="1"/>
                  </a:moveTo>
                  <a:cubicBezTo>
                    <a:pt x="111" y="1"/>
                    <a:pt x="0" y="112"/>
                    <a:pt x="0" y="251"/>
                  </a:cubicBezTo>
                  <a:lnTo>
                    <a:pt x="0" y="750"/>
                  </a:lnTo>
                  <a:cubicBezTo>
                    <a:pt x="0" y="889"/>
                    <a:pt x="111" y="1000"/>
                    <a:pt x="250" y="1000"/>
                  </a:cubicBezTo>
                  <a:lnTo>
                    <a:pt x="1748" y="1000"/>
                  </a:lnTo>
                  <a:cubicBezTo>
                    <a:pt x="1887" y="1000"/>
                    <a:pt x="1998" y="889"/>
                    <a:pt x="1998" y="750"/>
                  </a:cubicBezTo>
                  <a:lnTo>
                    <a:pt x="1998" y="251"/>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5"/>
            <p:cNvSpPr/>
            <p:nvPr/>
          </p:nvSpPr>
          <p:spPr>
            <a:xfrm>
              <a:off x="6388662" y="2088336"/>
              <a:ext cx="78456" cy="39265"/>
            </a:xfrm>
            <a:custGeom>
              <a:avLst/>
              <a:gdLst/>
              <a:ahLst/>
              <a:cxnLst/>
              <a:rect l="l" t="t" r="r" b="b"/>
              <a:pathLst>
                <a:path w="1998" h="1000" extrusionOk="0">
                  <a:moveTo>
                    <a:pt x="250" y="1"/>
                  </a:moveTo>
                  <a:cubicBezTo>
                    <a:pt x="111" y="1"/>
                    <a:pt x="0" y="112"/>
                    <a:pt x="0" y="251"/>
                  </a:cubicBezTo>
                  <a:lnTo>
                    <a:pt x="0" y="750"/>
                  </a:lnTo>
                  <a:cubicBezTo>
                    <a:pt x="0" y="889"/>
                    <a:pt x="111" y="1000"/>
                    <a:pt x="250" y="1000"/>
                  </a:cubicBezTo>
                  <a:lnTo>
                    <a:pt x="1748" y="1000"/>
                  </a:lnTo>
                  <a:cubicBezTo>
                    <a:pt x="1880" y="1000"/>
                    <a:pt x="1998" y="889"/>
                    <a:pt x="1998" y="750"/>
                  </a:cubicBezTo>
                  <a:lnTo>
                    <a:pt x="1998" y="251"/>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5"/>
            <p:cNvSpPr/>
            <p:nvPr/>
          </p:nvSpPr>
          <p:spPr>
            <a:xfrm>
              <a:off x="6525665" y="2088336"/>
              <a:ext cx="78456" cy="39265"/>
            </a:xfrm>
            <a:custGeom>
              <a:avLst/>
              <a:gdLst/>
              <a:ahLst/>
              <a:cxnLst/>
              <a:rect l="l" t="t" r="r" b="b"/>
              <a:pathLst>
                <a:path w="1998" h="1000" extrusionOk="0">
                  <a:moveTo>
                    <a:pt x="250" y="1"/>
                  </a:moveTo>
                  <a:cubicBezTo>
                    <a:pt x="111" y="1"/>
                    <a:pt x="0" y="112"/>
                    <a:pt x="0" y="251"/>
                  </a:cubicBezTo>
                  <a:lnTo>
                    <a:pt x="0" y="750"/>
                  </a:lnTo>
                  <a:cubicBezTo>
                    <a:pt x="0" y="889"/>
                    <a:pt x="111" y="1000"/>
                    <a:pt x="250" y="1000"/>
                  </a:cubicBezTo>
                  <a:lnTo>
                    <a:pt x="1748" y="1000"/>
                  </a:lnTo>
                  <a:cubicBezTo>
                    <a:pt x="1887" y="1000"/>
                    <a:pt x="1998" y="889"/>
                    <a:pt x="1998" y="750"/>
                  </a:cubicBezTo>
                  <a:lnTo>
                    <a:pt x="1998" y="251"/>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5"/>
            <p:cNvSpPr/>
            <p:nvPr/>
          </p:nvSpPr>
          <p:spPr>
            <a:xfrm>
              <a:off x="6388662" y="2009922"/>
              <a:ext cx="78456" cy="39265"/>
            </a:xfrm>
            <a:custGeom>
              <a:avLst/>
              <a:gdLst/>
              <a:ahLst/>
              <a:cxnLst/>
              <a:rect l="l" t="t" r="r" b="b"/>
              <a:pathLst>
                <a:path w="1998" h="1000" extrusionOk="0">
                  <a:moveTo>
                    <a:pt x="250" y="0"/>
                  </a:moveTo>
                  <a:cubicBezTo>
                    <a:pt x="111" y="0"/>
                    <a:pt x="0" y="111"/>
                    <a:pt x="0" y="250"/>
                  </a:cubicBezTo>
                  <a:lnTo>
                    <a:pt x="0" y="749"/>
                  </a:lnTo>
                  <a:cubicBezTo>
                    <a:pt x="0" y="888"/>
                    <a:pt x="111" y="999"/>
                    <a:pt x="250" y="999"/>
                  </a:cubicBezTo>
                  <a:lnTo>
                    <a:pt x="1748" y="999"/>
                  </a:lnTo>
                  <a:cubicBezTo>
                    <a:pt x="1880" y="999"/>
                    <a:pt x="1998" y="888"/>
                    <a:pt x="1998" y="749"/>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5"/>
            <p:cNvSpPr/>
            <p:nvPr/>
          </p:nvSpPr>
          <p:spPr>
            <a:xfrm>
              <a:off x="6251384" y="2166790"/>
              <a:ext cx="78456" cy="39265"/>
            </a:xfrm>
            <a:custGeom>
              <a:avLst/>
              <a:gdLst/>
              <a:ahLst/>
              <a:cxnLst/>
              <a:rect l="l" t="t" r="r" b="b"/>
              <a:pathLst>
                <a:path w="1998" h="1000" extrusionOk="0">
                  <a:moveTo>
                    <a:pt x="250" y="0"/>
                  </a:moveTo>
                  <a:cubicBezTo>
                    <a:pt x="111" y="0"/>
                    <a:pt x="0" y="111"/>
                    <a:pt x="0" y="250"/>
                  </a:cubicBezTo>
                  <a:lnTo>
                    <a:pt x="0" y="750"/>
                  </a:lnTo>
                  <a:cubicBezTo>
                    <a:pt x="0" y="888"/>
                    <a:pt x="111" y="999"/>
                    <a:pt x="250" y="999"/>
                  </a:cubicBezTo>
                  <a:lnTo>
                    <a:pt x="1748" y="999"/>
                  </a:lnTo>
                  <a:cubicBezTo>
                    <a:pt x="1887" y="999"/>
                    <a:pt x="1998" y="888"/>
                    <a:pt x="1998" y="750"/>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5"/>
            <p:cNvSpPr/>
            <p:nvPr/>
          </p:nvSpPr>
          <p:spPr>
            <a:xfrm>
              <a:off x="6388662" y="1931468"/>
              <a:ext cx="78456" cy="39265"/>
            </a:xfrm>
            <a:custGeom>
              <a:avLst/>
              <a:gdLst/>
              <a:ahLst/>
              <a:cxnLst/>
              <a:rect l="l" t="t" r="r" b="b"/>
              <a:pathLst>
                <a:path w="1998" h="1000" extrusionOk="0">
                  <a:moveTo>
                    <a:pt x="250" y="1"/>
                  </a:moveTo>
                  <a:cubicBezTo>
                    <a:pt x="111" y="1"/>
                    <a:pt x="0" y="112"/>
                    <a:pt x="0" y="250"/>
                  </a:cubicBezTo>
                  <a:lnTo>
                    <a:pt x="0" y="750"/>
                  </a:lnTo>
                  <a:cubicBezTo>
                    <a:pt x="0" y="888"/>
                    <a:pt x="111" y="999"/>
                    <a:pt x="250" y="999"/>
                  </a:cubicBezTo>
                  <a:lnTo>
                    <a:pt x="1748" y="999"/>
                  </a:lnTo>
                  <a:cubicBezTo>
                    <a:pt x="1880" y="999"/>
                    <a:pt x="1998" y="888"/>
                    <a:pt x="1998" y="750"/>
                  </a:cubicBezTo>
                  <a:lnTo>
                    <a:pt x="1998" y="250"/>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5"/>
            <p:cNvSpPr/>
            <p:nvPr/>
          </p:nvSpPr>
          <p:spPr>
            <a:xfrm>
              <a:off x="6388662" y="2166790"/>
              <a:ext cx="78456" cy="39265"/>
            </a:xfrm>
            <a:custGeom>
              <a:avLst/>
              <a:gdLst/>
              <a:ahLst/>
              <a:cxnLst/>
              <a:rect l="l" t="t" r="r" b="b"/>
              <a:pathLst>
                <a:path w="1998" h="1000" extrusionOk="0">
                  <a:moveTo>
                    <a:pt x="250" y="0"/>
                  </a:moveTo>
                  <a:cubicBezTo>
                    <a:pt x="111" y="0"/>
                    <a:pt x="0" y="111"/>
                    <a:pt x="0" y="250"/>
                  </a:cubicBezTo>
                  <a:lnTo>
                    <a:pt x="0" y="750"/>
                  </a:lnTo>
                  <a:cubicBezTo>
                    <a:pt x="0" y="888"/>
                    <a:pt x="111" y="999"/>
                    <a:pt x="250" y="999"/>
                  </a:cubicBezTo>
                  <a:lnTo>
                    <a:pt x="1748" y="999"/>
                  </a:lnTo>
                  <a:cubicBezTo>
                    <a:pt x="1880" y="999"/>
                    <a:pt x="1998" y="888"/>
                    <a:pt x="1998" y="750"/>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5"/>
            <p:cNvSpPr/>
            <p:nvPr/>
          </p:nvSpPr>
          <p:spPr>
            <a:xfrm>
              <a:off x="6663178" y="2088336"/>
              <a:ext cx="78496" cy="39265"/>
            </a:xfrm>
            <a:custGeom>
              <a:avLst/>
              <a:gdLst/>
              <a:ahLst/>
              <a:cxnLst/>
              <a:rect l="l" t="t" r="r" b="b"/>
              <a:pathLst>
                <a:path w="1999" h="1000" extrusionOk="0">
                  <a:moveTo>
                    <a:pt x="251" y="1"/>
                  </a:moveTo>
                  <a:cubicBezTo>
                    <a:pt x="112" y="1"/>
                    <a:pt x="1" y="112"/>
                    <a:pt x="1" y="251"/>
                  </a:cubicBezTo>
                  <a:lnTo>
                    <a:pt x="1" y="750"/>
                  </a:lnTo>
                  <a:cubicBezTo>
                    <a:pt x="1" y="889"/>
                    <a:pt x="112" y="1000"/>
                    <a:pt x="251" y="1000"/>
                  </a:cubicBezTo>
                  <a:lnTo>
                    <a:pt x="1749" y="1000"/>
                  </a:lnTo>
                  <a:cubicBezTo>
                    <a:pt x="1881" y="1000"/>
                    <a:pt x="1998" y="889"/>
                    <a:pt x="1998" y="750"/>
                  </a:cubicBezTo>
                  <a:lnTo>
                    <a:pt x="1998" y="251"/>
                  </a:lnTo>
                  <a:cubicBezTo>
                    <a:pt x="1998" y="112"/>
                    <a:pt x="1881" y="1"/>
                    <a:pt x="17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5"/>
            <p:cNvSpPr/>
            <p:nvPr/>
          </p:nvSpPr>
          <p:spPr>
            <a:xfrm>
              <a:off x="6663178" y="1931468"/>
              <a:ext cx="78496" cy="39265"/>
            </a:xfrm>
            <a:custGeom>
              <a:avLst/>
              <a:gdLst/>
              <a:ahLst/>
              <a:cxnLst/>
              <a:rect l="l" t="t" r="r" b="b"/>
              <a:pathLst>
                <a:path w="1999" h="1000" extrusionOk="0">
                  <a:moveTo>
                    <a:pt x="251" y="1"/>
                  </a:moveTo>
                  <a:cubicBezTo>
                    <a:pt x="112" y="1"/>
                    <a:pt x="1" y="112"/>
                    <a:pt x="1" y="250"/>
                  </a:cubicBezTo>
                  <a:lnTo>
                    <a:pt x="1" y="750"/>
                  </a:lnTo>
                  <a:cubicBezTo>
                    <a:pt x="1" y="888"/>
                    <a:pt x="112" y="999"/>
                    <a:pt x="251" y="999"/>
                  </a:cubicBezTo>
                  <a:lnTo>
                    <a:pt x="1749" y="999"/>
                  </a:lnTo>
                  <a:cubicBezTo>
                    <a:pt x="1881" y="999"/>
                    <a:pt x="1998" y="888"/>
                    <a:pt x="1998" y="750"/>
                  </a:cubicBezTo>
                  <a:lnTo>
                    <a:pt x="1998" y="250"/>
                  </a:lnTo>
                  <a:cubicBezTo>
                    <a:pt x="1998" y="112"/>
                    <a:pt x="1881" y="1"/>
                    <a:pt x="17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5"/>
            <p:cNvSpPr/>
            <p:nvPr/>
          </p:nvSpPr>
          <p:spPr>
            <a:xfrm>
              <a:off x="6663178" y="2166790"/>
              <a:ext cx="78496" cy="39265"/>
            </a:xfrm>
            <a:custGeom>
              <a:avLst/>
              <a:gdLst/>
              <a:ahLst/>
              <a:cxnLst/>
              <a:rect l="l" t="t" r="r" b="b"/>
              <a:pathLst>
                <a:path w="1999" h="1000" extrusionOk="0">
                  <a:moveTo>
                    <a:pt x="251" y="0"/>
                  </a:moveTo>
                  <a:cubicBezTo>
                    <a:pt x="112" y="0"/>
                    <a:pt x="1" y="111"/>
                    <a:pt x="1" y="250"/>
                  </a:cubicBezTo>
                  <a:lnTo>
                    <a:pt x="1" y="750"/>
                  </a:lnTo>
                  <a:cubicBezTo>
                    <a:pt x="1" y="888"/>
                    <a:pt x="112" y="999"/>
                    <a:pt x="251" y="999"/>
                  </a:cubicBezTo>
                  <a:lnTo>
                    <a:pt x="1749" y="999"/>
                  </a:lnTo>
                  <a:cubicBezTo>
                    <a:pt x="1881" y="999"/>
                    <a:pt x="1998" y="888"/>
                    <a:pt x="1998" y="750"/>
                  </a:cubicBezTo>
                  <a:lnTo>
                    <a:pt x="1998" y="250"/>
                  </a:lnTo>
                  <a:cubicBezTo>
                    <a:pt x="1998" y="111"/>
                    <a:pt x="1881" y="0"/>
                    <a:pt x="1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5"/>
            <p:cNvSpPr/>
            <p:nvPr/>
          </p:nvSpPr>
          <p:spPr>
            <a:xfrm>
              <a:off x="6525665" y="2009922"/>
              <a:ext cx="78456" cy="39265"/>
            </a:xfrm>
            <a:custGeom>
              <a:avLst/>
              <a:gdLst/>
              <a:ahLst/>
              <a:cxnLst/>
              <a:rect l="l" t="t" r="r" b="b"/>
              <a:pathLst>
                <a:path w="1998" h="1000" extrusionOk="0">
                  <a:moveTo>
                    <a:pt x="250" y="0"/>
                  </a:moveTo>
                  <a:cubicBezTo>
                    <a:pt x="111" y="0"/>
                    <a:pt x="0" y="111"/>
                    <a:pt x="0" y="250"/>
                  </a:cubicBezTo>
                  <a:lnTo>
                    <a:pt x="0" y="749"/>
                  </a:lnTo>
                  <a:cubicBezTo>
                    <a:pt x="0" y="888"/>
                    <a:pt x="111" y="999"/>
                    <a:pt x="250" y="999"/>
                  </a:cubicBezTo>
                  <a:lnTo>
                    <a:pt x="1748" y="999"/>
                  </a:lnTo>
                  <a:cubicBezTo>
                    <a:pt x="1887" y="999"/>
                    <a:pt x="1998" y="888"/>
                    <a:pt x="1998" y="749"/>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5"/>
            <p:cNvSpPr/>
            <p:nvPr/>
          </p:nvSpPr>
          <p:spPr>
            <a:xfrm>
              <a:off x="6525665" y="1931468"/>
              <a:ext cx="78456" cy="39265"/>
            </a:xfrm>
            <a:custGeom>
              <a:avLst/>
              <a:gdLst/>
              <a:ahLst/>
              <a:cxnLst/>
              <a:rect l="l" t="t" r="r" b="b"/>
              <a:pathLst>
                <a:path w="1998" h="1000" extrusionOk="0">
                  <a:moveTo>
                    <a:pt x="250" y="1"/>
                  </a:moveTo>
                  <a:cubicBezTo>
                    <a:pt x="111" y="1"/>
                    <a:pt x="0" y="112"/>
                    <a:pt x="0" y="250"/>
                  </a:cubicBezTo>
                  <a:lnTo>
                    <a:pt x="0" y="750"/>
                  </a:lnTo>
                  <a:cubicBezTo>
                    <a:pt x="0" y="888"/>
                    <a:pt x="111" y="999"/>
                    <a:pt x="250" y="999"/>
                  </a:cubicBezTo>
                  <a:lnTo>
                    <a:pt x="1748" y="999"/>
                  </a:lnTo>
                  <a:cubicBezTo>
                    <a:pt x="1887" y="999"/>
                    <a:pt x="1998" y="888"/>
                    <a:pt x="1998" y="750"/>
                  </a:cubicBezTo>
                  <a:lnTo>
                    <a:pt x="1998" y="250"/>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5"/>
            <p:cNvSpPr/>
            <p:nvPr/>
          </p:nvSpPr>
          <p:spPr>
            <a:xfrm>
              <a:off x="6663178" y="2009922"/>
              <a:ext cx="78496" cy="39265"/>
            </a:xfrm>
            <a:custGeom>
              <a:avLst/>
              <a:gdLst/>
              <a:ahLst/>
              <a:cxnLst/>
              <a:rect l="l" t="t" r="r" b="b"/>
              <a:pathLst>
                <a:path w="1999" h="1000" extrusionOk="0">
                  <a:moveTo>
                    <a:pt x="251" y="0"/>
                  </a:moveTo>
                  <a:cubicBezTo>
                    <a:pt x="112" y="0"/>
                    <a:pt x="1" y="111"/>
                    <a:pt x="1" y="250"/>
                  </a:cubicBezTo>
                  <a:lnTo>
                    <a:pt x="1" y="749"/>
                  </a:lnTo>
                  <a:cubicBezTo>
                    <a:pt x="1" y="888"/>
                    <a:pt x="112" y="999"/>
                    <a:pt x="251" y="999"/>
                  </a:cubicBezTo>
                  <a:lnTo>
                    <a:pt x="1749" y="999"/>
                  </a:lnTo>
                  <a:cubicBezTo>
                    <a:pt x="1881" y="999"/>
                    <a:pt x="1998" y="888"/>
                    <a:pt x="1998" y="749"/>
                  </a:cubicBezTo>
                  <a:lnTo>
                    <a:pt x="1998" y="250"/>
                  </a:lnTo>
                  <a:cubicBezTo>
                    <a:pt x="1998" y="111"/>
                    <a:pt x="1881" y="0"/>
                    <a:pt x="1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5"/>
            <p:cNvSpPr/>
            <p:nvPr/>
          </p:nvSpPr>
          <p:spPr>
            <a:xfrm>
              <a:off x="6525665" y="2166790"/>
              <a:ext cx="78456" cy="39265"/>
            </a:xfrm>
            <a:custGeom>
              <a:avLst/>
              <a:gdLst/>
              <a:ahLst/>
              <a:cxnLst/>
              <a:rect l="l" t="t" r="r" b="b"/>
              <a:pathLst>
                <a:path w="1998" h="1000" extrusionOk="0">
                  <a:moveTo>
                    <a:pt x="250" y="0"/>
                  </a:moveTo>
                  <a:cubicBezTo>
                    <a:pt x="111" y="0"/>
                    <a:pt x="0" y="111"/>
                    <a:pt x="0" y="250"/>
                  </a:cubicBezTo>
                  <a:lnTo>
                    <a:pt x="0" y="750"/>
                  </a:lnTo>
                  <a:cubicBezTo>
                    <a:pt x="0" y="888"/>
                    <a:pt x="111" y="999"/>
                    <a:pt x="250" y="999"/>
                  </a:cubicBezTo>
                  <a:lnTo>
                    <a:pt x="1748" y="999"/>
                  </a:lnTo>
                  <a:cubicBezTo>
                    <a:pt x="1887" y="999"/>
                    <a:pt x="1998" y="888"/>
                    <a:pt x="1998" y="750"/>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5"/>
            <p:cNvSpPr/>
            <p:nvPr/>
          </p:nvSpPr>
          <p:spPr>
            <a:xfrm>
              <a:off x="6658230" y="1999713"/>
              <a:ext cx="87920" cy="59251"/>
            </a:xfrm>
            <a:custGeom>
              <a:avLst/>
              <a:gdLst/>
              <a:ahLst/>
              <a:cxnLst/>
              <a:rect l="l" t="t" r="r" b="b"/>
              <a:pathLst>
                <a:path w="2239" h="1509" extrusionOk="0">
                  <a:moveTo>
                    <a:pt x="1875" y="0"/>
                  </a:moveTo>
                  <a:cubicBezTo>
                    <a:pt x="1814" y="0"/>
                    <a:pt x="1751" y="26"/>
                    <a:pt x="1694" y="87"/>
                  </a:cubicBezTo>
                  <a:lnTo>
                    <a:pt x="869" y="905"/>
                  </a:lnTo>
                  <a:lnTo>
                    <a:pt x="550" y="586"/>
                  </a:lnTo>
                  <a:cubicBezTo>
                    <a:pt x="494" y="525"/>
                    <a:pt x="430" y="500"/>
                    <a:pt x="369" y="500"/>
                  </a:cubicBezTo>
                  <a:cubicBezTo>
                    <a:pt x="172" y="500"/>
                    <a:pt x="1" y="760"/>
                    <a:pt x="196" y="940"/>
                  </a:cubicBezTo>
                  <a:lnTo>
                    <a:pt x="696" y="1439"/>
                  </a:lnTo>
                  <a:cubicBezTo>
                    <a:pt x="744" y="1481"/>
                    <a:pt x="807" y="1509"/>
                    <a:pt x="869" y="1509"/>
                  </a:cubicBezTo>
                  <a:cubicBezTo>
                    <a:pt x="938" y="1509"/>
                    <a:pt x="1001" y="1488"/>
                    <a:pt x="1049" y="1439"/>
                  </a:cubicBezTo>
                  <a:lnTo>
                    <a:pt x="2048" y="441"/>
                  </a:lnTo>
                  <a:cubicBezTo>
                    <a:pt x="2239" y="261"/>
                    <a:pt x="2070" y="0"/>
                    <a:pt x="18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5"/>
            <p:cNvSpPr/>
            <p:nvPr/>
          </p:nvSpPr>
          <p:spPr>
            <a:xfrm>
              <a:off x="6383950" y="2000263"/>
              <a:ext cx="86899" cy="58701"/>
            </a:xfrm>
            <a:custGeom>
              <a:avLst/>
              <a:gdLst/>
              <a:ahLst/>
              <a:cxnLst/>
              <a:rect l="l" t="t" r="r" b="b"/>
              <a:pathLst>
                <a:path w="2213" h="1495" extrusionOk="0">
                  <a:moveTo>
                    <a:pt x="1861" y="1"/>
                  </a:moveTo>
                  <a:cubicBezTo>
                    <a:pt x="1805" y="1"/>
                    <a:pt x="1747" y="22"/>
                    <a:pt x="1695" y="73"/>
                  </a:cubicBezTo>
                  <a:lnTo>
                    <a:pt x="869" y="891"/>
                  </a:lnTo>
                  <a:lnTo>
                    <a:pt x="550" y="572"/>
                  </a:lnTo>
                  <a:cubicBezTo>
                    <a:pt x="494" y="511"/>
                    <a:pt x="430" y="486"/>
                    <a:pt x="369" y="486"/>
                  </a:cubicBezTo>
                  <a:cubicBezTo>
                    <a:pt x="172" y="486"/>
                    <a:pt x="1" y="746"/>
                    <a:pt x="196" y="926"/>
                  </a:cubicBezTo>
                  <a:lnTo>
                    <a:pt x="696" y="1425"/>
                  </a:lnTo>
                  <a:cubicBezTo>
                    <a:pt x="738" y="1467"/>
                    <a:pt x="800" y="1495"/>
                    <a:pt x="869" y="1495"/>
                  </a:cubicBezTo>
                  <a:cubicBezTo>
                    <a:pt x="932" y="1495"/>
                    <a:pt x="1001" y="1474"/>
                    <a:pt x="1043" y="1425"/>
                  </a:cubicBezTo>
                  <a:lnTo>
                    <a:pt x="2042" y="427"/>
                  </a:lnTo>
                  <a:cubicBezTo>
                    <a:pt x="2213" y="245"/>
                    <a:pt x="2050" y="1"/>
                    <a:pt x="1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5"/>
            <p:cNvSpPr/>
            <p:nvPr/>
          </p:nvSpPr>
          <p:spPr>
            <a:xfrm>
              <a:off x="6521188" y="2078166"/>
              <a:ext cx="87881" cy="59251"/>
            </a:xfrm>
            <a:custGeom>
              <a:avLst/>
              <a:gdLst/>
              <a:ahLst/>
              <a:cxnLst/>
              <a:rect l="l" t="t" r="r" b="b"/>
              <a:pathLst>
                <a:path w="2238" h="1509" extrusionOk="0">
                  <a:moveTo>
                    <a:pt x="1870" y="0"/>
                  </a:moveTo>
                  <a:cubicBezTo>
                    <a:pt x="1809" y="0"/>
                    <a:pt x="1745" y="25"/>
                    <a:pt x="1689" y="86"/>
                  </a:cubicBezTo>
                  <a:lnTo>
                    <a:pt x="870" y="905"/>
                  </a:lnTo>
                  <a:lnTo>
                    <a:pt x="544" y="586"/>
                  </a:lnTo>
                  <a:cubicBezTo>
                    <a:pt x="488" y="525"/>
                    <a:pt x="425" y="499"/>
                    <a:pt x="364" y="499"/>
                  </a:cubicBezTo>
                  <a:cubicBezTo>
                    <a:pt x="168" y="499"/>
                    <a:pt x="0" y="760"/>
                    <a:pt x="190" y="940"/>
                  </a:cubicBezTo>
                  <a:lnTo>
                    <a:pt x="690" y="1439"/>
                  </a:lnTo>
                  <a:cubicBezTo>
                    <a:pt x="738" y="1481"/>
                    <a:pt x="801" y="1508"/>
                    <a:pt x="863" y="1508"/>
                  </a:cubicBezTo>
                  <a:cubicBezTo>
                    <a:pt x="933" y="1508"/>
                    <a:pt x="995" y="1481"/>
                    <a:pt x="1044" y="1432"/>
                  </a:cubicBezTo>
                  <a:lnTo>
                    <a:pt x="2042" y="440"/>
                  </a:lnTo>
                  <a:cubicBezTo>
                    <a:pt x="2238" y="260"/>
                    <a:pt x="2067" y="0"/>
                    <a:pt x="18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5"/>
            <p:cNvSpPr/>
            <p:nvPr/>
          </p:nvSpPr>
          <p:spPr>
            <a:xfrm>
              <a:off x="6247890" y="2157131"/>
              <a:ext cx="85721" cy="58701"/>
            </a:xfrm>
            <a:custGeom>
              <a:avLst/>
              <a:gdLst/>
              <a:ahLst/>
              <a:cxnLst/>
              <a:rect l="l" t="t" r="r" b="b"/>
              <a:pathLst>
                <a:path w="2183" h="1495" extrusionOk="0">
                  <a:moveTo>
                    <a:pt x="1835" y="0"/>
                  </a:moveTo>
                  <a:cubicBezTo>
                    <a:pt x="1778" y="0"/>
                    <a:pt x="1718" y="22"/>
                    <a:pt x="1664" y="73"/>
                  </a:cubicBezTo>
                  <a:lnTo>
                    <a:pt x="838" y="892"/>
                  </a:lnTo>
                  <a:lnTo>
                    <a:pt x="519" y="572"/>
                  </a:lnTo>
                  <a:cubicBezTo>
                    <a:pt x="465" y="521"/>
                    <a:pt x="405" y="499"/>
                    <a:pt x="348" y="499"/>
                  </a:cubicBezTo>
                  <a:cubicBezTo>
                    <a:pt x="159" y="499"/>
                    <a:pt x="0" y="738"/>
                    <a:pt x="166" y="919"/>
                  </a:cubicBezTo>
                  <a:lnTo>
                    <a:pt x="665" y="1419"/>
                  </a:lnTo>
                  <a:cubicBezTo>
                    <a:pt x="714" y="1467"/>
                    <a:pt x="776" y="1495"/>
                    <a:pt x="838" y="1495"/>
                  </a:cubicBezTo>
                  <a:cubicBezTo>
                    <a:pt x="908" y="1495"/>
                    <a:pt x="970" y="1467"/>
                    <a:pt x="1019" y="1419"/>
                  </a:cubicBezTo>
                  <a:lnTo>
                    <a:pt x="2018" y="420"/>
                  </a:lnTo>
                  <a:cubicBezTo>
                    <a:pt x="2183" y="239"/>
                    <a:pt x="2024" y="0"/>
                    <a:pt x="18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5"/>
            <p:cNvSpPr/>
            <p:nvPr/>
          </p:nvSpPr>
          <p:spPr>
            <a:xfrm>
              <a:off x="6522131" y="1921259"/>
              <a:ext cx="86938" cy="59290"/>
            </a:xfrm>
            <a:custGeom>
              <a:avLst/>
              <a:gdLst/>
              <a:ahLst/>
              <a:cxnLst/>
              <a:rect l="l" t="t" r="r" b="b"/>
              <a:pathLst>
                <a:path w="2214" h="1510" extrusionOk="0">
                  <a:moveTo>
                    <a:pt x="1846" y="1"/>
                  </a:moveTo>
                  <a:cubicBezTo>
                    <a:pt x="1785" y="1"/>
                    <a:pt x="1721" y="26"/>
                    <a:pt x="1665" y="87"/>
                  </a:cubicBezTo>
                  <a:lnTo>
                    <a:pt x="846" y="913"/>
                  </a:lnTo>
                  <a:lnTo>
                    <a:pt x="520" y="587"/>
                  </a:lnTo>
                  <a:cubicBezTo>
                    <a:pt x="467" y="538"/>
                    <a:pt x="408" y="517"/>
                    <a:pt x="353" y="517"/>
                  </a:cubicBezTo>
                  <a:cubicBezTo>
                    <a:pt x="162" y="517"/>
                    <a:pt x="0" y="758"/>
                    <a:pt x="166" y="940"/>
                  </a:cubicBezTo>
                  <a:lnTo>
                    <a:pt x="666" y="1440"/>
                  </a:lnTo>
                  <a:cubicBezTo>
                    <a:pt x="714" y="1488"/>
                    <a:pt x="777" y="1509"/>
                    <a:pt x="839" y="1509"/>
                  </a:cubicBezTo>
                  <a:cubicBezTo>
                    <a:pt x="909" y="1509"/>
                    <a:pt x="971" y="1488"/>
                    <a:pt x="1020" y="1440"/>
                  </a:cubicBezTo>
                  <a:lnTo>
                    <a:pt x="2018" y="441"/>
                  </a:lnTo>
                  <a:cubicBezTo>
                    <a:pt x="2214" y="261"/>
                    <a:pt x="2043" y="1"/>
                    <a:pt x="1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6" name="Google Shape;1096;p45"/>
          <p:cNvSpPr/>
          <p:nvPr/>
        </p:nvSpPr>
        <p:spPr>
          <a:xfrm rot="-1700348">
            <a:off x="8494935" y="1304154"/>
            <a:ext cx="364027" cy="325910"/>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7" name="Google Shape;1097;p45"/>
          <p:cNvGrpSpPr/>
          <p:nvPr/>
        </p:nvGrpSpPr>
        <p:grpSpPr>
          <a:xfrm>
            <a:off x="155983" y="3025150"/>
            <a:ext cx="887400" cy="856500"/>
            <a:chOff x="155983" y="3025150"/>
            <a:chExt cx="887400" cy="856500"/>
          </a:xfrm>
        </p:grpSpPr>
        <p:sp>
          <p:nvSpPr>
            <p:cNvPr id="1098" name="Google Shape;1098;p45"/>
            <p:cNvSpPr/>
            <p:nvPr/>
          </p:nvSpPr>
          <p:spPr>
            <a:xfrm rot="1645945">
              <a:off x="258465" y="3147939"/>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9" name="Google Shape;1099;p45"/>
            <p:cNvGrpSpPr/>
            <p:nvPr/>
          </p:nvGrpSpPr>
          <p:grpSpPr>
            <a:xfrm>
              <a:off x="393289" y="3285780"/>
              <a:ext cx="470598" cy="335235"/>
              <a:chOff x="393289" y="3285780"/>
              <a:chExt cx="470598" cy="335235"/>
            </a:xfrm>
          </p:grpSpPr>
          <p:sp>
            <p:nvSpPr>
              <p:cNvPr id="1100" name="Google Shape;1100;p45"/>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5"/>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5"/>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03" name="Google Shape;1103;p45"/>
          <p:cNvSpPr/>
          <p:nvPr/>
        </p:nvSpPr>
        <p:spPr>
          <a:xfrm rot="464186">
            <a:off x="1233600" y="4661799"/>
            <a:ext cx="296398" cy="26551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96"/>
        <p:cNvGrpSpPr/>
        <p:nvPr/>
      </p:nvGrpSpPr>
      <p:grpSpPr>
        <a:xfrm>
          <a:off x="0" y="0"/>
          <a:ext cx="0" cy="0"/>
          <a:chOff x="0" y="0"/>
          <a:chExt cx="0" cy="0"/>
        </a:xfrm>
      </p:grpSpPr>
      <p:sp>
        <p:nvSpPr>
          <p:cNvPr id="1597" name="Google Shape;1597;p53"/>
          <p:cNvSpPr/>
          <p:nvPr/>
        </p:nvSpPr>
        <p:spPr>
          <a:xfrm>
            <a:off x="3125500" y="1472375"/>
            <a:ext cx="1003200" cy="10032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3"/>
          <p:cNvSpPr/>
          <p:nvPr/>
        </p:nvSpPr>
        <p:spPr>
          <a:xfrm>
            <a:off x="4981638" y="1472375"/>
            <a:ext cx="1003200" cy="10032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3"/>
          <p:cNvSpPr/>
          <p:nvPr/>
        </p:nvSpPr>
        <p:spPr>
          <a:xfrm>
            <a:off x="3125500" y="3276075"/>
            <a:ext cx="1003200" cy="10032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3"/>
          <p:cNvSpPr/>
          <p:nvPr/>
        </p:nvSpPr>
        <p:spPr>
          <a:xfrm>
            <a:off x="4981638" y="3276075"/>
            <a:ext cx="1003200" cy="10032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3"/>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Implementation Roadmap</a:t>
            </a:r>
            <a:endParaRPr/>
          </a:p>
          <a:p>
            <a:pPr marL="0" lvl="0" indent="0" algn="ctr" rtl="0">
              <a:spcBef>
                <a:spcPts val="0"/>
              </a:spcBef>
              <a:spcAft>
                <a:spcPts val="0"/>
              </a:spcAft>
              <a:buNone/>
            </a:pPr>
            <a:endParaRPr/>
          </a:p>
        </p:txBody>
      </p:sp>
      <p:sp>
        <p:nvSpPr>
          <p:cNvPr id="1602" name="Google Shape;1602;p53"/>
          <p:cNvSpPr txBox="1">
            <a:spLocks noGrp="1"/>
          </p:cNvSpPr>
          <p:nvPr>
            <p:ph type="title" idx="4294967295"/>
          </p:nvPr>
        </p:nvSpPr>
        <p:spPr>
          <a:xfrm>
            <a:off x="671950" y="1654313"/>
            <a:ext cx="2338200" cy="478800"/>
          </a:xfrm>
          <a:prstGeom prst="rect">
            <a:avLst/>
          </a:prstGeom>
        </p:spPr>
        <p:txBody>
          <a:bodyPr spcFirstLastPara="1" wrap="square" lIns="91425" tIns="91425" rIns="91425" bIns="91425" anchor="t" anchorCtr="0">
            <a:noAutofit/>
          </a:bodyPr>
          <a:lstStyle/>
          <a:p>
            <a:pPr marL="0" lvl="0" indent="0" algn="r" rtl="0">
              <a:lnSpc>
                <a:spcPct val="70000"/>
              </a:lnSpc>
              <a:spcBef>
                <a:spcPts val="0"/>
              </a:spcBef>
              <a:spcAft>
                <a:spcPts val="0"/>
              </a:spcAft>
              <a:buNone/>
            </a:pPr>
            <a:r>
              <a:rPr lang="en" sz="2000" dirty="0"/>
              <a:t>Import &amp; Clean Data</a:t>
            </a:r>
            <a:endParaRPr sz="2000" dirty="0"/>
          </a:p>
          <a:p>
            <a:pPr marL="0" lvl="0" indent="0" algn="r" rtl="0">
              <a:spcBef>
                <a:spcPts val="0"/>
              </a:spcBef>
              <a:spcAft>
                <a:spcPts val="0"/>
              </a:spcAft>
              <a:buNone/>
            </a:pPr>
            <a:endParaRPr sz="2200" dirty="0"/>
          </a:p>
        </p:txBody>
      </p:sp>
      <p:sp>
        <p:nvSpPr>
          <p:cNvPr id="1603" name="Google Shape;1603;p53"/>
          <p:cNvSpPr txBox="1">
            <a:spLocks noGrp="1"/>
          </p:cNvSpPr>
          <p:nvPr>
            <p:ph type="subTitle" idx="4294967295"/>
          </p:nvPr>
        </p:nvSpPr>
        <p:spPr>
          <a:xfrm>
            <a:off x="727500" y="2055763"/>
            <a:ext cx="2282700" cy="6597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1600"/>
              </a:spcAft>
              <a:buClr>
                <a:schemeClr val="dk1"/>
              </a:buClr>
              <a:buSzPts val="1100"/>
              <a:buFont typeface="Arial"/>
              <a:buNone/>
            </a:pPr>
            <a:r>
              <a:rPr lang="en" sz="1400"/>
              <a:t>Connect Excel source, fix data types, handle nulls, deduplicate, and standardize text (1.5 days)</a:t>
            </a:r>
            <a:endParaRPr sz="1400"/>
          </a:p>
        </p:txBody>
      </p:sp>
      <p:sp>
        <p:nvSpPr>
          <p:cNvPr id="1604" name="Google Shape;1604;p53"/>
          <p:cNvSpPr txBox="1">
            <a:spLocks noGrp="1"/>
          </p:cNvSpPr>
          <p:nvPr>
            <p:ph type="title" idx="4294967295"/>
          </p:nvPr>
        </p:nvSpPr>
        <p:spPr>
          <a:xfrm>
            <a:off x="671950" y="3413087"/>
            <a:ext cx="2338200" cy="478800"/>
          </a:xfrm>
          <a:prstGeom prst="rect">
            <a:avLst/>
          </a:prstGeom>
        </p:spPr>
        <p:txBody>
          <a:bodyPr spcFirstLastPara="1" wrap="square" lIns="91425" tIns="91425" rIns="91425" bIns="91425" anchor="t" anchorCtr="0">
            <a:noAutofit/>
          </a:bodyPr>
          <a:lstStyle/>
          <a:p>
            <a:pPr marL="0" lvl="0" indent="0" algn="r" rtl="0">
              <a:lnSpc>
                <a:spcPct val="70000"/>
              </a:lnSpc>
              <a:spcBef>
                <a:spcPts val="0"/>
              </a:spcBef>
              <a:spcAft>
                <a:spcPts val="0"/>
              </a:spcAft>
              <a:buNone/>
            </a:pPr>
            <a:r>
              <a:rPr lang="en" sz="2000" dirty="0"/>
              <a:t>Build Data Model</a:t>
            </a:r>
            <a:endParaRPr sz="2000" dirty="0"/>
          </a:p>
          <a:p>
            <a:pPr marL="0" lvl="0" indent="0" algn="r" rtl="0">
              <a:spcBef>
                <a:spcPts val="0"/>
              </a:spcBef>
              <a:spcAft>
                <a:spcPts val="0"/>
              </a:spcAft>
              <a:buNone/>
            </a:pPr>
            <a:endParaRPr sz="2200" dirty="0"/>
          </a:p>
        </p:txBody>
      </p:sp>
      <p:sp>
        <p:nvSpPr>
          <p:cNvPr id="1605" name="Google Shape;1605;p53"/>
          <p:cNvSpPr txBox="1">
            <a:spLocks noGrp="1"/>
          </p:cNvSpPr>
          <p:nvPr>
            <p:ph type="subTitle" idx="4294967295"/>
          </p:nvPr>
        </p:nvSpPr>
        <p:spPr>
          <a:xfrm>
            <a:off x="727500" y="3860025"/>
            <a:ext cx="2282700" cy="659700"/>
          </a:xfrm>
          <a:prstGeom prst="rect">
            <a:avLst/>
          </a:prstGeom>
        </p:spPr>
        <p:txBody>
          <a:bodyPr spcFirstLastPara="1" wrap="square" lIns="91425" tIns="91425" rIns="91425" bIns="91425" anchor="t" anchorCtr="0">
            <a:noAutofit/>
          </a:bodyPr>
          <a:lstStyle/>
          <a:p>
            <a:pPr marL="0" lvl="0" indent="0" algn="r" rtl="0">
              <a:lnSpc>
                <a:spcPct val="100000"/>
              </a:lnSpc>
              <a:spcBef>
                <a:spcPts val="0"/>
              </a:spcBef>
              <a:spcAft>
                <a:spcPts val="0"/>
              </a:spcAft>
              <a:buClr>
                <a:schemeClr val="dk1"/>
              </a:buClr>
              <a:buSzPts val="1100"/>
              <a:buFont typeface="Arial"/>
              <a:buNone/>
            </a:pPr>
            <a:r>
              <a:rPr lang="en" sz="1400"/>
              <a:t>Create Date Table, build calculated columns (time, MAT/YTD flags, lifecycle, price segments) (1.5 days)</a:t>
            </a:r>
            <a:endParaRPr sz="1400"/>
          </a:p>
        </p:txBody>
      </p:sp>
      <p:sp>
        <p:nvSpPr>
          <p:cNvPr id="1606" name="Google Shape;1606;p53"/>
          <p:cNvSpPr txBox="1">
            <a:spLocks noGrp="1"/>
          </p:cNvSpPr>
          <p:nvPr>
            <p:ph type="title" idx="4294967295"/>
          </p:nvPr>
        </p:nvSpPr>
        <p:spPr>
          <a:xfrm>
            <a:off x="6118450" y="1643703"/>
            <a:ext cx="2338200" cy="478800"/>
          </a:xfrm>
          <a:prstGeom prst="rect">
            <a:avLst/>
          </a:prstGeom>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n" sz="2000" dirty="0"/>
              <a:t>DAX Measures Library</a:t>
            </a:r>
            <a:endParaRPr sz="2000" dirty="0"/>
          </a:p>
          <a:p>
            <a:pPr marL="0" lvl="0" indent="0" algn="l" rtl="0">
              <a:spcBef>
                <a:spcPts val="0"/>
              </a:spcBef>
              <a:spcAft>
                <a:spcPts val="0"/>
              </a:spcAft>
              <a:buNone/>
            </a:pPr>
            <a:endParaRPr sz="2200" dirty="0"/>
          </a:p>
        </p:txBody>
      </p:sp>
      <p:sp>
        <p:nvSpPr>
          <p:cNvPr id="1607" name="Google Shape;1607;p53"/>
          <p:cNvSpPr txBox="1">
            <a:spLocks noGrp="1"/>
          </p:cNvSpPr>
          <p:nvPr>
            <p:ph type="subTitle" idx="4294967295"/>
          </p:nvPr>
        </p:nvSpPr>
        <p:spPr>
          <a:xfrm>
            <a:off x="6118450" y="2055763"/>
            <a:ext cx="2282700" cy="659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600"/>
              </a:spcAft>
              <a:buClr>
                <a:schemeClr val="dk1"/>
              </a:buClr>
              <a:buSzPts val="1100"/>
              <a:buFont typeface="Arial"/>
              <a:buNone/>
            </a:pPr>
            <a:r>
              <a:rPr lang="en" sz="1400"/>
              <a:t>Build all KPI, growth, market share, ranking, and advanced analytics measures (2 days)</a:t>
            </a:r>
            <a:endParaRPr sz="1400"/>
          </a:p>
        </p:txBody>
      </p:sp>
      <p:sp>
        <p:nvSpPr>
          <p:cNvPr id="1608" name="Google Shape;1608;p53"/>
          <p:cNvSpPr txBox="1">
            <a:spLocks noGrp="1"/>
          </p:cNvSpPr>
          <p:nvPr>
            <p:ph type="title" idx="4294967295"/>
          </p:nvPr>
        </p:nvSpPr>
        <p:spPr>
          <a:xfrm>
            <a:off x="6191562" y="3413087"/>
            <a:ext cx="2338200" cy="478800"/>
          </a:xfrm>
          <a:prstGeom prst="rect">
            <a:avLst/>
          </a:prstGeom>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n" sz="2000" dirty="0"/>
              <a:t>Design &amp; Deploy</a:t>
            </a:r>
            <a:endParaRPr sz="2000" dirty="0"/>
          </a:p>
          <a:p>
            <a:pPr marL="0" lvl="0" indent="0" algn="l" rtl="0">
              <a:spcBef>
                <a:spcPts val="0"/>
              </a:spcBef>
              <a:spcAft>
                <a:spcPts val="0"/>
              </a:spcAft>
              <a:buNone/>
            </a:pPr>
            <a:endParaRPr sz="2200" dirty="0"/>
          </a:p>
        </p:txBody>
      </p:sp>
      <p:sp>
        <p:nvSpPr>
          <p:cNvPr id="1609" name="Google Shape;1609;p53"/>
          <p:cNvSpPr txBox="1">
            <a:spLocks noGrp="1"/>
          </p:cNvSpPr>
          <p:nvPr>
            <p:ph type="subTitle" idx="4294967295"/>
          </p:nvPr>
        </p:nvSpPr>
        <p:spPr>
          <a:xfrm>
            <a:off x="6133800" y="3850000"/>
            <a:ext cx="2282700" cy="659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600"/>
              </a:spcAft>
              <a:buClr>
                <a:schemeClr val="dk1"/>
              </a:buClr>
              <a:buSzPts val="1100"/>
              <a:buFont typeface="Arial"/>
              <a:buNone/>
            </a:pPr>
            <a:r>
              <a:rPr lang="en" sz="1400"/>
              <a:t>Build 10 dashboard pages, add interactivity, configure RLS, publish to Power BI Service (4.5 days)</a:t>
            </a:r>
            <a:endParaRPr sz="1400"/>
          </a:p>
        </p:txBody>
      </p:sp>
      <p:grpSp>
        <p:nvGrpSpPr>
          <p:cNvPr id="1610" name="Google Shape;1610;p53"/>
          <p:cNvGrpSpPr/>
          <p:nvPr/>
        </p:nvGrpSpPr>
        <p:grpSpPr>
          <a:xfrm>
            <a:off x="3361130" y="3491327"/>
            <a:ext cx="531939" cy="572696"/>
            <a:chOff x="3361132" y="3460997"/>
            <a:chExt cx="531939" cy="572696"/>
          </a:xfrm>
        </p:grpSpPr>
        <p:sp>
          <p:nvSpPr>
            <p:cNvPr id="1611" name="Google Shape;1611;p53"/>
            <p:cNvSpPr/>
            <p:nvPr/>
          </p:nvSpPr>
          <p:spPr>
            <a:xfrm>
              <a:off x="3626887" y="3486855"/>
              <a:ext cx="132917" cy="73167"/>
            </a:xfrm>
            <a:custGeom>
              <a:avLst/>
              <a:gdLst/>
              <a:ahLst/>
              <a:cxnLst/>
              <a:rect l="l" t="t" r="r" b="b"/>
              <a:pathLst>
                <a:path w="3408" h="1876" extrusionOk="0">
                  <a:moveTo>
                    <a:pt x="0" y="0"/>
                  </a:moveTo>
                  <a:lnTo>
                    <a:pt x="0" y="1876"/>
                  </a:lnTo>
                  <a:lnTo>
                    <a:pt x="3130" y="1876"/>
                  </a:lnTo>
                  <a:cubicBezTo>
                    <a:pt x="3293" y="1866"/>
                    <a:pt x="3407" y="1685"/>
                    <a:pt x="3340" y="1531"/>
                  </a:cubicBezTo>
                  <a:lnTo>
                    <a:pt x="3034" y="938"/>
                  </a:lnTo>
                  <a:lnTo>
                    <a:pt x="3340" y="335"/>
                  </a:lnTo>
                  <a:cubicBezTo>
                    <a:pt x="3398" y="182"/>
                    <a:pt x="3293" y="10"/>
                    <a:pt x="31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3"/>
            <p:cNvSpPr/>
            <p:nvPr/>
          </p:nvSpPr>
          <p:spPr>
            <a:xfrm>
              <a:off x="3626887" y="3486855"/>
              <a:ext cx="27301" cy="73167"/>
            </a:xfrm>
            <a:custGeom>
              <a:avLst/>
              <a:gdLst/>
              <a:ahLst/>
              <a:cxnLst/>
              <a:rect l="l" t="t" r="r" b="b"/>
              <a:pathLst>
                <a:path w="700" h="1876" extrusionOk="0">
                  <a:moveTo>
                    <a:pt x="0" y="0"/>
                  </a:moveTo>
                  <a:lnTo>
                    <a:pt x="0" y="1876"/>
                  </a:lnTo>
                  <a:lnTo>
                    <a:pt x="699" y="1876"/>
                  </a:lnTo>
                  <a:lnTo>
                    <a:pt x="699"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3"/>
            <p:cNvSpPr/>
            <p:nvPr/>
          </p:nvSpPr>
          <p:spPr>
            <a:xfrm>
              <a:off x="3617566" y="3460997"/>
              <a:ext cx="18331" cy="408851"/>
            </a:xfrm>
            <a:custGeom>
              <a:avLst/>
              <a:gdLst/>
              <a:ahLst/>
              <a:cxnLst/>
              <a:rect l="l" t="t" r="r" b="b"/>
              <a:pathLst>
                <a:path w="470" h="10483" extrusionOk="0">
                  <a:moveTo>
                    <a:pt x="235" y="0"/>
                  </a:moveTo>
                  <a:cubicBezTo>
                    <a:pt x="132" y="0"/>
                    <a:pt x="29" y="65"/>
                    <a:pt x="0" y="194"/>
                  </a:cubicBezTo>
                  <a:lnTo>
                    <a:pt x="0" y="10243"/>
                  </a:lnTo>
                  <a:cubicBezTo>
                    <a:pt x="0" y="10367"/>
                    <a:pt x="105" y="10482"/>
                    <a:pt x="239" y="10482"/>
                  </a:cubicBezTo>
                  <a:cubicBezTo>
                    <a:pt x="364" y="10473"/>
                    <a:pt x="469" y="10367"/>
                    <a:pt x="469" y="10243"/>
                  </a:cubicBezTo>
                  <a:lnTo>
                    <a:pt x="469" y="194"/>
                  </a:lnTo>
                  <a:cubicBezTo>
                    <a:pt x="440" y="65"/>
                    <a:pt x="338" y="0"/>
                    <a:pt x="2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3"/>
            <p:cNvSpPr/>
            <p:nvPr/>
          </p:nvSpPr>
          <p:spPr>
            <a:xfrm>
              <a:off x="3471974" y="3787672"/>
              <a:ext cx="72816" cy="163923"/>
            </a:xfrm>
            <a:custGeom>
              <a:avLst/>
              <a:gdLst/>
              <a:ahLst/>
              <a:cxnLst/>
              <a:rect l="l" t="t" r="r" b="b"/>
              <a:pathLst>
                <a:path w="1867" h="4203" extrusionOk="0">
                  <a:moveTo>
                    <a:pt x="1" y="1"/>
                  </a:moveTo>
                  <a:lnTo>
                    <a:pt x="1" y="4202"/>
                  </a:lnTo>
                  <a:lnTo>
                    <a:pt x="1867" y="4202"/>
                  </a:lnTo>
                  <a:lnTo>
                    <a:pt x="186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3"/>
            <p:cNvSpPr/>
            <p:nvPr/>
          </p:nvSpPr>
          <p:spPr>
            <a:xfrm>
              <a:off x="3453682" y="3614506"/>
              <a:ext cx="194500" cy="191887"/>
            </a:xfrm>
            <a:custGeom>
              <a:avLst/>
              <a:gdLst/>
              <a:ahLst/>
              <a:cxnLst/>
              <a:rect l="l" t="t" r="r" b="b"/>
              <a:pathLst>
                <a:path w="4987" h="4920" extrusionOk="0">
                  <a:moveTo>
                    <a:pt x="939" y="0"/>
                  </a:moveTo>
                  <a:lnTo>
                    <a:pt x="939" y="555"/>
                  </a:lnTo>
                  <a:cubicBezTo>
                    <a:pt x="939" y="641"/>
                    <a:pt x="881" y="728"/>
                    <a:pt x="795" y="766"/>
                  </a:cubicBezTo>
                  <a:lnTo>
                    <a:pt x="278" y="986"/>
                  </a:lnTo>
                  <a:cubicBezTo>
                    <a:pt x="116" y="1062"/>
                    <a:pt x="1" y="1235"/>
                    <a:pt x="1" y="1417"/>
                  </a:cubicBezTo>
                  <a:lnTo>
                    <a:pt x="1" y="2852"/>
                  </a:lnTo>
                  <a:cubicBezTo>
                    <a:pt x="1" y="3139"/>
                    <a:pt x="39" y="3417"/>
                    <a:pt x="125" y="3694"/>
                  </a:cubicBezTo>
                  <a:lnTo>
                    <a:pt x="470" y="4919"/>
                  </a:lnTo>
                  <a:lnTo>
                    <a:pt x="709" y="4450"/>
                  </a:lnTo>
                  <a:lnTo>
                    <a:pt x="2346" y="4450"/>
                  </a:lnTo>
                  <a:lnTo>
                    <a:pt x="2346" y="2000"/>
                  </a:lnTo>
                  <a:lnTo>
                    <a:pt x="2901" y="2670"/>
                  </a:lnTo>
                  <a:cubicBezTo>
                    <a:pt x="2994" y="2780"/>
                    <a:pt x="3128" y="2839"/>
                    <a:pt x="3264" y="2839"/>
                  </a:cubicBezTo>
                  <a:cubicBezTo>
                    <a:pt x="3364" y="2839"/>
                    <a:pt x="3466" y="2807"/>
                    <a:pt x="3551" y="2737"/>
                  </a:cubicBezTo>
                  <a:lnTo>
                    <a:pt x="4872" y="1694"/>
                  </a:lnTo>
                  <a:cubicBezTo>
                    <a:pt x="4968" y="1618"/>
                    <a:pt x="4987" y="1484"/>
                    <a:pt x="4930" y="1369"/>
                  </a:cubicBezTo>
                  <a:cubicBezTo>
                    <a:pt x="4880" y="1276"/>
                    <a:pt x="4787" y="1223"/>
                    <a:pt x="4691" y="1223"/>
                  </a:cubicBezTo>
                  <a:cubicBezTo>
                    <a:pt x="4638" y="1223"/>
                    <a:pt x="4585" y="1239"/>
                    <a:pt x="4537" y="1273"/>
                  </a:cubicBezTo>
                  <a:lnTo>
                    <a:pt x="3322" y="2106"/>
                  </a:lnTo>
                  <a:lnTo>
                    <a:pt x="2661" y="1082"/>
                  </a:lnTo>
                  <a:cubicBezTo>
                    <a:pt x="2604" y="986"/>
                    <a:pt x="2518" y="919"/>
                    <a:pt x="2413" y="881"/>
                  </a:cubicBezTo>
                  <a:lnTo>
                    <a:pt x="2030" y="756"/>
                  </a:lnTo>
                  <a:cubicBezTo>
                    <a:pt x="1934" y="728"/>
                    <a:pt x="1877" y="632"/>
                    <a:pt x="1867" y="536"/>
                  </a:cubicBezTo>
                  <a:lnTo>
                    <a:pt x="18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3"/>
            <p:cNvSpPr/>
            <p:nvPr/>
          </p:nvSpPr>
          <p:spPr>
            <a:xfrm>
              <a:off x="3508206" y="3805964"/>
              <a:ext cx="9360" cy="145982"/>
            </a:xfrm>
            <a:custGeom>
              <a:avLst/>
              <a:gdLst/>
              <a:ahLst/>
              <a:cxnLst/>
              <a:rect l="l" t="t" r="r" b="b"/>
              <a:pathLst>
                <a:path w="240" h="3743" extrusionOk="0">
                  <a:moveTo>
                    <a:pt x="125" y="1"/>
                  </a:moveTo>
                  <a:cubicBezTo>
                    <a:pt x="58" y="1"/>
                    <a:pt x="0" y="49"/>
                    <a:pt x="0" y="116"/>
                  </a:cubicBezTo>
                  <a:lnTo>
                    <a:pt x="0" y="3743"/>
                  </a:lnTo>
                  <a:lnTo>
                    <a:pt x="239" y="3743"/>
                  </a:lnTo>
                  <a:lnTo>
                    <a:pt x="239" y="116"/>
                  </a:lnTo>
                  <a:cubicBezTo>
                    <a:pt x="239" y="49"/>
                    <a:pt x="192" y="1"/>
                    <a:pt x="125"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3"/>
            <p:cNvSpPr/>
            <p:nvPr/>
          </p:nvSpPr>
          <p:spPr>
            <a:xfrm>
              <a:off x="3361483" y="3841416"/>
              <a:ext cx="531588" cy="192277"/>
            </a:xfrm>
            <a:custGeom>
              <a:avLst/>
              <a:gdLst/>
              <a:ahLst/>
              <a:cxnLst/>
              <a:rect l="l" t="t" r="r" b="b"/>
              <a:pathLst>
                <a:path w="13630" h="4930" extrusionOk="0">
                  <a:moveTo>
                    <a:pt x="6810" y="1"/>
                  </a:moveTo>
                  <a:cubicBezTo>
                    <a:pt x="6621" y="1"/>
                    <a:pt x="6432" y="58"/>
                    <a:pt x="6270" y="173"/>
                  </a:cubicBezTo>
                  <a:lnTo>
                    <a:pt x="173" y="4508"/>
                  </a:lnTo>
                  <a:cubicBezTo>
                    <a:pt x="1" y="4642"/>
                    <a:pt x="87" y="4920"/>
                    <a:pt x="307" y="4930"/>
                  </a:cubicBezTo>
                  <a:lnTo>
                    <a:pt x="13323" y="4930"/>
                  </a:lnTo>
                  <a:cubicBezTo>
                    <a:pt x="13543" y="4920"/>
                    <a:pt x="13629" y="4642"/>
                    <a:pt x="13457" y="4508"/>
                  </a:cubicBezTo>
                  <a:lnTo>
                    <a:pt x="7351" y="173"/>
                  </a:lnTo>
                  <a:cubicBezTo>
                    <a:pt x="7188" y="58"/>
                    <a:pt x="6999" y="1"/>
                    <a:pt x="68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3"/>
            <p:cNvSpPr/>
            <p:nvPr/>
          </p:nvSpPr>
          <p:spPr>
            <a:xfrm>
              <a:off x="3667526" y="3895004"/>
              <a:ext cx="89664" cy="64040"/>
            </a:xfrm>
            <a:custGeom>
              <a:avLst/>
              <a:gdLst/>
              <a:ahLst/>
              <a:cxnLst/>
              <a:rect l="l" t="t" r="r" b="b"/>
              <a:pathLst>
                <a:path w="2299" h="1642" extrusionOk="0">
                  <a:moveTo>
                    <a:pt x="380" y="1"/>
                  </a:moveTo>
                  <a:cubicBezTo>
                    <a:pt x="197" y="1"/>
                    <a:pt x="0" y="349"/>
                    <a:pt x="222" y="436"/>
                  </a:cubicBezTo>
                  <a:lnTo>
                    <a:pt x="1858" y="1594"/>
                  </a:lnTo>
                  <a:cubicBezTo>
                    <a:pt x="1897" y="1622"/>
                    <a:pt x="1944" y="1642"/>
                    <a:pt x="1992" y="1642"/>
                  </a:cubicBezTo>
                  <a:cubicBezTo>
                    <a:pt x="2212" y="1632"/>
                    <a:pt x="2298" y="1354"/>
                    <a:pt x="2126" y="1220"/>
                  </a:cubicBezTo>
                  <a:lnTo>
                    <a:pt x="490" y="53"/>
                  </a:lnTo>
                  <a:cubicBezTo>
                    <a:pt x="456" y="16"/>
                    <a:pt x="418" y="1"/>
                    <a:pt x="3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3"/>
            <p:cNvSpPr/>
            <p:nvPr/>
          </p:nvSpPr>
          <p:spPr>
            <a:xfrm>
              <a:off x="3631333" y="3869224"/>
              <a:ext cx="34789" cy="25234"/>
            </a:xfrm>
            <a:custGeom>
              <a:avLst/>
              <a:gdLst/>
              <a:ahLst/>
              <a:cxnLst/>
              <a:rect l="l" t="t" r="r" b="b"/>
              <a:pathLst>
                <a:path w="892" h="647" extrusionOk="0">
                  <a:moveTo>
                    <a:pt x="378" y="1"/>
                  </a:moveTo>
                  <a:cubicBezTo>
                    <a:pt x="195" y="1"/>
                    <a:pt x="1" y="342"/>
                    <a:pt x="221" y="436"/>
                  </a:cubicBezTo>
                  <a:lnTo>
                    <a:pt x="451" y="599"/>
                  </a:lnTo>
                  <a:cubicBezTo>
                    <a:pt x="489" y="628"/>
                    <a:pt x="537" y="647"/>
                    <a:pt x="585" y="647"/>
                  </a:cubicBezTo>
                  <a:cubicBezTo>
                    <a:pt x="805" y="628"/>
                    <a:pt x="891" y="360"/>
                    <a:pt x="719" y="216"/>
                  </a:cubicBezTo>
                  <a:lnTo>
                    <a:pt x="489" y="54"/>
                  </a:lnTo>
                  <a:cubicBezTo>
                    <a:pt x="456" y="16"/>
                    <a:pt x="417"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3"/>
            <p:cNvSpPr/>
            <p:nvPr/>
          </p:nvSpPr>
          <p:spPr>
            <a:xfrm>
              <a:off x="3361132" y="3841377"/>
              <a:ext cx="276247" cy="192316"/>
            </a:xfrm>
            <a:custGeom>
              <a:avLst/>
              <a:gdLst/>
              <a:ahLst/>
              <a:cxnLst/>
              <a:rect l="l" t="t" r="r" b="b"/>
              <a:pathLst>
                <a:path w="7083" h="4931" extrusionOk="0">
                  <a:moveTo>
                    <a:pt x="6818" y="0"/>
                  </a:moveTo>
                  <a:cubicBezTo>
                    <a:pt x="6625" y="0"/>
                    <a:pt x="6433" y="62"/>
                    <a:pt x="6269" y="174"/>
                  </a:cubicBezTo>
                  <a:lnTo>
                    <a:pt x="173" y="4509"/>
                  </a:lnTo>
                  <a:cubicBezTo>
                    <a:pt x="0" y="4643"/>
                    <a:pt x="87" y="4921"/>
                    <a:pt x="307" y="4931"/>
                  </a:cubicBezTo>
                  <a:lnTo>
                    <a:pt x="3159" y="4931"/>
                  </a:lnTo>
                  <a:cubicBezTo>
                    <a:pt x="3015" y="4931"/>
                    <a:pt x="2958" y="4634"/>
                    <a:pt x="3072" y="4509"/>
                  </a:cubicBezTo>
                  <a:lnTo>
                    <a:pt x="6910" y="174"/>
                  </a:lnTo>
                  <a:cubicBezTo>
                    <a:pt x="6958" y="117"/>
                    <a:pt x="7015" y="69"/>
                    <a:pt x="7082" y="40"/>
                  </a:cubicBezTo>
                  <a:cubicBezTo>
                    <a:pt x="6996" y="13"/>
                    <a:pt x="6907" y="0"/>
                    <a:pt x="681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3"/>
            <p:cNvSpPr/>
            <p:nvPr/>
          </p:nvSpPr>
          <p:spPr>
            <a:xfrm>
              <a:off x="3489524" y="3614506"/>
              <a:ext cx="37753" cy="27262"/>
            </a:xfrm>
            <a:custGeom>
              <a:avLst/>
              <a:gdLst/>
              <a:ahLst/>
              <a:cxnLst/>
              <a:rect l="l" t="t" r="r" b="b"/>
              <a:pathLst>
                <a:path w="968" h="699" extrusionOk="0">
                  <a:moveTo>
                    <a:pt x="10" y="0"/>
                  </a:moveTo>
                  <a:lnTo>
                    <a:pt x="10" y="546"/>
                  </a:lnTo>
                  <a:cubicBezTo>
                    <a:pt x="10" y="574"/>
                    <a:pt x="10" y="594"/>
                    <a:pt x="1" y="613"/>
                  </a:cubicBezTo>
                  <a:cubicBezTo>
                    <a:pt x="154" y="670"/>
                    <a:pt x="316" y="699"/>
                    <a:pt x="489" y="699"/>
                  </a:cubicBezTo>
                  <a:cubicBezTo>
                    <a:pt x="651" y="699"/>
                    <a:pt x="814" y="670"/>
                    <a:pt x="967" y="613"/>
                  </a:cubicBezTo>
                  <a:cubicBezTo>
                    <a:pt x="958" y="584"/>
                    <a:pt x="948" y="565"/>
                    <a:pt x="948" y="536"/>
                  </a:cubicBezTo>
                  <a:lnTo>
                    <a:pt x="948"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3"/>
            <p:cNvSpPr/>
            <p:nvPr/>
          </p:nvSpPr>
          <p:spPr>
            <a:xfrm>
              <a:off x="3471974" y="3550661"/>
              <a:ext cx="72816" cy="82176"/>
            </a:xfrm>
            <a:custGeom>
              <a:avLst/>
              <a:gdLst/>
              <a:ahLst/>
              <a:cxnLst/>
              <a:rect l="l" t="t" r="r" b="b"/>
              <a:pathLst>
                <a:path w="1867" h="2107" extrusionOk="0">
                  <a:moveTo>
                    <a:pt x="699" y="1"/>
                  </a:moveTo>
                  <a:cubicBezTo>
                    <a:pt x="317" y="1"/>
                    <a:pt x="1" y="316"/>
                    <a:pt x="1" y="699"/>
                  </a:cubicBezTo>
                  <a:lnTo>
                    <a:pt x="1" y="1168"/>
                  </a:lnTo>
                  <a:cubicBezTo>
                    <a:pt x="1" y="1685"/>
                    <a:pt x="422" y="2106"/>
                    <a:pt x="939" y="2106"/>
                  </a:cubicBezTo>
                  <a:cubicBezTo>
                    <a:pt x="1455" y="2106"/>
                    <a:pt x="1867" y="1685"/>
                    <a:pt x="1867" y="1168"/>
                  </a:cubicBezTo>
                  <a:lnTo>
                    <a:pt x="1867" y="699"/>
                  </a:lnTo>
                  <a:cubicBezTo>
                    <a:pt x="1867" y="316"/>
                    <a:pt x="1561" y="1"/>
                    <a:pt x="11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3"/>
            <p:cNvSpPr/>
            <p:nvPr/>
          </p:nvSpPr>
          <p:spPr>
            <a:xfrm>
              <a:off x="3471700" y="3550661"/>
              <a:ext cx="50351" cy="82254"/>
            </a:xfrm>
            <a:custGeom>
              <a:avLst/>
              <a:gdLst/>
              <a:ahLst/>
              <a:cxnLst/>
              <a:rect l="l" t="t" r="r" b="b"/>
              <a:pathLst>
                <a:path w="1291" h="2109" extrusionOk="0">
                  <a:moveTo>
                    <a:pt x="706" y="1"/>
                  </a:moveTo>
                  <a:cubicBezTo>
                    <a:pt x="314" y="1"/>
                    <a:pt x="8" y="316"/>
                    <a:pt x="8" y="699"/>
                  </a:cubicBezTo>
                  <a:lnTo>
                    <a:pt x="8" y="1168"/>
                  </a:lnTo>
                  <a:cubicBezTo>
                    <a:pt x="0" y="1711"/>
                    <a:pt x="444" y="2109"/>
                    <a:pt x="938" y="2109"/>
                  </a:cubicBezTo>
                  <a:cubicBezTo>
                    <a:pt x="1054" y="2109"/>
                    <a:pt x="1174" y="2087"/>
                    <a:pt x="1290" y="2039"/>
                  </a:cubicBezTo>
                  <a:cubicBezTo>
                    <a:pt x="936" y="1896"/>
                    <a:pt x="706" y="1551"/>
                    <a:pt x="706" y="1168"/>
                  </a:cubicBezTo>
                  <a:lnTo>
                    <a:pt x="706" y="699"/>
                  </a:lnTo>
                  <a:cubicBezTo>
                    <a:pt x="706" y="364"/>
                    <a:pt x="955" y="68"/>
                    <a:pt x="1290" y="10"/>
                  </a:cubicBezTo>
                  <a:cubicBezTo>
                    <a:pt x="1252" y="10"/>
                    <a:pt x="1214" y="1"/>
                    <a:pt x="1175"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3"/>
            <p:cNvSpPr/>
            <p:nvPr/>
          </p:nvSpPr>
          <p:spPr>
            <a:xfrm>
              <a:off x="3471974" y="3550661"/>
              <a:ext cx="72816" cy="36622"/>
            </a:xfrm>
            <a:custGeom>
              <a:avLst/>
              <a:gdLst/>
              <a:ahLst/>
              <a:cxnLst/>
              <a:rect l="l" t="t" r="r" b="b"/>
              <a:pathLst>
                <a:path w="1867" h="939" extrusionOk="0">
                  <a:moveTo>
                    <a:pt x="699" y="1"/>
                  </a:moveTo>
                  <a:cubicBezTo>
                    <a:pt x="317" y="1"/>
                    <a:pt x="1" y="316"/>
                    <a:pt x="1" y="699"/>
                  </a:cubicBezTo>
                  <a:cubicBezTo>
                    <a:pt x="1" y="699"/>
                    <a:pt x="699" y="939"/>
                    <a:pt x="1867" y="939"/>
                  </a:cubicBezTo>
                  <a:lnTo>
                    <a:pt x="1867" y="699"/>
                  </a:lnTo>
                  <a:cubicBezTo>
                    <a:pt x="1867" y="316"/>
                    <a:pt x="1551"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3"/>
            <p:cNvSpPr/>
            <p:nvPr/>
          </p:nvSpPr>
          <p:spPr>
            <a:xfrm>
              <a:off x="3471974" y="3550661"/>
              <a:ext cx="50078" cy="33268"/>
            </a:xfrm>
            <a:custGeom>
              <a:avLst/>
              <a:gdLst/>
              <a:ahLst/>
              <a:cxnLst/>
              <a:rect l="l" t="t" r="r" b="b"/>
              <a:pathLst>
                <a:path w="1284" h="853" extrusionOk="0">
                  <a:moveTo>
                    <a:pt x="699" y="1"/>
                  </a:moveTo>
                  <a:cubicBezTo>
                    <a:pt x="307" y="1"/>
                    <a:pt x="1" y="316"/>
                    <a:pt x="1" y="699"/>
                  </a:cubicBezTo>
                  <a:cubicBezTo>
                    <a:pt x="230" y="776"/>
                    <a:pt x="460" y="824"/>
                    <a:pt x="699" y="852"/>
                  </a:cubicBezTo>
                  <a:lnTo>
                    <a:pt x="699" y="699"/>
                  </a:lnTo>
                  <a:cubicBezTo>
                    <a:pt x="699" y="364"/>
                    <a:pt x="948" y="68"/>
                    <a:pt x="1283" y="10"/>
                  </a:cubicBezTo>
                  <a:cubicBezTo>
                    <a:pt x="1245" y="10"/>
                    <a:pt x="1207" y="1"/>
                    <a:pt x="1168"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3"/>
            <p:cNvSpPr/>
            <p:nvPr/>
          </p:nvSpPr>
          <p:spPr>
            <a:xfrm>
              <a:off x="3453682" y="3645473"/>
              <a:ext cx="177729" cy="142238"/>
            </a:xfrm>
            <a:custGeom>
              <a:avLst/>
              <a:gdLst/>
              <a:ahLst/>
              <a:cxnLst/>
              <a:rect l="l" t="t" r="r" b="b"/>
              <a:pathLst>
                <a:path w="4557" h="3647" extrusionOk="0">
                  <a:moveTo>
                    <a:pt x="2145" y="1"/>
                  </a:moveTo>
                  <a:cubicBezTo>
                    <a:pt x="1960" y="248"/>
                    <a:pt x="1682" y="373"/>
                    <a:pt x="1403" y="373"/>
                  </a:cubicBezTo>
                  <a:cubicBezTo>
                    <a:pt x="1131" y="373"/>
                    <a:pt x="859" y="255"/>
                    <a:pt x="671" y="20"/>
                  </a:cubicBezTo>
                  <a:lnTo>
                    <a:pt x="278" y="192"/>
                  </a:lnTo>
                  <a:cubicBezTo>
                    <a:pt x="106" y="268"/>
                    <a:pt x="1" y="431"/>
                    <a:pt x="1" y="623"/>
                  </a:cubicBezTo>
                  <a:lnTo>
                    <a:pt x="1" y="3647"/>
                  </a:lnTo>
                  <a:lnTo>
                    <a:pt x="2336" y="3647"/>
                  </a:lnTo>
                  <a:lnTo>
                    <a:pt x="2336" y="1206"/>
                  </a:lnTo>
                  <a:lnTo>
                    <a:pt x="2891" y="1876"/>
                  </a:lnTo>
                  <a:cubicBezTo>
                    <a:pt x="2984" y="1986"/>
                    <a:pt x="3119" y="2045"/>
                    <a:pt x="3254" y="2045"/>
                  </a:cubicBezTo>
                  <a:cubicBezTo>
                    <a:pt x="3355" y="2045"/>
                    <a:pt x="3456" y="2013"/>
                    <a:pt x="3542" y="1943"/>
                  </a:cubicBezTo>
                  <a:lnTo>
                    <a:pt x="4556" y="1139"/>
                  </a:lnTo>
                  <a:lnTo>
                    <a:pt x="4250" y="670"/>
                  </a:lnTo>
                  <a:lnTo>
                    <a:pt x="3312" y="1312"/>
                  </a:lnTo>
                  <a:lnTo>
                    <a:pt x="2661" y="278"/>
                  </a:lnTo>
                  <a:cubicBezTo>
                    <a:pt x="2594" y="192"/>
                    <a:pt x="2508" y="125"/>
                    <a:pt x="2413" y="87"/>
                  </a:cubicBezTo>
                  <a:lnTo>
                    <a:pt x="21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3"/>
            <p:cNvSpPr/>
            <p:nvPr/>
          </p:nvSpPr>
          <p:spPr>
            <a:xfrm>
              <a:off x="3544750" y="3657057"/>
              <a:ext cx="87012" cy="68213"/>
            </a:xfrm>
            <a:custGeom>
              <a:avLst/>
              <a:gdLst/>
              <a:ahLst/>
              <a:cxnLst/>
              <a:rect l="l" t="t" r="r" b="b"/>
              <a:pathLst>
                <a:path w="2231" h="1749" extrusionOk="0">
                  <a:moveTo>
                    <a:pt x="336" y="0"/>
                  </a:moveTo>
                  <a:lnTo>
                    <a:pt x="135" y="326"/>
                  </a:lnTo>
                  <a:cubicBezTo>
                    <a:pt x="49" y="469"/>
                    <a:pt x="1" y="632"/>
                    <a:pt x="1" y="804"/>
                  </a:cubicBezTo>
                  <a:lnTo>
                    <a:pt x="1" y="909"/>
                  </a:lnTo>
                  <a:lnTo>
                    <a:pt x="556" y="1579"/>
                  </a:lnTo>
                  <a:cubicBezTo>
                    <a:pt x="649" y="1689"/>
                    <a:pt x="784" y="1748"/>
                    <a:pt x="919" y="1748"/>
                  </a:cubicBezTo>
                  <a:cubicBezTo>
                    <a:pt x="1020" y="1748"/>
                    <a:pt x="1121" y="1716"/>
                    <a:pt x="1207" y="1646"/>
                  </a:cubicBezTo>
                  <a:lnTo>
                    <a:pt x="2231" y="842"/>
                  </a:lnTo>
                  <a:lnTo>
                    <a:pt x="1915" y="373"/>
                  </a:lnTo>
                  <a:lnTo>
                    <a:pt x="987" y="1015"/>
                  </a:lnTo>
                  <a:lnTo>
                    <a:pt x="3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3"/>
            <p:cNvSpPr/>
            <p:nvPr/>
          </p:nvSpPr>
          <p:spPr>
            <a:xfrm>
              <a:off x="3453682" y="3656667"/>
              <a:ext cx="27691" cy="149336"/>
            </a:xfrm>
            <a:custGeom>
              <a:avLst/>
              <a:gdLst/>
              <a:ahLst/>
              <a:cxnLst/>
              <a:rect l="l" t="t" r="r" b="b"/>
              <a:pathLst>
                <a:path w="710" h="3829" extrusionOk="0">
                  <a:moveTo>
                    <a:pt x="154" y="1"/>
                  </a:moveTo>
                  <a:cubicBezTo>
                    <a:pt x="58" y="87"/>
                    <a:pt x="1" y="211"/>
                    <a:pt x="1" y="336"/>
                  </a:cubicBezTo>
                  <a:lnTo>
                    <a:pt x="1" y="3589"/>
                  </a:lnTo>
                  <a:cubicBezTo>
                    <a:pt x="1" y="3723"/>
                    <a:pt x="106" y="3829"/>
                    <a:pt x="240" y="3829"/>
                  </a:cubicBezTo>
                  <a:lnTo>
                    <a:pt x="709" y="3829"/>
                  </a:lnTo>
                  <a:lnTo>
                    <a:pt x="709" y="843"/>
                  </a:lnTo>
                  <a:cubicBezTo>
                    <a:pt x="709" y="661"/>
                    <a:pt x="632" y="479"/>
                    <a:pt x="498" y="355"/>
                  </a:cubicBezTo>
                  <a:lnTo>
                    <a:pt x="1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3"/>
            <p:cNvSpPr/>
            <p:nvPr/>
          </p:nvSpPr>
          <p:spPr>
            <a:xfrm>
              <a:off x="3462652" y="3805613"/>
              <a:ext cx="18721" cy="18682"/>
            </a:xfrm>
            <a:custGeom>
              <a:avLst/>
              <a:gdLst/>
              <a:ahLst/>
              <a:cxnLst/>
              <a:rect l="l" t="t" r="r" b="b"/>
              <a:pathLst>
                <a:path w="480" h="479" extrusionOk="0">
                  <a:moveTo>
                    <a:pt x="1" y="0"/>
                  </a:moveTo>
                  <a:lnTo>
                    <a:pt x="1" y="239"/>
                  </a:lnTo>
                  <a:cubicBezTo>
                    <a:pt x="1" y="364"/>
                    <a:pt x="106" y="479"/>
                    <a:pt x="240" y="479"/>
                  </a:cubicBezTo>
                  <a:lnTo>
                    <a:pt x="383" y="479"/>
                  </a:lnTo>
                  <a:cubicBezTo>
                    <a:pt x="431" y="469"/>
                    <a:pt x="479" y="421"/>
                    <a:pt x="469" y="373"/>
                  </a:cubicBezTo>
                  <a:lnTo>
                    <a:pt x="4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0" name="Google Shape;1630;p53"/>
          <p:cNvGrpSpPr/>
          <p:nvPr/>
        </p:nvGrpSpPr>
        <p:grpSpPr>
          <a:xfrm>
            <a:off x="5217265" y="1708002"/>
            <a:ext cx="531945" cy="531945"/>
            <a:chOff x="5217262" y="1922561"/>
            <a:chExt cx="531945" cy="531945"/>
          </a:xfrm>
        </p:grpSpPr>
        <p:sp>
          <p:nvSpPr>
            <p:cNvPr id="1631" name="Google Shape;1631;p53"/>
            <p:cNvSpPr/>
            <p:nvPr/>
          </p:nvSpPr>
          <p:spPr>
            <a:xfrm>
              <a:off x="5481829" y="1940746"/>
              <a:ext cx="134566" cy="131425"/>
            </a:xfrm>
            <a:custGeom>
              <a:avLst/>
              <a:gdLst/>
              <a:ahLst/>
              <a:cxnLst/>
              <a:rect l="l" t="t" r="r" b="b"/>
              <a:pathLst>
                <a:path w="3685" h="3599" extrusionOk="0">
                  <a:moveTo>
                    <a:pt x="0" y="0"/>
                  </a:moveTo>
                  <a:lnTo>
                    <a:pt x="0" y="3599"/>
                  </a:lnTo>
                  <a:lnTo>
                    <a:pt x="2929" y="3599"/>
                  </a:lnTo>
                  <a:lnTo>
                    <a:pt x="2709" y="3149"/>
                  </a:lnTo>
                  <a:cubicBezTo>
                    <a:pt x="2651" y="3044"/>
                    <a:pt x="2594" y="2939"/>
                    <a:pt x="2517" y="2843"/>
                  </a:cubicBezTo>
                  <a:cubicBezTo>
                    <a:pt x="2087" y="2240"/>
                    <a:pt x="2297" y="1991"/>
                    <a:pt x="2335" y="1953"/>
                  </a:cubicBezTo>
                  <a:cubicBezTo>
                    <a:pt x="2410" y="1886"/>
                    <a:pt x="2508" y="1848"/>
                    <a:pt x="2611" y="1848"/>
                  </a:cubicBezTo>
                  <a:cubicBezTo>
                    <a:pt x="2640" y="1848"/>
                    <a:pt x="2669" y="1851"/>
                    <a:pt x="2699" y="1857"/>
                  </a:cubicBezTo>
                  <a:cubicBezTo>
                    <a:pt x="2852" y="1895"/>
                    <a:pt x="2986" y="1982"/>
                    <a:pt x="3091" y="2106"/>
                  </a:cubicBezTo>
                  <a:lnTo>
                    <a:pt x="3627" y="2651"/>
                  </a:lnTo>
                  <a:lnTo>
                    <a:pt x="3627" y="412"/>
                  </a:lnTo>
                  <a:cubicBezTo>
                    <a:pt x="3627" y="393"/>
                    <a:pt x="3627" y="374"/>
                    <a:pt x="3627" y="355"/>
                  </a:cubicBezTo>
                  <a:lnTo>
                    <a:pt x="36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3"/>
            <p:cNvSpPr/>
            <p:nvPr/>
          </p:nvSpPr>
          <p:spPr>
            <a:xfrm>
              <a:off x="5481829" y="2039306"/>
              <a:ext cx="106959" cy="32865"/>
            </a:xfrm>
            <a:custGeom>
              <a:avLst/>
              <a:gdLst/>
              <a:ahLst/>
              <a:cxnLst/>
              <a:rect l="l" t="t" r="r" b="b"/>
              <a:pathLst>
                <a:path w="2929" h="900" extrusionOk="0">
                  <a:moveTo>
                    <a:pt x="0" y="0"/>
                  </a:moveTo>
                  <a:lnTo>
                    <a:pt x="0" y="900"/>
                  </a:lnTo>
                  <a:lnTo>
                    <a:pt x="2929" y="900"/>
                  </a:lnTo>
                  <a:lnTo>
                    <a:pt x="2709" y="450"/>
                  </a:lnTo>
                  <a:cubicBezTo>
                    <a:pt x="2661" y="335"/>
                    <a:pt x="2594" y="230"/>
                    <a:pt x="2527" y="134"/>
                  </a:cubicBezTo>
                  <a:cubicBezTo>
                    <a:pt x="2489" y="86"/>
                    <a:pt x="2460" y="39"/>
                    <a:pt x="2431"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3"/>
            <p:cNvSpPr/>
            <p:nvPr/>
          </p:nvSpPr>
          <p:spPr>
            <a:xfrm>
              <a:off x="5350404" y="2307013"/>
              <a:ext cx="134602" cy="131060"/>
            </a:xfrm>
            <a:custGeom>
              <a:avLst/>
              <a:gdLst/>
              <a:ahLst/>
              <a:cxnLst/>
              <a:rect l="l" t="t" r="r" b="b"/>
              <a:pathLst>
                <a:path w="3686" h="3589" extrusionOk="0">
                  <a:moveTo>
                    <a:pt x="766" y="0"/>
                  </a:moveTo>
                  <a:lnTo>
                    <a:pt x="977" y="440"/>
                  </a:lnTo>
                  <a:cubicBezTo>
                    <a:pt x="1034" y="555"/>
                    <a:pt x="1092" y="651"/>
                    <a:pt x="1168" y="756"/>
                  </a:cubicBezTo>
                  <a:cubicBezTo>
                    <a:pt x="1599" y="1349"/>
                    <a:pt x="1389" y="1608"/>
                    <a:pt x="1350" y="1637"/>
                  </a:cubicBezTo>
                  <a:cubicBezTo>
                    <a:pt x="1276" y="1704"/>
                    <a:pt x="1178" y="1742"/>
                    <a:pt x="1075" y="1742"/>
                  </a:cubicBezTo>
                  <a:cubicBezTo>
                    <a:pt x="1046" y="1742"/>
                    <a:pt x="1016" y="1739"/>
                    <a:pt x="987" y="1732"/>
                  </a:cubicBezTo>
                  <a:cubicBezTo>
                    <a:pt x="843" y="1684"/>
                    <a:pt x="699" y="1598"/>
                    <a:pt x="594" y="1483"/>
                  </a:cubicBezTo>
                  <a:lnTo>
                    <a:pt x="58" y="938"/>
                  </a:lnTo>
                  <a:lnTo>
                    <a:pt x="58" y="3177"/>
                  </a:lnTo>
                  <a:cubicBezTo>
                    <a:pt x="58" y="3197"/>
                    <a:pt x="58" y="3216"/>
                    <a:pt x="58" y="3225"/>
                  </a:cubicBezTo>
                  <a:lnTo>
                    <a:pt x="1" y="3589"/>
                  </a:lnTo>
                  <a:lnTo>
                    <a:pt x="3685" y="3589"/>
                  </a:lnTo>
                  <a:lnTo>
                    <a:pt x="36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3"/>
            <p:cNvSpPr/>
            <p:nvPr/>
          </p:nvSpPr>
          <p:spPr>
            <a:xfrm>
              <a:off x="5378376" y="2307013"/>
              <a:ext cx="106630" cy="32537"/>
            </a:xfrm>
            <a:custGeom>
              <a:avLst/>
              <a:gdLst/>
              <a:ahLst/>
              <a:cxnLst/>
              <a:rect l="l" t="t" r="r" b="b"/>
              <a:pathLst>
                <a:path w="2920" h="891" extrusionOk="0">
                  <a:moveTo>
                    <a:pt x="0" y="0"/>
                  </a:moveTo>
                  <a:lnTo>
                    <a:pt x="211" y="440"/>
                  </a:lnTo>
                  <a:cubicBezTo>
                    <a:pt x="268" y="555"/>
                    <a:pt x="326" y="651"/>
                    <a:pt x="402" y="756"/>
                  </a:cubicBezTo>
                  <a:cubicBezTo>
                    <a:pt x="441" y="804"/>
                    <a:pt x="469" y="852"/>
                    <a:pt x="498" y="890"/>
                  </a:cubicBezTo>
                  <a:lnTo>
                    <a:pt x="2919" y="890"/>
                  </a:lnTo>
                  <a:lnTo>
                    <a:pt x="2919"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3"/>
            <p:cNvSpPr/>
            <p:nvPr/>
          </p:nvSpPr>
          <p:spPr>
            <a:xfrm>
              <a:off x="5226684" y="2224156"/>
              <a:ext cx="184594" cy="230350"/>
            </a:xfrm>
            <a:custGeom>
              <a:avLst/>
              <a:gdLst/>
              <a:ahLst/>
              <a:cxnLst/>
              <a:rect l="l" t="t" r="r" b="b"/>
              <a:pathLst>
                <a:path w="5055" h="6308" extrusionOk="0">
                  <a:moveTo>
                    <a:pt x="585" y="1"/>
                  </a:moveTo>
                  <a:lnTo>
                    <a:pt x="585" y="1121"/>
                  </a:lnTo>
                  <a:cubicBezTo>
                    <a:pt x="1" y="1551"/>
                    <a:pt x="20" y="3159"/>
                    <a:pt x="30" y="3226"/>
                  </a:cubicBezTo>
                  <a:lnTo>
                    <a:pt x="30" y="4422"/>
                  </a:lnTo>
                  <a:cubicBezTo>
                    <a:pt x="30" y="4700"/>
                    <a:pt x="250" y="4920"/>
                    <a:pt x="527" y="4920"/>
                  </a:cubicBezTo>
                  <a:lnTo>
                    <a:pt x="546" y="4920"/>
                  </a:lnTo>
                  <a:cubicBezTo>
                    <a:pt x="661" y="4920"/>
                    <a:pt x="776" y="4882"/>
                    <a:pt x="872" y="4805"/>
                  </a:cubicBezTo>
                  <a:lnTo>
                    <a:pt x="872" y="5399"/>
                  </a:lnTo>
                  <a:cubicBezTo>
                    <a:pt x="872" y="5676"/>
                    <a:pt x="1092" y="5906"/>
                    <a:pt x="1369" y="5906"/>
                  </a:cubicBezTo>
                  <a:lnTo>
                    <a:pt x="1389" y="5906"/>
                  </a:lnTo>
                  <a:cubicBezTo>
                    <a:pt x="1503" y="5906"/>
                    <a:pt x="1618" y="5868"/>
                    <a:pt x="1704" y="5791"/>
                  </a:cubicBezTo>
                  <a:lnTo>
                    <a:pt x="1704" y="5801"/>
                  </a:lnTo>
                  <a:cubicBezTo>
                    <a:pt x="1704" y="6078"/>
                    <a:pt x="1934" y="6308"/>
                    <a:pt x="2212" y="6308"/>
                  </a:cubicBezTo>
                  <a:lnTo>
                    <a:pt x="2221" y="6308"/>
                  </a:lnTo>
                  <a:cubicBezTo>
                    <a:pt x="2499" y="6308"/>
                    <a:pt x="2728" y="6078"/>
                    <a:pt x="2728" y="5801"/>
                  </a:cubicBezTo>
                  <a:lnTo>
                    <a:pt x="2728" y="5791"/>
                  </a:lnTo>
                  <a:cubicBezTo>
                    <a:pt x="2815" y="5868"/>
                    <a:pt x="2929" y="5906"/>
                    <a:pt x="3044" y="5906"/>
                  </a:cubicBezTo>
                  <a:lnTo>
                    <a:pt x="3063" y="5906"/>
                  </a:lnTo>
                  <a:cubicBezTo>
                    <a:pt x="3341" y="5906"/>
                    <a:pt x="3571" y="5686"/>
                    <a:pt x="3571" y="5408"/>
                  </a:cubicBezTo>
                  <a:lnTo>
                    <a:pt x="3571" y="3561"/>
                  </a:lnTo>
                  <a:cubicBezTo>
                    <a:pt x="3724" y="3791"/>
                    <a:pt x="3982" y="4087"/>
                    <a:pt x="4288" y="4145"/>
                  </a:cubicBezTo>
                  <a:cubicBezTo>
                    <a:pt x="4330" y="4155"/>
                    <a:pt x="4372" y="4159"/>
                    <a:pt x="4413" y="4159"/>
                  </a:cubicBezTo>
                  <a:cubicBezTo>
                    <a:pt x="4536" y="4159"/>
                    <a:pt x="4657" y="4118"/>
                    <a:pt x="4757" y="4040"/>
                  </a:cubicBezTo>
                  <a:lnTo>
                    <a:pt x="4805" y="4001"/>
                  </a:lnTo>
                  <a:lnTo>
                    <a:pt x="4834" y="3953"/>
                  </a:lnTo>
                  <a:cubicBezTo>
                    <a:pt x="4920" y="3829"/>
                    <a:pt x="5054" y="3504"/>
                    <a:pt x="4633" y="2920"/>
                  </a:cubicBezTo>
                  <a:cubicBezTo>
                    <a:pt x="4451" y="2681"/>
                    <a:pt x="4346" y="2413"/>
                    <a:pt x="4308" y="2126"/>
                  </a:cubicBezTo>
                  <a:cubicBezTo>
                    <a:pt x="4231" y="1685"/>
                    <a:pt x="4126" y="1360"/>
                    <a:pt x="3456" y="843"/>
                  </a:cubicBezTo>
                  <a:lnTo>
                    <a:pt x="34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3"/>
            <p:cNvSpPr/>
            <p:nvPr/>
          </p:nvSpPr>
          <p:spPr>
            <a:xfrm>
              <a:off x="5226684" y="2224156"/>
              <a:ext cx="33596" cy="179701"/>
            </a:xfrm>
            <a:custGeom>
              <a:avLst/>
              <a:gdLst/>
              <a:ahLst/>
              <a:cxnLst/>
              <a:rect l="l" t="t" r="r" b="b"/>
              <a:pathLst>
                <a:path w="920" h="4921" extrusionOk="0">
                  <a:moveTo>
                    <a:pt x="585" y="1"/>
                  </a:moveTo>
                  <a:lnTo>
                    <a:pt x="585" y="1121"/>
                  </a:lnTo>
                  <a:cubicBezTo>
                    <a:pt x="1" y="1542"/>
                    <a:pt x="20" y="3159"/>
                    <a:pt x="30" y="3226"/>
                  </a:cubicBezTo>
                  <a:lnTo>
                    <a:pt x="30" y="4422"/>
                  </a:lnTo>
                  <a:cubicBezTo>
                    <a:pt x="30" y="4700"/>
                    <a:pt x="250" y="4920"/>
                    <a:pt x="527" y="4920"/>
                  </a:cubicBezTo>
                  <a:lnTo>
                    <a:pt x="546" y="4920"/>
                  </a:lnTo>
                  <a:cubicBezTo>
                    <a:pt x="604" y="4920"/>
                    <a:pt x="652" y="4910"/>
                    <a:pt x="700" y="4901"/>
                  </a:cubicBezTo>
                  <a:cubicBezTo>
                    <a:pt x="499" y="4824"/>
                    <a:pt x="355" y="4633"/>
                    <a:pt x="355" y="4422"/>
                  </a:cubicBezTo>
                  <a:lnTo>
                    <a:pt x="355" y="3226"/>
                  </a:lnTo>
                  <a:cubicBezTo>
                    <a:pt x="355" y="3159"/>
                    <a:pt x="326" y="1637"/>
                    <a:pt x="920" y="1216"/>
                  </a:cubicBezTo>
                  <a:lnTo>
                    <a:pt x="920"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3"/>
            <p:cNvSpPr/>
            <p:nvPr/>
          </p:nvSpPr>
          <p:spPr>
            <a:xfrm>
              <a:off x="5258162" y="2344224"/>
              <a:ext cx="24832" cy="95602"/>
            </a:xfrm>
            <a:custGeom>
              <a:avLst/>
              <a:gdLst/>
              <a:ahLst/>
              <a:cxnLst/>
              <a:rect l="l" t="t" r="r" b="b"/>
              <a:pathLst>
                <a:path w="680" h="2618" extrusionOk="0">
                  <a:moveTo>
                    <a:pt x="163" y="0"/>
                  </a:moveTo>
                  <a:cubicBezTo>
                    <a:pt x="82" y="0"/>
                    <a:pt x="0" y="53"/>
                    <a:pt x="0" y="158"/>
                  </a:cubicBezTo>
                  <a:lnTo>
                    <a:pt x="0" y="1776"/>
                  </a:lnTo>
                  <a:lnTo>
                    <a:pt x="0" y="2120"/>
                  </a:lnTo>
                  <a:cubicBezTo>
                    <a:pt x="0" y="2398"/>
                    <a:pt x="230" y="2618"/>
                    <a:pt x="507" y="2618"/>
                  </a:cubicBezTo>
                  <a:lnTo>
                    <a:pt x="527" y="2618"/>
                  </a:lnTo>
                  <a:cubicBezTo>
                    <a:pt x="574" y="2618"/>
                    <a:pt x="632" y="2608"/>
                    <a:pt x="680" y="2599"/>
                  </a:cubicBezTo>
                  <a:cubicBezTo>
                    <a:pt x="469" y="2522"/>
                    <a:pt x="335" y="2331"/>
                    <a:pt x="335" y="2111"/>
                  </a:cubicBezTo>
                  <a:lnTo>
                    <a:pt x="335" y="1517"/>
                  </a:lnTo>
                  <a:lnTo>
                    <a:pt x="326" y="1527"/>
                  </a:lnTo>
                  <a:lnTo>
                    <a:pt x="326" y="158"/>
                  </a:lnTo>
                  <a:cubicBezTo>
                    <a:pt x="326" y="53"/>
                    <a:pt x="244" y="0"/>
                    <a:pt x="163"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3"/>
            <p:cNvSpPr/>
            <p:nvPr/>
          </p:nvSpPr>
          <p:spPr>
            <a:xfrm>
              <a:off x="5325244" y="2367267"/>
              <a:ext cx="18916" cy="72304"/>
            </a:xfrm>
            <a:custGeom>
              <a:avLst/>
              <a:gdLst/>
              <a:ahLst/>
              <a:cxnLst/>
              <a:rect l="l" t="t" r="r" b="b"/>
              <a:pathLst>
                <a:path w="518" h="1980" extrusionOk="0">
                  <a:moveTo>
                    <a:pt x="163" y="1"/>
                  </a:moveTo>
                  <a:cubicBezTo>
                    <a:pt x="82" y="1"/>
                    <a:pt x="1" y="54"/>
                    <a:pt x="1" y="159"/>
                  </a:cubicBezTo>
                  <a:lnTo>
                    <a:pt x="1" y="1776"/>
                  </a:lnTo>
                  <a:cubicBezTo>
                    <a:pt x="1" y="1805"/>
                    <a:pt x="10" y="1834"/>
                    <a:pt x="29" y="1862"/>
                  </a:cubicBezTo>
                  <a:cubicBezTo>
                    <a:pt x="39" y="1882"/>
                    <a:pt x="58" y="1891"/>
                    <a:pt x="77" y="1901"/>
                  </a:cubicBezTo>
                  <a:cubicBezTo>
                    <a:pt x="153" y="1951"/>
                    <a:pt x="250" y="1979"/>
                    <a:pt x="343" y="1979"/>
                  </a:cubicBezTo>
                  <a:cubicBezTo>
                    <a:pt x="357" y="1979"/>
                    <a:pt x="370" y="1978"/>
                    <a:pt x="384" y="1977"/>
                  </a:cubicBezTo>
                  <a:cubicBezTo>
                    <a:pt x="431" y="1977"/>
                    <a:pt x="470" y="1968"/>
                    <a:pt x="518" y="1958"/>
                  </a:cubicBezTo>
                  <a:cubicBezTo>
                    <a:pt x="460" y="1939"/>
                    <a:pt x="412" y="1910"/>
                    <a:pt x="364" y="1872"/>
                  </a:cubicBezTo>
                  <a:cubicBezTo>
                    <a:pt x="345" y="1853"/>
                    <a:pt x="326" y="1824"/>
                    <a:pt x="326" y="1786"/>
                  </a:cubicBezTo>
                  <a:lnTo>
                    <a:pt x="326" y="1776"/>
                  </a:lnTo>
                  <a:lnTo>
                    <a:pt x="326" y="159"/>
                  </a:lnTo>
                  <a:cubicBezTo>
                    <a:pt x="326" y="54"/>
                    <a:pt x="245" y="1"/>
                    <a:pt x="16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3"/>
            <p:cNvSpPr/>
            <p:nvPr/>
          </p:nvSpPr>
          <p:spPr>
            <a:xfrm>
              <a:off x="5289274" y="2372963"/>
              <a:ext cx="24138" cy="81543"/>
            </a:xfrm>
            <a:custGeom>
              <a:avLst/>
              <a:gdLst/>
              <a:ahLst/>
              <a:cxnLst/>
              <a:rect l="l" t="t" r="r" b="b"/>
              <a:pathLst>
                <a:path w="661" h="2233" extrusionOk="0">
                  <a:moveTo>
                    <a:pt x="158" y="0"/>
                  </a:moveTo>
                  <a:cubicBezTo>
                    <a:pt x="79" y="0"/>
                    <a:pt x="0" y="56"/>
                    <a:pt x="0" y="166"/>
                  </a:cubicBezTo>
                  <a:lnTo>
                    <a:pt x="0" y="1783"/>
                  </a:lnTo>
                  <a:cubicBezTo>
                    <a:pt x="0" y="1793"/>
                    <a:pt x="0" y="1812"/>
                    <a:pt x="10" y="1831"/>
                  </a:cubicBezTo>
                  <a:lnTo>
                    <a:pt x="0" y="1831"/>
                  </a:lnTo>
                  <a:cubicBezTo>
                    <a:pt x="48" y="2060"/>
                    <a:pt x="249" y="2233"/>
                    <a:pt x="488" y="2233"/>
                  </a:cubicBezTo>
                  <a:lnTo>
                    <a:pt x="507" y="2233"/>
                  </a:lnTo>
                  <a:cubicBezTo>
                    <a:pt x="565" y="2233"/>
                    <a:pt x="613" y="2223"/>
                    <a:pt x="660" y="2204"/>
                  </a:cubicBezTo>
                  <a:cubicBezTo>
                    <a:pt x="459" y="2137"/>
                    <a:pt x="316" y="1946"/>
                    <a:pt x="316" y="1726"/>
                  </a:cubicBezTo>
                  <a:lnTo>
                    <a:pt x="316" y="166"/>
                  </a:lnTo>
                  <a:cubicBezTo>
                    <a:pt x="316" y="56"/>
                    <a:pt x="237" y="0"/>
                    <a:pt x="15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3"/>
            <p:cNvSpPr/>
            <p:nvPr/>
          </p:nvSpPr>
          <p:spPr>
            <a:xfrm>
              <a:off x="5357050" y="2337761"/>
              <a:ext cx="36371" cy="38270"/>
            </a:xfrm>
            <a:custGeom>
              <a:avLst/>
              <a:gdLst/>
              <a:ahLst/>
              <a:cxnLst/>
              <a:rect l="l" t="t" r="r" b="b"/>
              <a:pathLst>
                <a:path w="996" h="1048" extrusionOk="0">
                  <a:moveTo>
                    <a:pt x="1" y="0"/>
                  </a:moveTo>
                  <a:lnTo>
                    <a:pt x="1" y="441"/>
                  </a:lnTo>
                  <a:cubicBezTo>
                    <a:pt x="96" y="574"/>
                    <a:pt x="211" y="708"/>
                    <a:pt x="326" y="823"/>
                  </a:cubicBezTo>
                  <a:cubicBezTo>
                    <a:pt x="431" y="929"/>
                    <a:pt x="565" y="996"/>
                    <a:pt x="709" y="1034"/>
                  </a:cubicBezTo>
                  <a:cubicBezTo>
                    <a:pt x="752" y="1042"/>
                    <a:pt x="795" y="1047"/>
                    <a:pt x="838" y="1047"/>
                  </a:cubicBezTo>
                  <a:cubicBezTo>
                    <a:pt x="891" y="1047"/>
                    <a:pt x="943" y="1040"/>
                    <a:pt x="996" y="1024"/>
                  </a:cubicBezTo>
                  <a:cubicBezTo>
                    <a:pt x="805" y="948"/>
                    <a:pt x="632" y="833"/>
                    <a:pt x="498" y="670"/>
                  </a:cubicBezTo>
                  <a:cubicBezTo>
                    <a:pt x="470" y="632"/>
                    <a:pt x="412" y="555"/>
                    <a:pt x="355" y="479"/>
                  </a:cubicBezTo>
                  <a:lnTo>
                    <a:pt x="326" y="441"/>
                  </a:lnTo>
                  <a:cubicBezTo>
                    <a:pt x="173" y="249"/>
                    <a:pt x="1" y="0"/>
                    <a:pt x="1"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3"/>
            <p:cNvSpPr/>
            <p:nvPr/>
          </p:nvSpPr>
          <p:spPr>
            <a:xfrm>
              <a:off x="5234754" y="2056432"/>
              <a:ext cx="131425" cy="134566"/>
            </a:xfrm>
            <a:custGeom>
              <a:avLst/>
              <a:gdLst/>
              <a:ahLst/>
              <a:cxnLst/>
              <a:rect l="l" t="t" r="r" b="b"/>
              <a:pathLst>
                <a:path w="3599" h="3685" extrusionOk="0">
                  <a:moveTo>
                    <a:pt x="0" y="0"/>
                  </a:moveTo>
                  <a:lnTo>
                    <a:pt x="0" y="3685"/>
                  </a:lnTo>
                  <a:lnTo>
                    <a:pt x="3598" y="3685"/>
                  </a:lnTo>
                  <a:lnTo>
                    <a:pt x="3598" y="756"/>
                  </a:lnTo>
                  <a:lnTo>
                    <a:pt x="3149" y="976"/>
                  </a:lnTo>
                  <a:cubicBezTo>
                    <a:pt x="3043" y="1024"/>
                    <a:pt x="2938" y="1091"/>
                    <a:pt x="2842" y="1158"/>
                  </a:cubicBezTo>
                  <a:cubicBezTo>
                    <a:pt x="2661" y="1311"/>
                    <a:pt x="2440" y="1407"/>
                    <a:pt x="2201" y="1426"/>
                  </a:cubicBezTo>
                  <a:cubicBezTo>
                    <a:pt x="2192" y="1427"/>
                    <a:pt x="2183" y="1428"/>
                    <a:pt x="2174" y="1428"/>
                  </a:cubicBezTo>
                  <a:cubicBezTo>
                    <a:pt x="2096" y="1428"/>
                    <a:pt x="2012" y="1392"/>
                    <a:pt x="1952" y="1340"/>
                  </a:cubicBezTo>
                  <a:cubicBezTo>
                    <a:pt x="1866" y="1244"/>
                    <a:pt x="1828" y="1110"/>
                    <a:pt x="1857" y="986"/>
                  </a:cubicBezTo>
                  <a:cubicBezTo>
                    <a:pt x="1905" y="833"/>
                    <a:pt x="1991" y="699"/>
                    <a:pt x="2106" y="594"/>
                  </a:cubicBezTo>
                  <a:lnTo>
                    <a:pt x="2651" y="48"/>
                  </a:lnTo>
                  <a:lnTo>
                    <a:pt x="354" y="48"/>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3"/>
            <p:cNvSpPr/>
            <p:nvPr/>
          </p:nvSpPr>
          <p:spPr>
            <a:xfrm>
              <a:off x="5600656" y="2187821"/>
              <a:ext cx="131790" cy="134602"/>
            </a:xfrm>
            <a:custGeom>
              <a:avLst/>
              <a:gdLst/>
              <a:ahLst/>
              <a:cxnLst/>
              <a:rect l="l" t="t" r="r" b="b"/>
              <a:pathLst>
                <a:path w="3609" h="3686" extrusionOk="0">
                  <a:moveTo>
                    <a:pt x="0" y="1"/>
                  </a:moveTo>
                  <a:lnTo>
                    <a:pt x="0" y="2920"/>
                  </a:lnTo>
                  <a:lnTo>
                    <a:pt x="460" y="2709"/>
                  </a:lnTo>
                  <a:cubicBezTo>
                    <a:pt x="565" y="2652"/>
                    <a:pt x="670" y="2594"/>
                    <a:pt x="766" y="2518"/>
                  </a:cubicBezTo>
                  <a:cubicBezTo>
                    <a:pt x="948" y="2364"/>
                    <a:pt x="1168" y="2278"/>
                    <a:pt x="1407" y="2250"/>
                  </a:cubicBezTo>
                  <a:cubicBezTo>
                    <a:pt x="1493" y="2250"/>
                    <a:pt x="1579" y="2278"/>
                    <a:pt x="1656" y="2336"/>
                  </a:cubicBezTo>
                  <a:cubicBezTo>
                    <a:pt x="1742" y="2431"/>
                    <a:pt x="1780" y="2565"/>
                    <a:pt x="1752" y="2699"/>
                  </a:cubicBezTo>
                  <a:cubicBezTo>
                    <a:pt x="1704" y="2853"/>
                    <a:pt x="1618" y="2987"/>
                    <a:pt x="1503" y="3092"/>
                  </a:cubicBezTo>
                  <a:lnTo>
                    <a:pt x="948" y="3628"/>
                  </a:lnTo>
                  <a:lnTo>
                    <a:pt x="3244" y="3628"/>
                  </a:lnTo>
                  <a:lnTo>
                    <a:pt x="3608" y="3685"/>
                  </a:lnTo>
                  <a:lnTo>
                    <a:pt x="36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3"/>
            <p:cNvSpPr/>
            <p:nvPr/>
          </p:nvSpPr>
          <p:spPr>
            <a:xfrm>
              <a:off x="5600656" y="2187821"/>
              <a:ext cx="33231" cy="106995"/>
            </a:xfrm>
            <a:custGeom>
              <a:avLst/>
              <a:gdLst/>
              <a:ahLst/>
              <a:cxnLst/>
              <a:rect l="l" t="t" r="r" b="b"/>
              <a:pathLst>
                <a:path w="910" h="2930" extrusionOk="0">
                  <a:moveTo>
                    <a:pt x="0" y="1"/>
                  </a:moveTo>
                  <a:lnTo>
                    <a:pt x="0" y="2920"/>
                  </a:lnTo>
                  <a:lnTo>
                    <a:pt x="0" y="2929"/>
                  </a:lnTo>
                  <a:lnTo>
                    <a:pt x="460" y="2709"/>
                  </a:lnTo>
                  <a:cubicBezTo>
                    <a:pt x="565" y="2652"/>
                    <a:pt x="670" y="2594"/>
                    <a:pt x="766" y="2518"/>
                  </a:cubicBezTo>
                  <a:cubicBezTo>
                    <a:pt x="814" y="2489"/>
                    <a:pt x="861" y="2451"/>
                    <a:pt x="909" y="2422"/>
                  </a:cubicBezTo>
                  <a:lnTo>
                    <a:pt x="909"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3"/>
            <p:cNvSpPr/>
            <p:nvPr/>
          </p:nvSpPr>
          <p:spPr>
            <a:xfrm>
              <a:off x="5234754" y="2023238"/>
              <a:ext cx="32865" cy="167760"/>
            </a:xfrm>
            <a:custGeom>
              <a:avLst/>
              <a:gdLst/>
              <a:ahLst/>
              <a:cxnLst/>
              <a:rect l="l" t="t" r="r" b="b"/>
              <a:pathLst>
                <a:path w="900" h="4594" extrusionOk="0">
                  <a:moveTo>
                    <a:pt x="900" y="0"/>
                  </a:moveTo>
                  <a:lnTo>
                    <a:pt x="450" y="345"/>
                  </a:lnTo>
                  <a:cubicBezTo>
                    <a:pt x="335" y="431"/>
                    <a:pt x="230" y="526"/>
                    <a:pt x="134" y="641"/>
                  </a:cubicBezTo>
                  <a:cubicBezTo>
                    <a:pt x="86" y="689"/>
                    <a:pt x="48" y="747"/>
                    <a:pt x="0" y="785"/>
                  </a:cubicBezTo>
                  <a:lnTo>
                    <a:pt x="0" y="4594"/>
                  </a:lnTo>
                  <a:lnTo>
                    <a:pt x="900" y="4594"/>
                  </a:lnTo>
                  <a:lnTo>
                    <a:pt x="900"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3"/>
            <p:cNvSpPr/>
            <p:nvPr/>
          </p:nvSpPr>
          <p:spPr>
            <a:xfrm>
              <a:off x="5555557" y="1922561"/>
              <a:ext cx="184558" cy="230022"/>
            </a:xfrm>
            <a:custGeom>
              <a:avLst/>
              <a:gdLst/>
              <a:ahLst/>
              <a:cxnLst/>
              <a:rect l="l" t="t" r="r" b="b"/>
              <a:pathLst>
                <a:path w="5054" h="6299" extrusionOk="0">
                  <a:moveTo>
                    <a:pt x="2824" y="1"/>
                  </a:moveTo>
                  <a:cubicBezTo>
                    <a:pt x="2546" y="1"/>
                    <a:pt x="2326" y="221"/>
                    <a:pt x="2326" y="498"/>
                  </a:cubicBezTo>
                  <a:lnTo>
                    <a:pt x="2326" y="518"/>
                  </a:lnTo>
                  <a:cubicBezTo>
                    <a:pt x="2240" y="441"/>
                    <a:pt x="2125" y="393"/>
                    <a:pt x="2001" y="393"/>
                  </a:cubicBezTo>
                  <a:lnTo>
                    <a:pt x="1991" y="393"/>
                  </a:lnTo>
                  <a:cubicBezTo>
                    <a:pt x="1714" y="393"/>
                    <a:pt x="1484" y="623"/>
                    <a:pt x="1484" y="900"/>
                  </a:cubicBezTo>
                  <a:lnTo>
                    <a:pt x="1484" y="2747"/>
                  </a:lnTo>
                  <a:cubicBezTo>
                    <a:pt x="1321" y="2518"/>
                    <a:pt x="1072" y="2221"/>
                    <a:pt x="766" y="2154"/>
                  </a:cubicBezTo>
                  <a:cubicBezTo>
                    <a:pt x="731" y="2148"/>
                    <a:pt x="696" y="2145"/>
                    <a:pt x="661" y="2145"/>
                  </a:cubicBezTo>
                  <a:cubicBezTo>
                    <a:pt x="531" y="2145"/>
                    <a:pt x="403" y="2186"/>
                    <a:pt x="297" y="2269"/>
                  </a:cubicBezTo>
                  <a:lnTo>
                    <a:pt x="249" y="2307"/>
                  </a:lnTo>
                  <a:lnTo>
                    <a:pt x="211" y="2355"/>
                  </a:lnTo>
                  <a:cubicBezTo>
                    <a:pt x="135" y="2470"/>
                    <a:pt x="1" y="2805"/>
                    <a:pt x="422" y="3389"/>
                  </a:cubicBezTo>
                  <a:cubicBezTo>
                    <a:pt x="594" y="3618"/>
                    <a:pt x="709" y="3896"/>
                    <a:pt x="747" y="4183"/>
                  </a:cubicBezTo>
                  <a:cubicBezTo>
                    <a:pt x="824" y="4623"/>
                    <a:pt x="929" y="4949"/>
                    <a:pt x="1599" y="5465"/>
                  </a:cubicBezTo>
                  <a:lnTo>
                    <a:pt x="1599" y="6298"/>
                  </a:lnTo>
                  <a:lnTo>
                    <a:pt x="4470" y="6298"/>
                  </a:lnTo>
                  <a:lnTo>
                    <a:pt x="4470" y="5188"/>
                  </a:lnTo>
                  <a:cubicBezTo>
                    <a:pt x="5054" y="4757"/>
                    <a:pt x="5025" y="3140"/>
                    <a:pt x="5025" y="3073"/>
                  </a:cubicBezTo>
                  <a:lnTo>
                    <a:pt x="5025" y="1886"/>
                  </a:lnTo>
                  <a:cubicBezTo>
                    <a:pt x="5025" y="1609"/>
                    <a:pt x="4805" y="1388"/>
                    <a:pt x="4518" y="1388"/>
                  </a:cubicBezTo>
                  <a:lnTo>
                    <a:pt x="4508" y="1388"/>
                  </a:lnTo>
                  <a:cubicBezTo>
                    <a:pt x="4384" y="1388"/>
                    <a:pt x="4279" y="1427"/>
                    <a:pt x="4183" y="1503"/>
                  </a:cubicBezTo>
                  <a:lnTo>
                    <a:pt x="4183" y="910"/>
                  </a:lnTo>
                  <a:cubicBezTo>
                    <a:pt x="4183" y="632"/>
                    <a:pt x="3963" y="403"/>
                    <a:pt x="3685" y="403"/>
                  </a:cubicBezTo>
                  <a:lnTo>
                    <a:pt x="3666" y="403"/>
                  </a:lnTo>
                  <a:cubicBezTo>
                    <a:pt x="3551" y="403"/>
                    <a:pt x="3436" y="441"/>
                    <a:pt x="3350" y="518"/>
                  </a:cubicBezTo>
                  <a:lnTo>
                    <a:pt x="3350" y="508"/>
                  </a:lnTo>
                  <a:cubicBezTo>
                    <a:pt x="3350" y="221"/>
                    <a:pt x="3121" y="1"/>
                    <a:pt x="28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3"/>
            <p:cNvSpPr/>
            <p:nvPr/>
          </p:nvSpPr>
          <p:spPr>
            <a:xfrm>
              <a:off x="5555557" y="2000853"/>
              <a:ext cx="67484" cy="151729"/>
            </a:xfrm>
            <a:custGeom>
              <a:avLst/>
              <a:gdLst/>
              <a:ahLst/>
              <a:cxnLst/>
              <a:rect l="l" t="t" r="r" b="b"/>
              <a:pathLst>
                <a:path w="1848" h="4155" extrusionOk="0">
                  <a:moveTo>
                    <a:pt x="661" y="1"/>
                  </a:moveTo>
                  <a:cubicBezTo>
                    <a:pt x="532" y="1"/>
                    <a:pt x="405" y="42"/>
                    <a:pt x="307" y="125"/>
                  </a:cubicBezTo>
                  <a:lnTo>
                    <a:pt x="249" y="163"/>
                  </a:lnTo>
                  <a:lnTo>
                    <a:pt x="221" y="211"/>
                  </a:lnTo>
                  <a:cubicBezTo>
                    <a:pt x="135" y="336"/>
                    <a:pt x="1" y="661"/>
                    <a:pt x="431" y="1245"/>
                  </a:cubicBezTo>
                  <a:cubicBezTo>
                    <a:pt x="604" y="1474"/>
                    <a:pt x="709" y="1752"/>
                    <a:pt x="747" y="2039"/>
                  </a:cubicBezTo>
                  <a:cubicBezTo>
                    <a:pt x="824" y="2479"/>
                    <a:pt x="929" y="2805"/>
                    <a:pt x="1599" y="3321"/>
                  </a:cubicBezTo>
                  <a:lnTo>
                    <a:pt x="1599" y="4154"/>
                  </a:lnTo>
                  <a:lnTo>
                    <a:pt x="1848" y="4154"/>
                  </a:lnTo>
                  <a:lnTo>
                    <a:pt x="1848" y="3235"/>
                  </a:lnTo>
                  <a:cubicBezTo>
                    <a:pt x="1187" y="2718"/>
                    <a:pt x="1082" y="2479"/>
                    <a:pt x="996" y="2039"/>
                  </a:cubicBezTo>
                  <a:cubicBezTo>
                    <a:pt x="967" y="1752"/>
                    <a:pt x="852" y="1474"/>
                    <a:pt x="680" y="1245"/>
                  </a:cubicBezTo>
                  <a:cubicBezTo>
                    <a:pt x="249" y="661"/>
                    <a:pt x="393" y="326"/>
                    <a:pt x="470" y="211"/>
                  </a:cubicBezTo>
                  <a:lnTo>
                    <a:pt x="508" y="163"/>
                  </a:lnTo>
                  <a:lnTo>
                    <a:pt x="556" y="125"/>
                  </a:lnTo>
                  <a:cubicBezTo>
                    <a:pt x="623" y="68"/>
                    <a:pt x="699" y="39"/>
                    <a:pt x="776" y="10"/>
                  </a:cubicBezTo>
                  <a:lnTo>
                    <a:pt x="766" y="10"/>
                  </a:lnTo>
                  <a:cubicBezTo>
                    <a:pt x="731" y="4"/>
                    <a:pt x="696" y="1"/>
                    <a:pt x="661"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3"/>
            <p:cNvSpPr/>
            <p:nvPr/>
          </p:nvSpPr>
          <p:spPr>
            <a:xfrm>
              <a:off x="5676137" y="1937240"/>
              <a:ext cx="18916" cy="72560"/>
            </a:xfrm>
            <a:custGeom>
              <a:avLst/>
              <a:gdLst/>
              <a:ahLst/>
              <a:cxnLst/>
              <a:rect l="l" t="t" r="r" b="b"/>
              <a:pathLst>
                <a:path w="518" h="1987" extrusionOk="0">
                  <a:moveTo>
                    <a:pt x="383" y="1"/>
                  </a:moveTo>
                  <a:cubicBezTo>
                    <a:pt x="278" y="1"/>
                    <a:pt x="173" y="20"/>
                    <a:pt x="77" y="77"/>
                  </a:cubicBezTo>
                  <a:cubicBezTo>
                    <a:pt x="58" y="87"/>
                    <a:pt x="39" y="106"/>
                    <a:pt x="29" y="116"/>
                  </a:cubicBezTo>
                  <a:cubicBezTo>
                    <a:pt x="10" y="144"/>
                    <a:pt x="10" y="173"/>
                    <a:pt x="0" y="211"/>
                  </a:cubicBezTo>
                  <a:lnTo>
                    <a:pt x="0" y="1829"/>
                  </a:lnTo>
                  <a:cubicBezTo>
                    <a:pt x="0" y="1934"/>
                    <a:pt x="82" y="1987"/>
                    <a:pt x="163" y="1987"/>
                  </a:cubicBezTo>
                  <a:cubicBezTo>
                    <a:pt x="244" y="1987"/>
                    <a:pt x="326" y="1934"/>
                    <a:pt x="326" y="1829"/>
                  </a:cubicBezTo>
                  <a:lnTo>
                    <a:pt x="326" y="211"/>
                  </a:lnTo>
                  <a:lnTo>
                    <a:pt x="326" y="202"/>
                  </a:lnTo>
                  <a:cubicBezTo>
                    <a:pt x="326" y="163"/>
                    <a:pt x="345" y="135"/>
                    <a:pt x="364" y="106"/>
                  </a:cubicBezTo>
                  <a:cubicBezTo>
                    <a:pt x="412" y="68"/>
                    <a:pt x="460" y="39"/>
                    <a:pt x="517" y="29"/>
                  </a:cubicBezTo>
                  <a:cubicBezTo>
                    <a:pt x="479" y="10"/>
                    <a:pt x="431" y="1"/>
                    <a:pt x="38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3"/>
            <p:cNvSpPr/>
            <p:nvPr/>
          </p:nvSpPr>
          <p:spPr>
            <a:xfrm>
              <a:off x="5707943" y="1973539"/>
              <a:ext cx="18551" cy="49554"/>
            </a:xfrm>
            <a:custGeom>
              <a:avLst/>
              <a:gdLst/>
              <a:ahLst/>
              <a:cxnLst/>
              <a:rect l="l" t="t" r="r" b="b"/>
              <a:pathLst>
                <a:path w="508" h="1357" extrusionOk="0">
                  <a:moveTo>
                    <a:pt x="340" y="0"/>
                  </a:moveTo>
                  <a:cubicBezTo>
                    <a:pt x="242" y="0"/>
                    <a:pt x="151" y="29"/>
                    <a:pt x="67" y="79"/>
                  </a:cubicBezTo>
                  <a:cubicBezTo>
                    <a:pt x="48" y="88"/>
                    <a:pt x="39" y="107"/>
                    <a:pt x="19" y="117"/>
                  </a:cubicBezTo>
                  <a:cubicBezTo>
                    <a:pt x="10" y="146"/>
                    <a:pt x="0" y="174"/>
                    <a:pt x="0" y="213"/>
                  </a:cubicBezTo>
                  <a:lnTo>
                    <a:pt x="0" y="1198"/>
                  </a:lnTo>
                  <a:cubicBezTo>
                    <a:pt x="0" y="1304"/>
                    <a:pt x="79" y="1356"/>
                    <a:pt x="158" y="1356"/>
                  </a:cubicBezTo>
                  <a:cubicBezTo>
                    <a:pt x="237" y="1356"/>
                    <a:pt x="316" y="1304"/>
                    <a:pt x="316" y="1198"/>
                  </a:cubicBezTo>
                  <a:lnTo>
                    <a:pt x="316" y="213"/>
                  </a:lnTo>
                  <a:lnTo>
                    <a:pt x="316" y="193"/>
                  </a:lnTo>
                  <a:cubicBezTo>
                    <a:pt x="326" y="165"/>
                    <a:pt x="335" y="126"/>
                    <a:pt x="354" y="107"/>
                  </a:cubicBezTo>
                  <a:cubicBezTo>
                    <a:pt x="402" y="69"/>
                    <a:pt x="450" y="40"/>
                    <a:pt x="507" y="21"/>
                  </a:cubicBezTo>
                  <a:cubicBezTo>
                    <a:pt x="469" y="12"/>
                    <a:pt x="421" y="2"/>
                    <a:pt x="383" y="2"/>
                  </a:cubicBezTo>
                  <a:cubicBezTo>
                    <a:pt x="368" y="1"/>
                    <a:pt x="354" y="0"/>
                    <a:pt x="34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3"/>
            <p:cNvSpPr/>
            <p:nvPr/>
          </p:nvSpPr>
          <p:spPr>
            <a:xfrm>
              <a:off x="5640131" y="1922561"/>
              <a:ext cx="24503" cy="81579"/>
            </a:xfrm>
            <a:custGeom>
              <a:avLst/>
              <a:gdLst/>
              <a:ahLst/>
              <a:cxnLst/>
              <a:rect l="l" t="t" r="r" b="b"/>
              <a:pathLst>
                <a:path w="671" h="2234" extrusionOk="0">
                  <a:moveTo>
                    <a:pt x="498" y="1"/>
                  </a:moveTo>
                  <a:cubicBezTo>
                    <a:pt x="259" y="1"/>
                    <a:pt x="48" y="173"/>
                    <a:pt x="1" y="403"/>
                  </a:cubicBezTo>
                  <a:lnTo>
                    <a:pt x="10" y="403"/>
                  </a:lnTo>
                  <a:cubicBezTo>
                    <a:pt x="1" y="422"/>
                    <a:pt x="1" y="441"/>
                    <a:pt x="1" y="460"/>
                  </a:cubicBezTo>
                  <a:lnTo>
                    <a:pt x="1" y="2068"/>
                  </a:lnTo>
                  <a:cubicBezTo>
                    <a:pt x="1" y="2178"/>
                    <a:pt x="80" y="2233"/>
                    <a:pt x="159" y="2233"/>
                  </a:cubicBezTo>
                  <a:cubicBezTo>
                    <a:pt x="237" y="2233"/>
                    <a:pt x="316" y="2178"/>
                    <a:pt x="316" y="2068"/>
                  </a:cubicBezTo>
                  <a:lnTo>
                    <a:pt x="316" y="508"/>
                  </a:lnTo>
                  <a:cubicBezTo>
                    <a:pt x="316" y="288"/>
                    <a:pt x="460" y="97"/>
                    <a:pt x="671" y="30"/>
                  </a:cubicBezTo>
                  <a:cubicBezTo>
                    <a:pt x="613" y="10"/>
                    <a:pt x="565" y="1"/>
                    <a:pt x="508"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3"/>
            <p:cNvSpPr/>
            <p:nvPr/>
          </p:nvSpPr>
          <p:spPr>
            <a:xfrm>
              <a:off x="5609384" y="1937240"/>
              <a:ext cx="24503" cy="101737"/>
            </a:xfrm>
            <a:custGeom>
              <a:avLst/>
              <a:gdLst/>
              <a:ahLst/>
              <a:cxnLst/>
              <a:rect l="l" t="t" r="r" b="b"/>
              <a:pathLst>
                <a:path w="671" h="2786" extrusionOk="0">
                  <a:moveTo>
                    <a:pt x="498" y="1"/>
                  </a:moveTo>
                  <a:cubicBezTo>
                    <a:pt x="221" y="1"/>
                    <a:pt x="0" y="230"/>
                    <a:pt x="0" y="508"/>
                  </a:cubicBezTo>
                  <a:lnTo>
                    <a:pt x="0" y="843"/>
                  </a:lnTo>
                  <a:lnTo>
                    <a:pt x="0" y="2317"/>
                  </a:lnTo>
                  <a:cubicBezTo>
                    <a:pt x="115" y="2470"/>
                    <a:pt x="221" y="2623"/>
                    <a:pt x="316" y="2786"/>
                  </a:cubicBezTo>
                  <a:lnTo>
                    <a:pt x="316" y="1101"/>
                  </a:lnTo>
                  <a:lnTo>
                    <a:pt x="326" y="1111"/>
                  </a:lnTo>
                  <a:lnTo>
                    <a:pt x="326" y="508"/>
                  </a:lnTo>
                  <a:cubicBezTo>
                    <a:pt x="326" y="288"/>
                    <a:pt x="469" y="96"/>
                    <a:pt x="670" y="29"/>
                  </a:cubicBezTo>
                  <a:cubicBezTo>
                    <a:pt x="622" y="10"/>
                    <a:pt x="575" y="1"/>
                    <a:pt x="517"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3"/>
            <p:cNvSpPr/>
            <p:nvPr/>
          </p:nvSpPr>
          <p:spPr>
            <a:xfrm>
              <a:off x="5217262" y="1932712"/>
              <a:ext cx="230350" cy="178934"/>
            </a:xfrm>
            <a:custGeom>
              <a:avLst/>
              <a:gdLst/>
              <a:ahLst/>
              <a:cxnLst/>
              <a:rect l="l" t="t" r="r" b="b"/>
              <a:pathLst>
                <a:path w="6308" h="4900" extrusionOk="0">
                  <a:moveTo>
                    <a:pt x="3134" y="0"/>
                  </a:moveTo>
                  <a:cubicBezTo>
                    <a:pt x="3106" y="0"/>
                    <a:pt x="3088" y="0"/>
                    <a:pt x="3082" y="0"/>
                  </a:cubicBezTo>
                  <a:lnTo>
                    <a:pt x="1895" y="0"/>
                  </a:lnTo>
                  <a:cubicBezTo>
                    <a:pt x="1618" y="0"/>
                    <a:pt x="1388" y="230"/>
                    <a:pt x="1388" y="508"/>
                  </a:cubicBezTo>
                  <a:lnTo>
                    <a:pt x="1388" y="527"/>
                  </a:lnTo>
                  <a:cubicBezTo>
                    <a:pt x="1388" y="642"/>
                    <a:pt x="1436" y="756"/>
                    <a:pt x="1513" y="843"/>
                  </a:cubicBezTo>
                  <a:lnTo>
                    <a:pt x="910" y="843"/>
                  </a:lnTo>
                  <a:cubicBezTo>
                    <a:pt x="632" y="843"/>
                    <a:pt x="402" y="1072"/>
                    <a:pt x="402" y="1350"/>
                  </a:cubicBezTo>
                  <a:lnTo>
                    <a:pt x="402" y="1359"/>
                  </a:lnTo>
                  <a:cubicBezTo>
                    <a:pt x="402" y="1484"/>
                    <a:pt x="450" y="1589"/>
                    <a:pt x="517" y="1685"/>
                  </a:cubicBezTo>
                  <a:lnTo>
                    <a:pt x="508" y="1685"/>
                  </a:lnTo>
                  <a:cubicBezTo>
                    <a:pt x="230" y="1685"/>
                    <a:pt x="1" y="1905"/>
                    <a:pt x="1" y="2182"/>
                  </a:cubicBezTo>
                  <a:lnTo>
                    <a:pt x="1" y="2202"/>
                  </a:lnTo>
                  <a:cubicBezTo>
                    <a:pt x="1" y="2479"/>
                    <a:pt x="230" y="2709"/>
                    <a:pt x="508" y="2709"/>
                  </a:cubicBezTo>
                  <a:lnTo>
                    <a:pt x="527" y="2709"/>
                  </a:lnTo>
                  <a:cubicBezTo>
                    <a:pt x="450" y="2795"/>
                    <a:pt x="402" y="2910"/>
                    <a:pt x="402" y="3025"/>
                  </a:cubicBezTo>
                  <a:lnTo>
                    <a:pt x="402" y="3044"/>
                  </a:lnTo>
                  <a:cubicBezTo>
                    <a:pt x="402" y="3321"/>
                    <a:pt x="632" y="3541"/>
                    <a:pt x="910" y="3541"/>
                  </a:cubicBezTo>
                  <a:lnTo>
                    <a:pt x="2757" y="3541"/>
                  </a:lnTo>
                  <a:cubicBezTo>
                    <a:pt x="2518" y="3704"/>
                    <a:pt x="2221" y="3962"/>
                    <a:pt x="2163" y="4259"/>
                  </a:cubicBezTo>
                  <a:cubicBezTo>
                    <a:pt x="2125" y="4431"/>
                    <a:pt x="2163" y="4594"/>
                    <a:pt x="2269" y="4728"/>
                  </a:cubicBezTo>
                  <a:lnTo>
                    <a:pt x="2307" y="4776"/>
                  </a:lnTo>
                  <a:lnTo>
                    <a:pt x="2355" y="4814"/>
                  </a:lnTo>
                  <a:cubicBezTo>
                    <a:pt x="2413" y="4850"/>
                    <a:pt x="2514" y="4900"/>
                    <a:pt x="2665" y="4900"/>
                  </a:cubicBezTo>
                  <a:cubicBezTo>
                    <a:pt x="2838" y="4900"/>
                    <a:pt x="3076" y="4834"/>
                    <a:pt x="3388" y="4604"/>
                  </a:cubicBezTo>
                  <a:cubicBezTo>
                    <a:pt x="3628" y="4431"/>
                    <a:pt x="3896" y="4326"/>
                    <a:pt x="4183" y="4288"/>
                  </a:cubicBezTo>
                  <a:cubicBezTo>
                    <a:pt x="4623" y="4202"/>
                    <a:pt x="4948" y="4106"/>
                    <a:pt x="5465" y="3436"/>
                  </a:cubicBezTo>
                  <a:lnTo>
                    <a:pt x="6307" y="3436"/>
                  </a:lnTo>
                  <a:lnTo>
                    <a:pt x="6307" y="565"/>
                  </a:lnTo>
                  <a:lnTo>
                    <a:pt x="5188" y="565"/>
                  </a:lnTo>
                  <a:cubicBezTo>
                    <a:pt x="4804" y="24"/>
                    <a:pt x="3425" y="0"/>
                    <a:pt x="31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3"/>
            <p:cNvSpPr/>
            <p:nvPr/>
          </p:nvSpPr>
          <p:spPr>
            <a:xfrm>
              <a:off x="5268277" y="1932712"/>
              <a:ext cx="179336" cy="30419"/>
            </a:xfrm>
            <a:custGeom>
              <a:avLst/>
              <a:gdLst/>
              <a:ahLst/>
              <a:cxnLst/>
              <a:rect l="l" t="t" r="r" b="b"/>
              <a:pathLst>
                <a:path w="4911" h="833" extrusionOk="0">
                  <a:moveTo>
                    <a:pt x="1737" y="0"/>
                  </a:moveTo>
                  <a:cubicBezTo>
                    <a:pt x="1709" y="0"/>
                    <a:pt x="1691" y="0"/>
                    <a:pt x="1685" y="0"/>
                  </a:cubicBezTo>
                  <a:lnTo>
                    <a:pt x="498" y="0"/>
                  </a:lnTo>
                  <a:cubicBezTo>
                    <a:pt x="221" y="0"/>
                    <a:pt x="1" y="230"/>
                    <a:pt x="1" y="508"/>
                  </a:cubicBezTo>
                  <a:lnTo>
                    <a:pt x="1" y="527"/>
                  </a:lnTo>
                  <a:cubicBezTo>
                    <a:pt x="1" y="575"/>
                    <a:pt x="10" y="632"/>
                    <a:pt x="20" y="680"/>
                  </a:cubicBezTo>
                  <a:cubicBezTo>
                    <a:pt x="87" y="479"/>
                    <a:pt x="278" y="268"/>
                    <a:pt x="498" y="268"/>
                  </a:cubicBezTo>
                  <a:lnTo>
                    <a:pt x="1685" y="268"/>
                  </a:lnTo>
                  <a:cubicBezTo>
                    <a:pt x="1692" y="268"/>
                    <a:pt x="1710" y="268"/>
                    <a:pt x="1737" y="268"/>
                  </a:cubicBezTo>
                  <a:cubicBezTo>
                    <a:pt x="2015" y="268"/>
                    <a:pt x="3283" y="292"/>
                    <a:pt x="3676" y="833"/>
                  </a:cubicBezTo>
                  <a:lnTo>
                    <a:pt x="4910" y="833"/>
                  </a:lnTo>
                  <a:lnTo>
                    <a:pt x="4910" y="565"/>
                  </a:lnTo>
                  <a:lnTo>
                    <a:pt x="3800" y="565"/>
                  </a:lnTo>
                  <a:cubicBezTo>
                    <a:pt x="3408" y="24"/>
                    <a:pt x="2028" y="0"/>
                    <a:pt x="173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3"/>
            <p:cNvSpPr/>
            <p:nvPr/>
          </p:nvSpPr>
          <p:spPr>
            <a:xfrm>
              <a:off x="5231942" y="1963460"/>
              <a:ext cx="97537" cy="24868"/>
            </a:xfrm>
            <a:custGeom>
              <a:avLst/>
              <a:gdLst/>
              <a:ahLst/>
              <a:cxnLst/>
              <a:rect l="l" t="t" r="r" b="b"/>
              <a:pathLst>
                <a:path w="2671" h="681" extrusionOk="0">
                  <a:moveTo>
                    <a:pt x="508" y="1"/>
                  </a:moveTo>
                  <a:cubicBezTo>
                    <a:pt x="230" y="1"/>
                    <a:pt x="0" y="230"/>
                    <a:pt x="0" y="508"/>
                  </a:cubicBezTo>
                  <a:lnTo>
                    <a:pt x="0" y="517"/>
                  </a:lnTo>
                  <a:cubicBezTo>
                    <a:pt x="0" y="575"/>
                    <a:pt x="10" y="623"/>
                    <a:pt x="29" y="680"/>
                  </a:cubicBezTo>
                  <a:cubicBezTo>
                    <a:pt x="94" y="476"/>
                    <a:pt x="276" y="335"/>
                    <a:pt x="487" y="335"/>
                  </a:cubicBezTo>
                  <a:cubicBezTo>
                    <a:pt x="494" y="335"/>
                    <a:pt x="501" y="335"/>
                    <a:pt x="508" y="335"/>
                  </a:cubicBezTo>
                  <a:lnTo>
                    <a:pt x="1101" y="335"/>
                  </a:lnTo>
                  <a:lnTo>
                    <a:pt x="1101" y="316"/>
                  </a:lnTo>
                  <a:lnTo>
                    <a:pt x="2460" y="316"/>
                  </a:lnTo>
                  <a:cubicBezTo>
                    <a:pt x="2671" y="316"/>
                    <a:pt x="2671" y="1"/>
                    <a:pt x="2460"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3"/>
            <p:cNvSpPr/>
            <p:nvPr/>
          </p:nvSpPr>
          <p:spPr>
            <a:xfrm>
              <a:off x="5231942" y="2030578"/>
              <a:ext cx="74824" cy="18879"/>
            </a:xfrm>
            <a:custGeom>
              <a:avLst/>
              <a:gdLst/>
              <a:ahLst/>
              <a:cxnLst/>
              <a:rect l="l" t="t" r="r" b="b"/>
              <a:pathLst>
                <a:path w="2049" h="517" extrusionOk="0">
                  <a:moveTo>
                    <a:pt x="211" y="0"/>
                  </a:moveTo>
                  <a:cubicBezTo>
                    <a:pt x="182" y="0"/>
                    <a:pt x="144" y="10"/>
                    <a:pt x="115" y="19"/>
                  </a:cubicBezTo>
                  <a:cubicBezTo>
                    <a:pt x="106" y="38"/>
                    <a:pt x="96" y="57"/>
                    <a:pt x="77" y="67"/>
                  </a:cubicBezTo>
                  <a:cubicBezTo>
                    <a:pt x="29" y="163"/>
                    <a:pt x="0" y="268"/>
                    <a:pt x="0" y="383"/>
                  </a:cubicBezTo>
                  <a:cubicBezTo>
                    <a:pt x="0" y="431"/>
                    <a:pt x="10" y="469"/>
                    <a:pt x="29" y="517"/>
                  </a:cubicBezTo>
                  <a:cubicBezTo>
                    <a:pt x="48" y="459"/>
                    <a:pt x="77" y="402"/>
                    <a:pt x="106" y="364"/>
                  </a:cubicBezTo>
                  <a:cubicBezTo>
                    <a:pt x="134" y="335"/>
                    <a:pt x="163" y="325"/>
                    <a:pt x="201" y="325"/>
                  </a:cubicBezTo>
                  <a:lnTo>
                    <a:pt x="1828" y="325"/>
                  </a:lnTo>
                  <a:cubicBezTo>
                    <a:pt x="2049" y="325"/>
                    <a:pt x="2049" y="0"/>
                    <a:pt x="182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3"/>
            <p:cNvSpPr/>
            <p:nvPr/>
          </p:nvSpPr>
          <p:spPr>
            <a:xfrm>
              <a:off x="5217628" y="1994572"/>
              <a:ext cx="83186" cy="24503"/>
            </a:xfrm>
            <a:custGeom>
              <a:avLst/>
              <a:gdLst/>
              <a:ahLst/>
              <a:cxnLst/>
              <a:rect l="l" t="t" r="r" b="b"/>
              <a:pathLst>
                <a:path w="2278" h="671" extrusionOk="0">
                  <a:moveTo>
                    <a:pt x="402" y="0"/>
                  </a:moveTo>
                  <a:cubicBezTo>
                    <a:pt x="163" y="48"/>
                    <a:pt x="0" y="249"/>
                    <a:pt x="0" y="488"/>
                  </a:cubicBezTo>
                  <a:lnTo>
                    <a:pt x="0" y="508"/>
                  </a:lnTo>
                  <a:cubicBezTo>
                    <a:pt x="0" y="565"/>
                    <a:pt x="10" y="613"/>
                    <a:pt x="19" y="670"/>
                  </a:cubicBezTo>
                  <a:cubicBezTo>
                    <a:pt x="86" y="460"/>
                    <a:pt x="278" y="316"/>
                    <a:pt x="498" y="316"/>
                  </a:cubicBezTo>
                  <a:lnTo>
                    <a:pt x="2067" y="316"/>
                  </a:lnTo>
                  <a:cubicBezTo>
                    <a:pt x="2278" y="316"/>
                    <a:pt x="2278" y="0"/>
                    <a:pt x="2067" y="0"/>
                  </a:cubicBezTo>
                  <a:lnTo>
                    <a:pt x="450" y="0"/>
                  </a:lnTo>
                  <a:cubicBezTo>
                    <a:pt x="431" y="0"/>
                    <a:pt x="412" y="0"/>
                    <a:pt x="402" y="10"/>
                  </a:cubicBezTo>
                  <a:lnTo>
                    <a:pt x="402"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3"/>
            <p:cNvSpPr/>
            <p:nvPr/>
          </p:nvSpPr>
          <p:spPr>
            <a:xfrm>
              <a:off x="5295555" y="2062348"/>
              <a:ext cx="38453" cy="36408"/>
            </a:xfrm>
            <a:custGeom>
              <a:avLst/>
              <a:gdLst/>
              <a:ahLst/>
              <a:cxnLst/>
              <a:rect l="l" t="t" r="r" b="b"/>
              <a:pathLst>
                <a:path w="1053" h="997" extrusionOk="0">
                  <a:moveTo>
                    <a:pt x="613" y="1"/>
                  </a:moveTo>
                  <a:cubicBezTo>
                    <a:pt x="479" y="97"/>
                    <a:pt x="354" y="202"/>
                    <a:pt x="240" y="326"/>
                  </a:cubicBezTo>
                  <a:cubicBezTo>
                    <a:pt x="134" y="432"/>
                    <a:pt x="58" y="566"/>
                    <a:pt x="29" y="709"/>
                  </a:cubicBezTo>
                  <a:cubicBezTo>
                    <a:pt x="0" y="805"/>
                    <a:pt x="10" y="901"/>
                    <a:pt x="39" y="996"/>
                  </a:cubicBezTo>
                  <a:cubicBezTo>
                    <a:pt x="106" y="795"/>
                    <a:pt x="230" y="623"/>
                    <a:pt x="393" y="499"/>
                  </a:cubicBezTo>
                  <a:cubicBezTo>
                    <a:pt x="431" y="460"/>
                    <a:pt x="498" y="412"/>
                    <a:pt x="584" y="345"/>
                  </a:cubicBezTo>
                  <a:lnTo>
                    <a:pt x="613" y="326"/>
                  </a:lnTo>
                  <a:cubicBezTo>
                    <a:pt x="814" y="173"/>
                    <a:pt x="1053" y="1"/>
                    <a:pt x="105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3"/>
            <p:cNvSpPr/>
            <p:nvPr/>
          </p:nvSpPr>
          <p:spPr>
            <a:xfrm>
              <a:off x="5519223" y="2265420"/>
              <a:ext cx="229985" cy="178971"/>
            </a:xfrm>
            <a:custGeom>
              <a:avLst/>
              <a:gdLst/>
              <a:ahLst/>
              <a:cxnLst/>
              <a:rect l="l" t="t" r="r" b="b"/>
              <a:pathLst>
                <a:path w="6298" h="4901" extrusionOk="0">
                  <a:moveTo>
                    <a:pt x="3637" y="1"/>
                  </a:moveTo>
                  <a:cubicBezTo>
                    <a:pt x="3463" y="1"/>
                    <a:pt x="3222" y="67"/>
                    <a:pt x="2910" y="297"/>
                  </a:cubicBezTo>
                  <a:cubicBezTo>
                    <a:pt x="2680" y="469"/>
                    <a:pt x="2402" y="574"/>
                    <a:pt x="2115" y="613"/>
                  </a:cubicBezTo>
                  <a:cubicBezTo>
                    <a:pt x="1685" y="699"/>
                    <a:pt x="1350" y="795"/>
                    <a:pt x="842" y="1464"/>
                  </a:cubicBezTo>
                  <a:lnTo>
                    <a:pt x="0" y="1464"/>
                  </a:lnTo>
                  <a:lnTo>
                    <a:pt x="0" y="4336"/>
                  </a:lnTo>
                  <a:lnTo>
                    <a:pt x="1110" y="4336"/>
                  </a:lnTo>
                  <a:cubicBezTo>
                    <a:pt x="1494" y="4877"/>
                    <a:pt x="2873" y="4900"/>
                    <a:pt x="3164" y="4900"/>
                  </a:cubicBezTo>
                  <a:cubicBezTo>
                    <a:pt x="3192" y="4900"/>
                    <a:pt x="3210" y="4900"/>
                    <a:pt x="3216" y="4900"/>
                  </a:cubicBezTo>
                  <a:lnTo>
                    <a:pt x="4403" y="4900"/>
                  </a:lnTo>
                  <a:cubicBezTo>
                    <a:pt x="4680" y="4900"/>
                    <a:pt x="4910" y="4671"/>
                    <a:pt x="4910" y="4393"/>
                  </a:cubicBezTo>
                  <a:lnTo>
                    <a:pt x="4910" y="4374"/>
                  </a:lnTo>
                  <a:cubicBezTo>
                    <a:pt x="4910" y="4259"/>
                    <a:pt x="4862" y="4144"/>
                    <a:pt x="4785" y="4058"/>
                  </a:cubicBezTo>
                  <a:lnTo>
                    <a:pt x="5388" y="4058"/>
                  </a:lnTo>
                  <a:cubicBezTo>
                    <a:pt x="5666" y="4058"/>
                    <a:pt x="5886" y="3828"/>
                    <a:pt x="5886" y="3551"/>
                  </a:cubicBezTo>
                  <a:lnTo>
                    <a:pt x="5886" y="3541"/>
                  </a:lnTo>
                  <a:cubicBezTo>
                    <a:pt x="5886" y="3417"/>
                    <a:pt x="5848" y="3312"/>
                    <a:pt x="5781" y="3216"/>
                  </a:cubicBezTo>
                  <a:lnTo>
                    <a:pt x="5790" y="3216"/>
                  </a:lnTo>
                  <a:cubicBezTo>
                    <a:pt x="6068" y="3216"/>
                    <a:pt x="6288" y="2996"/>
                    <a:pt x="6288" y="2718"/>
                  </a:cubicBezTo>
                  <a:lnTo>
                    <a:pt x="6298" y="2699"/>
                  </a:lnTo>
                  <a:cubicBezTo>
                    <a:pt x="6298" y="2422"/>
                    <a:pt x="6077" y="2201"/>
                    <a:pt x="5800" y="2201"/>
                  </a:cubicBezTo>
                  <a:lnTo>
                    <a:pt x="5781" y="2201"/>
                  </a:lnTo>
                  <a:cubicBezTo>
                    <a:pt x="5857" y="2106"/>
                    <a:pt x="5905" y="1991"/>
                    <a:pt x="5905" y="1876"/>
                  </a:cubicBezTo>
                  <a:lnTo>
                    <a:pt x="5905" y="1857"/>
                  </a:lnTo>
                  <a:cubicBezTo>
                    <a:pt x="5905" y="1579"/>
                    <a:pt x="5675" y="1359"/>
                    <a:pt x="5398" y="1359"/>
                  </a:cubicBezTo>
                  <a:lnTo>
                    <a:pt x="3551" y="1359"/>
                  </a:lnTo>
                  <a:cubicBezTo>
                    <a:pt x="3790" y="1197"/>
                    <a:pt x="4077" y="938"/>
                    <a:pt x="4144" y="641"/>
                  </a:cubicBezTo>
                  <a:cubicBezTo>
                    <a:pt x="4182" y="469"/>
                    <a:pt x="4144" y="306"/>
                    <a:pt x="4039" y="172"/>
                  </a:cubicBezTo>
                  <a:lnTo>
                    <a:pt x="4001" y="125"/>
                  </a:lnTo>
                  <a:lnTo>
                    <a:pt x="3943" y="86"/>
                  </a:lnTo>
                  <a:cubicBezTo>
                    <a:pt x="3890" y="51"/>
                    <a:pt x="3789" y="1"/>
                    <a:pt x="36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3"/>
            <p:cNvSpPr/>
            <p:nvPr/>
          </p:nvSpPr>
          <p:spPr>
            <a:xfrm>
              <a:off x="5519223" y="2265603"/>
              <a:ext cx="152386" cy="62736"/>
            </a:xfrm>
            <a:custGeom>
              <a:avLst/>
              <a:gdLst/>
              <a:ahLst/>
              <a:cxnLst/>
              <a:rect l="l" t="t" r="r" b="b"/>
              <a:pathLst>
                <a:path w="4173" h="1718" extrusionOk="0">
                  <a:moveTo>
                    <a:pt x="3633" y="0"/>
                  </a:moveTo>
                  <a:cubicBezTo>
                    <a:pt x="3460" y="0"/>
                    <a:pt x="3222" y="67"/>
                    <a:pt x="2910" y="292"/>
                  </a:cubicBezTo>
                  <a:cubicBezTo>
                    <a:pt x="2670" y="464"/>
                    <a:pt x="2402" y="579"/>
                    <a:pt x="2115" y="617"/>
                  </a:cubicBezTo>
                  <a:cubicBezTo>
                    <a:pt x="1675" y="694"/>
                    <a:pt x="1350" y="799"/>
                    <a:pt x="833" y="1469"/>
                  </a:cubicBezTo>
                  <a:lnTo>
                    <a:pt x="0" y="1469"/>
                  </a:lnTo>
                  <a:lnTo>
                    <a:pt x="0" y="1718"/>
                  </a:lnTo>
                  <a:lnTo>
                    <a:pt x="957" y="1718"/>
                  </a:lnTo>
                  <a:cubicBezTo>
                    <a:pt x="1474" y="1048"/>
                    <a:pt x="1675" y="943"/>
                    <a:pt x="2115" y="866"/>
                  </a:cubicBezTo>
                  <a:cubicBezTo>
                    <a:pt x="2402" y="828"/>
                    <a:pt x="2680" y="723"/>
                    <a:pt x="2910" y="550"/>
                  </a:cubicBezTo>
                  <a:cubicBezTo>
                    <a:pt x="3222" y="320"/>
                    <a:pt x="3463" y="254"/>
                    <a:pt x="3637" y="254"/>
                  </a:cubicBezTo>
                  <a:cubicBezTo>
                    <a:pt x="3789" y="254"/>
                    <a:pt x="3890" y="304"/>
                    <a:pt x="3943" y="340"/>
                  </a:cubicBezTo>
                  <a:lnTo>
                    <a:pt x="3991" y="368"/>
                  </a:lnTo>
                  <a:lnTo>
                    <a:pt x="4029" y="426"/>
                  </a:lnTo>
                  <a:cubicBezTo>
                    <a:pt x="4087" y="493"/>
                    <a:pt x="4116" y="560"/>
                    <a:pt x="4135" y="646"/>
                  </a:cubicBezTo>
                  <a:lnTo>
                    <a:pt x="4135" y="636"/>
                  </a:lnTo>
                  <a:cubicBezTo>
                    <a:pt x="4173" y="474"/>
                    <a:pt x="4135" y="301"/>
                    <a:pt x="4029" y="167"/>
                  </a:cubicBezTo>
                  <a:lnTo>
                    <a:pt x="3991" y="120"/>
                  </a:lnTo>
                  <a:lnTo>
                    <a:pt x="3943" y="91"/>
                  </a:lnTo>
                  <a:cubicBezTo>
                    <a:pt x="3885" y="51"/>
                    <a:pt x="3784" y="0"/>
                    <a:pt x="3633"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3"/>
            <p:cNvSpPr/>
            <p:nvPr/>
          </p:nvSpPr>
          <p:spPr>
            <a:xfrm>
              <a:off x="5660069" y="2381435"/>
              <a:ext cx="74824" cy="18916"/>
            </a:xfrm>
            <a:custGeom>
              <a:avLst/>
              <a:gdLst/>
              <a:ahLst/>
              <a:cxnLst/>
              <a:rect l="l" t="t" r="r" b="b"/>
              <a:pathLst>
                <a:path w="2049" h="518" extrusionOk="0">
                  <a:moveTo>
                    <a:pt x="211" y="1"/>
                  </a:moveTo>
                  <a:cubicBezTo>
                    <a:pt x="0" y="1"/>
                    <a:pt x="0" y="326"/>
                    <a:pt x="211" y="326"/>
                  </a:cubicBezTo>
                  <a:lnTo>
                    <a:pt x="1847" y="326"/>
                  </a:lnTo>
                  <a:cubicBezTo>
                    <a:pt x="1876" y="326"/>
                    <a:pt x="1914" y="336"/>
                    <a:pt x="1943" y="364"/>
                  </a:cubicBezTo>
                  <a:cubicBezTo>
                    <a:pt x="1972" y="412"/>
                    <a:pt x="2000" y="460"/>
                    <a:pt x="2019" y="517"/>
                  </a:cubicBezTo>
                  <a:cubicBezTo>
                    <a:pt x="2029" y="469"/>
                    <a:pt x="2039" y="431"/>
                    <a:pt x="2048" y="383"/>
                  </a:cubicBezTo>
                  <a:cubicBezTo>
                    <a:pt x="2048" y="278"/>
                    <a:pt x="2019" y="163"/>
                    <a:pt x="1962" y="68"/>
                  </a:cubicBezTo>
                  <a:cubicBezTo>
                    <a:pt x="1952" y="58"/>
                    <a:pt x="1943" y="39"/>
                    <a:pt x="1924" y="29"/>
                  </a:cubicBezTo>
                  <a:cubicBezTo>
                    <a:pt x="1895" y="10"/>
                    <a:pt x="1866" y="1"/>
                    <a:pt x="1838"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3"/>
            <p:cNvSpPr/>
            <p:nvPr/>
          </p:nvSpPr>
          <p:spPr>
            <a:xfrm>
              <a:off x="5647142" y="2413242"/>
              <a:ext cx="51745" cy="18551"/>
            </a:xfrm>
            <a:custGeom>
              <a:avLst/>
              <a:gdLst/>
              <a:ahLst/>
              <a:cxnLst/>
              <a:rect l="l" t="t" r="r" b="b"/>
              <a:pathLst>
                <a:path w="1417" h="508" extrusionOk="0">
                  <a:moveTo>
                    <a:pt x="211" y="0"/>
                  </a:moveTo>
                  <a:cubicBezTo>
                    <a:pt x="0" y="0"/>
                    <a:pt x="0" y="316"/>
                    <a:pt x="211" y="316"/>
                  </a:cubicBezTo>
                  <a:lnTo>
                    <a:pt x="1206" y="316"/>
                  </a:lnTo>
                  <a:cubicBezTo>
                    <a:pt x="1244" y="316"/>
                    <a:pt x="1273" y="335"/>
                    <a:pt x="1302" y="355"/>
                  </a:cubicBezTo>
                  <a:cubicBezTo>
                    <a:pt x="1340" y="402"/>
                    <a:pt x="1369" y="450"/>
                    <a:pt x="1388" y="508"/>
                  </a:cubicBezTo>
                  <a:cubicBezTo>
                    <a:pt x="1397" y="469"/>
                    <a:pt x="1407" y="422"/>
                    <a:pt x="1407" y="374"/>
                  </a:cubicBezTo>
                  <a:cubicBezTo>
                    <a:pt x="1416" y="268"/>
                    <a:pt x="1388" y="163"/>
                    <a:pt x="1330" y="67"/>
                  </a:cubicBezTo>
                  <a:cubicBezTo>
                    <a:pt x="1321" y="48"/>
                    <a:pt x="1302" y="29"/>
                    <a:pt x="1292" y="20"/>
                  </a:cubicBezTo>
                  <a:cubicBezTo>
                    <a:pt x="1263" y="0"/>
                    <a:pt x="1235" y="0"/>
                    <a:pt x="1206"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3"/>
            <p:cNvSpPr/>
            <p:nvPr/>
          </p:nvSpPr>
          <p:spPr>
            <a:xfrm>
              <a:off x="5665985" y="2345429"/>
              <a:ext cx="83223" cy="24503"/>
            </a:xfrm>
            <a:custGeom>
              <a:avLst/>
              <a:gdLst/>
              <a:ahLst/>
              <a:cxnLst/>
              <a:rect l="l" t="t" r="r" b="b"/>
              <a:pathLst>
                <a:path w="2279" h="671" extrusionOk="0">
                  <a:moveTo>
                    <a:pt x="211" y="1"/>
                  </a:moveTo>
                  <a:cubicBezTo>
                    <a:pt x="1" y="1"/>
                    <a:pt x="1" y="317"/>
                    <a:pt x="211" y="317"/>
                  </a:cubicBezTo>
                  <a:lnTo>
                    <a:pt x="1781" y="317"/>
                  </a:lnTo>
                  <a:cubicBezTo>
                    <a:pt x="2001" y="317"/>
                    <a:pt x="2192" y="460"/>
                    <a:pt x="2259" y="671"/>
                  </a:cubicBezTo>
                  <a:cubicBezTo>
                    <a:pt x="2269" y="613"/>
                    <a:pt x="2279" y="565"/>
                    <a:pt x="2279" y="508"/>
                  </a:cubicBezTo>
                  <a:lnTo>
                    <a:pt x="2279" y="498"/>
                  </a:lnTo>
                  <a:cubicBezTo>
                    <a:pt x="2279" y="259"/>
                    <a:pt x="2116" y="49"/>
                    <a:pt x="1877" y="1"/>
                  </a:cubicBezTo>
                  <a:lnTo>
                    <a:pt x="1877" y="10"/>
                  </a:lnTo>
                  <a:cubicBezTo>
                    <a:pt x="1867" y="1"/>
                    <a:pt x="1848" y="1"/>
                    <a:pt x="1829"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3"/>
            <p:cNvSpPr/>
            <p:nvPr/>
          </p:nvSpPr>
          <p:spPr>
            <a:xfrm>
              <a:off x="5632791" y="2314353"/>
              <a:ext cx="101737" cy="24832"/>
            </a:xfrm>
            <a:custGeom>
              <a:avLst/>
              <a:gdLst/>
              <a:ahLst/>
              <a:cxnLst/>
              <a:rect l="l" t="t" r="r" b="b"/>
              <a:pathLst>
                <a:path w="2786" h="680" extrusionOk="0">
                  <a:moveTo>
                    <a:pt x="470" y="0"/>
                  </a:moveTo>
                  <a:cubicBezTo>
                    <a:pt x="326" y="124"/>
                    <a:pt x="163" y="230"/>
                    <a:pt x="1" y="325"/>
                  </a:cubicBezTo>
                  <a:lnTo>
                    <a:pt x="1695" y="325"/>
                  </a:lnTo>
                  <a:lnTo>
                    <a:pt x="1685" y="335"/>
                  </a:lnTo>
                  <a:lnTo>
                    <a:pt x="2278" y="335"/>
                  </a:lnTo>
                  <a:cubicBezTo>
                    <a:pt x="2498" y="335"/>
                    <a:pt x="2690" y="469"/>
                    <a:pt x="2757" y="680"/>
                  </a:cubicBezTo>
                  <a:cubicBezTo>
                    <a:pt x="2776" y="632"/>
                    <a:pt x="2786" y="574"/>
                    <a:pt x="2786" y="526"/>
                  </a:cubicBezTo>
                  <a:lnTo>
                    <a:pt x="2786" y="507"/>
                  </a:lnTo>
                  <a:cubicBezTo>
                    <a:pt x="2786" y="230"/>
                    <a:pt x="2556" y="0"/>
                    <a:pt x="227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3"/>
            <p:cNvSpPr/>
            <p:nvPr/>
          </p:nvSpPr>
          <p:spPr>
            <a:xfrm>
              <a:off x="5520245" y="2319246"/>
              <a:ext cx="13000" cy="104512"/>
            </a:xfrm>
            <a:custGeom>
              <a:avLst/>
              <a:gdLst/>
              <a:ahLst/>
              <a:cxnLst/>
              <a:rect l="l" t="t" r="r" b="b"/>
              <a:pathLst>
                <a:path w="356" h="2862" extrusionOk="0">
                  <a:moveTo>
                    <a:pt x="1" y="0"/>
                  </a:moveTo>
                  <a:lnTo>
                    <a:pt x="1" y="2862"/>
                  </a:lnTo>
                  <a:lnTo>
                    <a:pt x="355" y="2862"/>
                  </a:lnTo>
                  <a:lnTo>
                    <a:pt x="355"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3"/>
            <p:cNvSpPr/>
            <p:nvPr/>
          </p:nvSpPr>
          <p:spPr>
            <a:xfrm>
              <a:off x="5504872" y="1953308"/>
              <a:ext cx="22056" cy="22056"/>
            </a:xfrm>
            <a:custGeom>
              <a:avLst/>
              <a:gdLst/>
              <a:ahLst/>
              <a:cxnLst/>
              <a:rect l="l" t="t" r="r" b="b"/>
              <a:pathLst>
                <a:path w="604" h="604" extrusionOk="0">
                  <a:moveTo>
                    <a:pt x="307" y="1"/>
                  </a:moveTo>
                  <a:cubicBezTo>
                    <a:pt x="135" y="1"/>
                    <a:pt x="1" y="135"/>
                    <a:pt x="1" y="307"/>
                  </a:cubicBezTo>
                  <a:cubicBezTo>
                    <a:pt x="1" y="470"/>
                    <a:pt x="135" y="604"/>
                    <a:pt x="307" y="604"/>
                  </a:cubicBezTo>
                  <a:cubicBezTo>
                    <a:pt x="470" y="604"/>
                    <a:pt x="604" y="470"/>
                    <a:pt x="604" y="307"/>
                  </a:cubicBezTo>
                  <a:cubicBezTo>
                    <a:pt x="604" y="135"/>
                    <a:pt x="470" y="1"/>
                    <a:pt x="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3"/>
            <p:cNvSpPr/>
            <p:nvPr/>
          </p:nvSpPr>
          <p:spPr>
            <a:xfrm>
              <a:off x="5534925" y="1953308"/>
              <a:ext cx="22056" cy="22056"/>
            </a:xfrm>
            <a:custGeom>
              <a:avLst/>
              <a:gdLst/>
              <a:ahLst/>
              <a:cxnLst/>
              <a:rect l="l" t="t" r="r" b="b"/>
              <a:pathLst>
                <a:path w="604" h="604" extrusionOk="0">
                  <a:moveTo>
                    <a:pt x="298" y="1"/>
                  </a:moveTo>
                  <a:cubicBezTo>
                    <a:pt x="135" y="1"/>
                    <a:pt x="1" y="135"/>
                    <a:pt x="1" y="307"/>
                  </a:cubicBezTo>
                  <a:cubicBezTo>
                    <a:pt x="1" y="470"/>
                    <a:pt x="135" y="604"/>
                    <a:pt x="298" y="604"/>
                  </a:cubicBezTo>
                  <a:cubicBezTo>
                    <a:pt x="470" y="604"/>
                    <a:pt x="604" y="470"/>
                    <a:pt x="604" y="307"/>
                  </a:cubicBezTo>
                  <a:cubicBezTo>
                    <a:pt x="604" y="135"/>
                    <a:pt x="470"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3"/>
            <p:cNvSpPr/>
            <p:nvPr/>
          </p:nvSpPr>
          <p:spPr>
            <a:xfrm>
              <a:off x="5699179" y="2211923"/>
              <a:ext cx="22056" cy="22056"/>
            </a:xfrm>
            <a:custGeom>
              <a:avLst/>
              <a:gdLst/>
              <a:ahLst/>
              <a:cxnLst/>
              <a:rect l="l" t="t" r="r" b="b"/>
              <a:pathLst>
                <a:path w="604" h="604" extrusionOk="0">
                  <a:moveTo>
                    <a:pt x="307" y="1"/>
                  </a:moveTo>
                  <a:cubicBezTo>
                    <a:pt x="135" y="1"/>
                    <a:pt x="1" y="135"/>
                    <a:pt x="1" y="307"/>
                  </a:cubicBezTo>
                  <a:cubicBezTo>
                    <a:pt x="1" y="470"/>
                    <a:pt x="135" y="604"/>
                    <a:pt x="307" y="604"/>
                  </a:cubicBezTo>
                  <a:cubicBezTo>
                    <a:pt x="470" y="604"/>
                    <a:pt x="604" y="470"/>
                    <a:pt x="604" y="307"/>
                  </a:cubicBezTo>
                  <a:cubicBezTo>
                    <a:pt x="604" y="135"/>
                    <a:pt x="470" y="1"/>
                    <a:pt x="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3"/>
            <p:cNvSpPr/>
            <p:nvPr/>
          </p:nvSpPr>
          <p:spPr>
            <a:xfrm>
              <a:off x="5699179" y="2242013"/>
              <a:ext cx="22056" cy="22020"/>
            </a:xfrm>
            <a:custGeom>
              <a:avLst/>
              <a:gdLst/>
              <a:ahLst/>
              <a:cxnLst/>
              <a:rect l="l" t="t" r="r" b="b"/>
              <a:pathLst>
                <a:path w="604" h="603" extrusionOk="0">
                  <a:moveTo>
                    <a:pt x="307" y="0"/>
                  </a:moveTo>
                  <a:cubicBezTo>
                    <a:pt x="135" y="0"/>
                    <a:pt x="1" y="134"/>
                    <a:pt x="1" y="297"/>
                  </a:cubicBezTo>
                  <a:cubicBezTo>
                    <a:pt x="1" y="469"/>
                    <a:pt x="135" y="603"/>
                    <a:pt x="307" y="603"/>
                  </a:cubicBezTo>
                  <a:cubicBezTo>
                    <a:pt x="470" y="603"/>
                    <a:pt x="604" y="469"/>
                    <a:pt x="604" y="297"/>
                  </a:cubicBezTo>
                  <a:cubicBezTo>
                    <a:pt x="604" y="134"/>
                    <a:pt x="470" y="0"/>
                    <a:pt x="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3"/>
            <p:cNvSpPr/>
            <p:nvPr/>
          </p:nvSpPr>
          <p:spPr>
            <a:xfrm>
              <a:off x="5246257" y="2117927"/>
              <a:ext cx="22056" cy="21691"/>
            </a:xfrm>
            <a:custGeom>
              <a:avLst/>
              <a:gdLst/>
              <a:ahLst/>
              <a:cxnLst/>
              <a:rect l="l" t="t" r="r" b="b"/>
              <a:pathLst>
                <a:path w="604" h="594" extrusionOk="0">
                  <a:moveTo>
                    <a:pt x="307" y="1"/>
                  </a:moveTo>
                  <a:cubicBezTo>
                    <a:pt x="135" y="1"/>
                    <a:pt x="1" y="135"/>
                    <a:pt x="1" y="297"/>
                  </a:cubicBezTo>
                  <a:cubicBezTo>
                    <a:pt x="1" y="460"/>
                    <a:pt x="135" y="594"/>
                    <a:pt x="307" y="594"/>
                  </a:cubicBezTo>
                  <a:cubicBezTo>
                    <a:pt x="470" y="594"/>
                    <a:pt x="604" y="460"/>
                    <a:pt x="604" y="297"/>
                  </a:cubicBezTo>
                  <a:cubicBezTo>
                    <a:pt x="604" y="135"/>
                    <a:pt x="470" y="1"/>
                    <a:pt x="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3"/>
            <p:cNvSpPr/>
            <p:nvPr/>
          </p:nvSpPr>
          <p:spPr>
            <a:xfrm>
              <a:off x="5246257" y="2147981"/>
              <a:ext cx="22056" cy="21691"/>
            </a:xfrm>
            <a:custGeom>
              <a:avLst/>
              <a:gdLst/>
              <a:ahLst/>
              <a:cxnLst/>
              <a:rect l="l" t="t" r="r" b="b"/>
              <a:pathLst>
                <a:path w="604" h="594" extrusionOk="0">
                  <a:moveTo>
                    <a:pt x="307" y="1"/>
                  </a:moveTo>
                  <a:cubicBezTo>
                    <a:pt x="135" y="1"/>
                    <a:pt x="1" y="125"/>
                    <a:pt x="1" y="297"/>
                  </a:cubicBezTo>
                  <a:cubicBezTo>
                    <a:pt x="1" y="460"/>
                    <a:pt x="135" y="594"/>
                    <a:pt x="307" y="594"/>
                  </a:cubicBezTo>
                  <a:cubicBezTo>
                    <a:pt x="470" y="594"/>
                    <a:pt x="604" y="460"/>
                    <a:pt x="604" y="297"/>
                  </a:cubicBezTo>
                  <a:cubicBezTo>
                    <a:pt x="604" y="125"/>
                    <a:pt x="470" y="1"/>
                    <a:pt x="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3"/>
            <p:cNvSpPr/>
            <p:nvPr/>
          </p:nvSpPr>
          <p:spPr>
            <a:xfrm>
              <a:off x="5410876" y="2406267"/>
              <a:ext cx="21691" cy="22020"/>
            </a:xfrm>
            <a:custGeom>
              <a:avLst/>
              <a:gdLst/>
              <a:ahLst/>
              <a:cxnLst/>
              <a:rect l="l" t="t" r="r" b="b"/>
              <a:pathLst>
                <a:path w="594" h="603" extrusionOk="0">
                  <a:moveTo>
                    <a:pt x="297" y="0"/>
                  </a:moveTo>
                  <a:cubicBezTo>
                    <a:pt x="134" y="0"/>
                    <a:pt x="0" y="134"/>
                    <a:pt x="0" y="306"/>
                  </a:cubicBezTo>
                  <a:cubicBezTo>
                    <a:pt x="0" y="469"/>
                    <a:pt x="134" y="603"/>
                    <a:pt x="297" y="603"/>
                  </a:cubicBezTo>
                  <a:cubicBezTo>
                    <a:pt x="460" y="603"/>
                    <a:pt x="594" y="469"/>
                    <a:pt x="594" y="306"/>
                  </a:cubicBezTo>
                  <a:cubicBezTo>
                    <a:pt x="594" y="134"/>
                    <a:pt x="460" y="0"/>
                    <a:pt x="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3"/>
            <p:cNvSpPr/>
            <p:nvPr/>
          </p:nvSpPr>
          <p:spPr>
            <a:xfrm>
              <a:off x="5440565" y="2406267"/>
              <a:ext cx="22056" cy="22020"/>
            </a:xfrm>
            <a:custGeom>
              <a:avLst/>
              <a:gdLst/>
              <a:ahLst/>
              <a:cxnLst/>
              <a:rect l="l" t="t" r="r" b="b"/>
              <a:pathLst>
                <a:path w="604" h="603" extrusionOk="0">
                  <a:moveTo>
                    <a:pt x="307" y="0"/>
                  </a:moveTo>
                  <a:cubicBezTo>
                    <a:pt x="135" y="0"/>
                    <a:pt x="1" y="134"/>
                    <a:pt x="1" y="306"/>
                  </a:cubicBezTo>
                  <a:cubicBezTo>
                    <a:pt x="1" y="469"/>
                    <a:pt x="135" y="603"/>
                    <a:pt x="307" y="603"/>
                  </a:cubicBezTo>
                  <a:cubicBezTo>
                    <a:pt x="470" y="603"/>
                    <a:pt x="604" y="469"/>
                    <a:pt x="604" y="306"/>
                  </a:cubicBezTo>
                  <a:cubicBezTo>
                    <a:pt x="604" y="134"/>
                    <a:pt x="470" y="0"/>
                    <a:pt x="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3"/>
            <p:cNvSpPr/>
            <p:nvPr/>
          </p:nvSpPr>
          <p:spPr>
            <a:xfrm>
              <a:off x="5234024" y="2185740"/>
              <a:ext cx="132849" cy="45464"/>
            </a:xfrm>
            <a:custGeom>
              <a:avLst/>
              <a:gdLst/>
              <a:ahLst/>
              <a:cxnLst/>
              <a:rect l="l" t="t" r="r" b="b"/>
              <a:pathLst>
                <a:path w="3638" h="1245" extrusionOk="0">
                  <a:moveTo>
                    <a:pt x="20" y="0"/>
                  </a:moveTo>
                  <a:lnTo>
                    <a:pt x="20" y="1005"/>
                  </a:lnTo>
                  <a:cubicBezTo>
                    <a:pt x="1" y="1130"/>
                    <a:pt x="97" y="1235"/>
                    <a:pt x="221" y="1244"/>
                  </a:cubicBezTo>
                  <a:lnTo>
                    <a:pt x="3418" y="1244"/>
                  </a:lnTo>
                  <a:cubicBezTo>
                    <a:pt x="3542" y="1235"/>
                    <a:pt x="3638" y="1130"/>
                    <a:pt x="3618" y="1005"/>
                  </a:cubicBezTo>
                  <a:cubicBezTo>
                    <a:pt x="3618" y="996"/>
                    <a:pt x="3618" y="986"/>
                    <a:pt x="3618" y="976"/>
                  </a:cubicBezTo>
                  <a:lnTo>
                    <a:pt x="36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3"/>
            <p:cNvSpPr/>
            <p:nvPr/>
          </p:nvSpPr>
          <p:spPr>
            <a:xfrm>
              <a:off x="5267583" y="2185740"/>
              <a:ext cx="99290" cy="45464"/>
            </a:xfrm>
            <a:custGeom>
              <a:avLst/>
              <a:gdLst/>
              <a:ahLst/>
              <a:cxnLst/>
              <a:rect l="l" t="t" r="r" b="b"/>
              <a:pathLst>
                <a:path w="2719" h="1245" extrusionOk="0">
                  <a:moveTo>
                    <a:pt x="1" y="0"/>
                  </a:moveTo>
                  <a:lnTo>
                    <a:pt x="1" y="1244"/>
                  </a:lnTo>
                  <a:lnTo>
                    <a:pt x="2499" y="1244"/>
                  </a:lnTo>
                  <a:cubicBezTo>
                    <a:pt x="2623" y="1235"/>
                    <a:pt x="2719" y="1130"/>
                    <a:pt x="2699" y="1005"/>
                  </a:cubicBezTo>
                  <a:cubicBezTo>
                    <a:pt x="2699" y="996"/>
                    <a:pt x="2699" y="986"/>
                    <a:pt x="2699" y="976"/>
                  </a:cubicBezTo>
                  <a:lnTo>
                    <a:pt x="26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3"/>
            <p:cNvSpPr/>
            <p:nvPr/>
          </p:nvSpPr>
          <p:spPr>
            <a:xfrm>
              <a:off x="5479383" y="2306575"/>
              <a:ext cx="45464" cy="131863"/>
            </a:xfrm>
            <a:custGeom>
              <a:avLst/>
              <a:gdLst/>
              <a:ahLst/>
              <a:cxnLst/>
              <a:rect l="l" t="t" r="r" b="b"/>
              <a:pathLst>
                <a:path w="1245" h="3611" extrusionOk="0">
                  <a:moveTo>
                    <a:pt x="1035" y="0"/>
                  </a:moveTo>
                  <a:cubicBezTo>
                    <a:pt x="1025" y="0"/>
                    <a:pt x="1015" y="1"/>
                    <a:pt x="1005" y="3"/>
                  </a:cubicBezTo>
                  <a:lnTo>
                    <a:pt x="0" y="3"/>
                  </a:lnTo>
                  <a:lnTo>
                    <a:pt x="0" y="3611"/>
                  </a:lnTo>
                  <a:lnTo>
                    <a:pt x="1005" y="3611"/>
                  </a:lnTo>
                  <a:lnTo>
                    <a:pt x="1005" y="3601"/>
                  </a:lnTo>
                  <a:cubicBezTo>
                    <a:pt x="1015" y="3603"/>
                    <a:pt x="1025" y="3603"/>
                    <a:pt x="1035" y="3603"/>
                  </a:cubicBezTo>
                  <a:cubicBezTo>
                    <a:pt x="1139" y="3603"/>
                    <a:pt x="1236" y="3514"/>
                    <a:pt x="1244" y="3400"/>
                  </a:cubicBezTo>
                  <a:lnTo>
                    <a:pt x="1244" y="203"/>
                  </a:lnTo>
                  <a:cubicBezTo>
                    <a:pt x="1236" y="90"/>
                    <a:pt x="1139" y="0"/>
                    <a:pt x="1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3"/>
            <p:cNvSpPr/>
            <p:nvPr/>
          </p:nvSpPr>
          <p:spPr>
            <a:xfrm>
              <a:off x="5479017" y="2339842"/>
              <a:ext cx="45829" cy="98341"/>
            </a:xfrm>
            <a:custGeom>
              <a:avLst/>
              <a:gdLst/>
              <a:ahLst/>
              <a:cxnLst/>
              <a:rect l="l" t="t" r="r" b="b"/>
              <a:pathLst>
                <a:path w="1255" h="2693" extrusionOk="0">
                  <a:moveTo>
                    <a:pt x="1" y="1"/>
                  </a:moveTo>
                  <a:lnTo>
                    <a:pt x="1" y="2690"/>
                  </a:lnTo>
                  <a:lnTo>
                    <a:pt x="1015" y="2690"/>
                  </a:lnTo>
                  <a:cubicBezTo>
                    <a:pt x="1025" y="2692"/>
                    <a:pt x="1035" y="2692"/>
                    <a:pt x="1045" y="2692"/>
                  </a:cubicBezTo>
                  <a:cubicBezTo>
                    <a:pt x="1149" y="2692"/>
                    <a:pt x="1246" y="2603"/>
                    <a:pt x="1254" y="2489"/>
                  </a:cubicBezTo>
                  <a:lnTo>
                    <a:pt x="12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3"/>
            <p:cNvSpPr/>
            <p:nvPr/>
          </p:nvSpPr>
          <p:spPr>
            <a:xfrm>
              <a:off x="5600291" y="2147652"/>
              <a:ext cx="132849" cy="45464"/>
            </a:xfrm>
            <a:custGeom>
              <a:avLst/>
              <a:gdLst/>
              <a:ahLst/>
              <a:cxnLst/>
              <a:rect l="l" t="t" r="r" b="b"/>
              <a:pathLst>
                <a:path w="3638" h="1245" extrusionOk="0">
                  <a:moveTo>
                    <a:pt x="221" y="0"/>
                  </a:moveTo>
                  <a:cubicBezTo>
                    <a:pt x="96" y="10"/>
                    <a:pt x="1" y="115"/>
                    <a:pt x="20" y="239"/>
                  </a:cubicBezTo>
                  <a:cubicBezTo>
                    <a:pt x="20" y="249"/>
                    <a:pt x="10" y="258"/>
                    <a:pt x="20" y="268"/>
                  </a:cubicBezTo>
                  <a:lnTo>
                    <a:pt x="20" y="1244"/>
                  </a:lnTo>
                  <a:lnTo>
                    <a:pt x="3618" y="1244"/>
                  </a:lnTo>
                  <a:lnTo>
                    <a:pt x="3618" y="239"/>
                  </a:lnTo>
                  <a:cubicBezTo>
                    <a:pt x="3637" y="115"/>
                    <a:pt x="3542" y="10"/>
                    <a:pt x="34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3"/>
            <p:cNvSpPr/>
            <p:nvPr/>
          </p:nvSpPr>
          <p:spPr>
            <a:xfrm>
              <a:off x="5600291" y="2147652"/>
              <a:ext cx="99290" cy="45793"/>
            </a:xfrm>
            <a:custGeom>
              <a:avLst/>
              <a:gdLst/>
              <a:ahLst/>
              <a:cxnLst/>
              <a:rect l="l" t="t" r="r" b="b"/>
              <a:pathLst>
                <a:path w="2719" h="1254" extrusionOk="0">
                  <a:moveTo>
                    <a:pt x="221" y="0"/>
                  </a:moveTo>
                  <a:cubicBezTo>
                    <a:pt x="96" y="10"/>
                    <a:pt x="1" y="115"/>
                    <a:pt x="20" y="239"/>
                  </a:cubicBezTo>
                  <a:cubicBezTo>
                    <a:pt x="20" y="249"/>
                    <a:pt x="10" y="258"/>
                    <a:pt x="20" y="278"/>
                  </a:cubicBezTo>
                  <a:lnTo>
                    <a:pt x="20" y="1254"/>
                  </a:lnTo>
                  <a:lnTo>
                    <a:pt x="2719" y="1254"/>
                  </a:lnTo>
                  <a:lnTo>
                    <a:pt x="2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3"/>
            <p:cNvSpPr/>
            <p:nvPr/>
          </p:nvSpPr>
          <p:spPr>
            <a:xfrm>
              <a:off x="5443742" y="1940381"/>
              <a:ext cx="45464" cy="131900"/>
            </a:xfrm>
            <a:custGeom>
              <a:avLst/>
              <a:gdLst/>
              <a:ahLst/>
              <a:cxnLst/>
              <a:rect l="l" t="t" r="r" b="b"/>
              <a:pathLst>
                <a:path w="1245" h="3612" extrusionOk="0">
                  <a:moveTo>
                    <a:pt x="239" y="1"/>
                  </a:moveTo>
                  <a:lnTo>
                    <a:pt x="239" y="10"/>
                  </a:lnTo>
                  <a:cubicBezTo>
                    <a:pt x="229" y="9"/>
                    <a:pt x="220" y="8"/>
                    <a:pt x="210" y="8"/>
                  </a:cubicBezTo>
                  <a:cubicBezTo>
                    <a:pt x="106" y="8"/>
                    <a:pt x="9" y="98"/>
                    <a:pt x="0" y="211"/>
                  </a:cubicBezTo>
                  <a:lnTo>
                    <a:pt x="0" y="3408"/>
                  </a:lnTo>
                  <a:cubicBezTo>
                    <a:pt x="9" y="3522"/>
                    <a:pt x="106" y="3611"/>
                    <a:pt x="210" y="3611"/>
                  </a:cubicBezTo>
                  <a:cubicBezTo>
                    <a:pt x="220" y="3611"/>
                    <a:pt x="229" y="3611"/>
                    <a:pt x="239" y="3609"/>
                  </a:cubicBezTo>
                  <a:lnTo>
                    <a:pt x="1244" y="3609"/>
                  </a:lnTo>
                  <a:lnTo>
                    <a:pt x="12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3"/>
            <p:cNvSpPr/>
            <p:nvPr/>
          </p:nvSpPr>
          <p:spPr>
            <a:xfrm>
              <a:off x="5443742" y="1940381"/>
              <a:ext cx="45793" cy="98596"/>
            </a:xfrm>
            <a:custGeom>
              <a:avLst/>
              <a:gdLst/>
              <a:ahLst/>
              <a:cxnLst/>
              <a:rect l="l" t="t" r="r" b="b"/>
              <a:pathLst>
                <a:path w="1254" h="2700" extrusionOk="0">
                  <a:moveTo>
                    <a:pt x="249" y="1"/>
                  </a:moveTo>
                  <a:lnTo>
                    <a:pt x="239" y="10"/>
                  </a:lnTo>
                  <a:cubicBezTo>
                    <a:pt x="229" y="9"/>
                    <a:pt x="220" y="8"/>
                    <a:pt x="210" y="8"/>
                  </a:cubicBezTo>
                  <a:cubicBezTo>
                    <a:pt x="106" y="8"/>
                    <a:pt x="9" y="98"/>
                    <a:pt x="0" y="211"/>
                  </a:cubicBezTo>
                  <a:lnTo>
                    <a:pt x="0" y="2700"/>
                  </a:lnTo>
                  <a:lnTo>
                    <a:pt x="1254" y="2700"/>
                  </a:lnTo>
                  <a:lnTo>
                    <a:pt x="12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0" name="Google Shape;1680;p53"/>
          <p:cNvGrpSpPr/>
          <p:nvPr/>
        </p:nvGrpSpPr>
        <p:grpSpPr>
          <a:xfrm>
            <a:off x="3361124" y="1708179"/>
            <a:ext cx="531951" cy="531592"/>
            <a:chOff x="3361126" y="1922737"/>
            <a:chExt cx="531951" cy="531592"/>
          </a:xfrm>
        </p:grpSpPr>
        <p:sp>
          <p:nvSpPr>
            <p:cNvPr id="1681" name="Google Shape;1681;p53"/>
            <p:cNvSpPr/>
            <p:nvPr/>
          </p:nvSpPr>
          <p:spPr>
            <a:xfrm>
              <a:off x="3361126" y="1922737"/>
              <a:ext cx="531951" cy="531592"/>
            </a:xfrm>
            <a:custGeom>
              <a:avLst/>
              <a:gdLst/>
              <a:ahLst/>
              <a:cxnLst/>
              <a:rect l="l" t="t" r="r" b="b"/>
              <a:pathLst>
                <a:path w="14797" h="14787" extrusionOk="0">
                  <a:moveTo>
                    <a:pt x="7398" y="0"/>
                  </a:moveTo>
                  <a:cubicBezTo>
                    <a:pt x="3312" y="0"/>
                    <a:pt x="1" y="3312"/>
                    <a:pt x="1" y="7398"/>
                  </a:cubicBezTo>
                  <a:cubicBezTo>
                    <a:pt x="1" y="11475"/>
                    <a:pt x="3312" y="14786"/>
                    <a:pt x="7398" y="14786"/>
                  </a:cubicBezTo>
                  <a:cubicBezTo>
                    <a:pt x="11485" y="14786"/>
                    <a:pt x="14796" y="11475"/>
                    <a:pt x="14796" y="7398"/>
                  </a:cubicBezTo>
                  <a:cubicBezTo>
                    <a:pt x="14796" y="3312"/>
                    <a:pt x="11485" y="0"/>
                    <a:pt x="73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3"/>
            <p:cNvSpPr/>
            <p:nvPr/>
          </p:nvSpPr>
          <p:spPr>
            <a:xfrm>
              <a:off x="3375218" y="1958687"/>
              <a:ext cx="504090" cy="459692"/>
            </a:xfrm>
            <a:custGeom>
              <a:avLst/>
              <a:gdLst/>
              <a:ahLst/>
              <a:cxnLst/>
              <a:rect l="l" t="t" r="r" b="b"/>
              <a:pathLst>
                <a:path w="14022" h="12787" extrusionOk="0">
                  <a:moveTo>
                    <a:pt x="7008" y="0"/>
                  </a:moveTo>
                  <a:cubicBezTo>
                    <a:pt x="5356" y="0"/>
                    <a:pt x="3705" y="618"/>
                    <a:pt x="2470" y="1852"/>
                  </a:cubicBezTo>
                  <a:cubicBezTo>
                    <a:pt x="1" y="4331"/>
                    <a:pt x="1" y="8465"/>
                    <a:pt x="2470" y="10934"/>
                  </a:cubicBezTo>
                  <a:cubicBezTo>
                    <a:pt x="3705" y="12169"/>
                    <a:pt x="5356" y="12786"/>
                    <a:pt x="7008" y="12786"/>
                  </a:cubicBezTo>
                  <a:cubicBezTo>
                    <a:pt x="8660" y="12786"/>
                    <a:pt x="10313" y="12169"/>
                    <a:pt x="11552" y="10934"/>
                  </a:cubicBezTo>
                  <a:cubicBezTo>
                    <a:pt x="14021" y="8465"/>
                    <a:pt x="14021" y="4331"/>
                    <a:pt x="11552" y="1852"/>
                  </a:cubicBezTo>
                  <a:cubicBezTo>
                    <a:pt x="10313" y="618"/>
                    <a:pt x="8660" y="0"/>
                    <a:pt x="7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3"/>
            <p:cNvSpPr/>
            <p:nvPr/>
          </p:nvSpPr>
          <p:spPr>
            <a:xfrm>
              <a:off x="3595088" y="1958580"/>
              <a:ext cx="284221" cy="460124"/>
            </a:xfrm>
            <a:custGeom>
              <a:avLst/>
              <a:gdLst/>
              <a:ahLst/>
              <a:cxnLst/>
              <a:rect l="l" t="t" r="r" b="b"/>
              <a:pathLst>
                <a:path w="7906" h="12799" extrusionOk="0">
                  <a:moveTo>
                    <a:pt x="911" y="0"/>
                  </a:moveTo>
                  <a:cubicBezTo>
                    <a:pt x="609" y="0"/>
                    <a:pt x="304" y="22"/>
                    <a:pt x="0" y="66"/>
                  </a:cubicBezTo>
                  <a:cubicBezTo>
                    <a:pt x="1379" y="247"/>
                    <a:pt x="2661" y="879"/>
                    <a:pt x="3647" y="1855"/>
                  </a:cubicBezTo>
                  <a:cubicBezTo>
                    <a:pt x="6116" y="4334"/>
                    <a:pt x="6116" y="8468"/>
                    <a:pt x="3647" y="10937"/>
                  </a:cubicBezTo>
                  <a:cubicBezTo>
                    <a:pt x="2661" y="11923"/>
                    <a:pt x="1379" y="12545"/>
                    <a:pt x="0" y="12737"/>
                  </a:cubicBezTo>
                  <a:cubicBezTo>
                    <a:pt x="299" y="12778"/>
                    <a:pt x="599" y="12799"/>
                    <a:pt x="896" y="12799"/>
                  </a:cubicBezTo>
                  <a:cubicBezTo>
                    <a:pt x="2582" y="12799"/>
                    <a:pt x="4216" y="12141"/>
                    <a:pt x="5436" y="10937"/>
                  </a:cubicBezTo>
                  <a:cubicBezTo>
                    <a:pt x="7905" y="8468"/>
                    <a:pt x="7905" y="4334"/>
                    <a:pt x="5436" y="1855"/>
                  </a:cubicBezTo>
                  <a:cubicBezTo>
                    <a:pt x="4220" y="663"/>
                    <a:pt x="2591" y="0"/>
                    <a:pt x="911"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3"/>
            <p:cNvSpPr/>
            <p:nvPr/>
          </p:nvSpPr>
          <p:spPr>
            <a:xfrm>
              <a:off x="3618635" y="1960737"/>
              <a:ext cx="16896" cy="53889"/>
            </a:xfrm>
            <a:custGeom>
              <a:avLst/>
              <a:gdLst/>
              <a:ahLst/>
              <a:cxnLst/>
              <a:rect l="l" t="t" r="r" b="b"/>
              <a:pathLst>
                <a:path w="470" h="1499" extrusionOk="0">
                  <a:moveTo>
                    <a:pt x="235" y="1"/>
                  </a:moveTo>
                  <a:cubicBezTo>
                    <a:pt x="118" y="1"/>
                    <a:pt x="1" y="82"/>
                    <a:pt x="15" y="245"/>
                  </a:cubicBezTo>
                  <a:lnTo>
                    <a:pt x="15" y="1278"/>
                  </a:lnTo>
                  <a:cubicBezTo>
                    <a:pt x="15" y="1403"/>
                    <a:pt x="111" y="1499"/>
                    <a:pt x="235" y="1499"/>
                  </a:cubicBezTo>
                  <a:cubicBezTo>
                    <a:pt x="360" y="1499"/>
                    <a:pt x="456" y="1403"/>
                    <a:pt x="456" y="1278"/>
                  </a:cubicBezTo>
                  <a:lnTo>
                    <a:pt x="456" y="245"/>
                  </a:lnTo>
                  <a:cubicBezTo>
                    <a:pt x="470" y="82"/>
                    <a:pt x="353" y="1"/>
                    <a:pt x="2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3"/>
            <p:cNvSpPr/>
            <p:nvPr/>
          </p:nvSpPr>
          <p:spPr>
            <a:xfrm>
              <a:off x="3618635" y="2362154"/>
              <a:ext cx="16896" cy="53961"/>
            </a:xfrm>
            <a:custGeom>
              <a:avLst/>
              <a:gdLst/>
              <a:ahLst/>
              <a:cxnLst/>
              <a:rect l="l" t="t" r="r" b="b"/>
              <a:pathLst>
                <a:path w="470" h="1501" extrusionOk="0">
                  <a:moveTo>
                    <a:pt x="235" y="1"/>
                  </a:moveTo>
                  <a:cubicBezTo>
                    <a:pt x="118" y="1"/>
                    <a:pt x="1" y="80"/>
                    <a:pt x="15" y="238"/>
                  </a:cubicBezTo>
                  <a:lnTo>
                    <a:pt x="15" y="1271"/>
                  </a:lnTo>
                  <a:cubicBezTo>
                    <a:pt x="15" y="1396"/>
                    <a:pt x="111" y="1501"/>
                    <a:pt x="235" y="1501"/>
                  </a:cubicBezTo>
                  <a:cubicBezTo>
                    <a:pt x="360" y="1491"/>
                    <a:pt x="456" y="1396"/>
                    <a:pt x="456" y="1271"/>
                  </a:cubicBezTo>
                  <a:lnTo>
                    <a:pt x="456" y="238"/>
                  </a:lnTo>
                  <a:cubicBezTo>
                    <a:pt x="470" y="80"/>
                    <a:pt x="353" y="1"/>
                    <a:pt x="2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3"/>
            <p:cNvSpPr/>
            <p:nvPr/>
          </p:nvSpPr>
          <p:spPr>
            <a:xfrm>
              <a:off x="3799104" y="2179708"/>
              <a:ext cx="58203" cy="15926"/>
            </a:xfrm>
            <a:custGeom>
              <a:avLst/>
              <a:gdLst/>
              <a:ahLst/>
              <a:cxnLst/>
              <a:rect l="l" t="t" r="r" b="b"/>
              <a:pathLst>
                <a:path w="1619" h="443" extrusionOk="0">
                  <a:moveTo>
                    <a:pt x="1338" y="0"/>
                  </a:moveTo>
                  <a:cubicBezTo>
                    <a:pt x="1329" y="0"/>
                    <a:pt x="1321" y="0"/>
                    <a:pt x="1312" y="1"/>
                  </a:cubicBezTo>
                  <a:lnTo>
                    <a:pt x="278" y="1"/>
                  </a:lnTo>
                  <a:cubicBezTo>
                    <a:pt x="1" y="20"/>
                    <a:pt x="1" y="422"/>
                    <a:pt x="278" y="441"/>
                  </a:cubicBezTo>
                  <a:lnTo>
                    <a:pt x="1312" y="441"/>
                  </a:lnTo>
                  <a:cubicBezTo>
                    <a:pt x="1321" y="442"/>
                    <a:pt x="1329" y="443"/>
                    <a:pt x="1338" y="443"/>
                  </a:cubicBezTo>
                  <a:cubicBezTo>
                    <a:pt x="1619" y="443"/>
                    <a:pt x="1619" y="0"/>
                    <a:pt x="133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3"/>
            <p:cNvSpPr/>
            <p:nvPr/>
          </p:nvSpPr>
          <p:spPr>
            <a:xfrm>
              <a:off x="3397938" y="2179744"/>
              <a:ext cx="57160" cy="15854"/>
            </a:xfrm>
            <a:custGeom>
              <a:avLst/>
              <a:gdLst/>
              <a:ahLst/>
              <a:cxnLst/>
              <a:rect l="l" t="t" r="r" b="b"/>
              <a:pathLst>
                <a:path w="1590" h="441" extrusionOk="0">
                  <a:moveTo>
                    <a:pt x="278" y="0"/>
                  </a:moveTo>
                  <a:cubicBezTo>
                    <a:pt x="1" y="19"/>
                    <a:pt x="1" y="421"/>
                    <a:pt x="278" y="440"/>
                  </a:cubicBezTo>
                  <a:lnTo>
                    <a:pt x="1312" y="440"/>
                  </a:lnTo>
                  <a:cubicBezTo>
                    <a:pt x="1589" y="421"/>
                    <a:pt x="1589" y="19"/>
                    <a:pt x="13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53"/>
            <p:cNvSpPr/>
            <p:nvPr/>
          </p:nvSpPr>
          <p:spPr>
            <a:xfrm>
              <a:off x="3519989" y="2162200"/>
              <a:ext cx="133626" cy="131972"/>
            </a:xfrm>
            <a:custGeom>
              <a:avLst/>
              <a:gdLst/>
              <a:ahLst/>
              <a:cxnLst/>
              <a:rect l="l" t="t" r="r" b="b"/>
              <a:pathLst>
                <a:path w="3717" h="3671" extrusionOk="0">
                  <a:moveTo>
                    <a:pt x="2243" y="0"/>
                  </a:moveTo>
                  <a:lnTo>
                    <a:pt x="70" y="3436"/>
                  </a:lnTo>
                  <a:cubicBezTo>
                    <a:pt x="1" y="3544"/>
                    <a:pt x="93" y="3670"/>
                    <a:pt x="201" y="3670"/>
                  </a:cubicBezTo>
                  <a:cubicBezTo>
                    <a:pt x="228" y="3670"/>
                    <a:pt x="255" y="3663"/>
                    <a:pt x="281" y="3646"/>
                  </a:cubicBezTo>
                  <a:lnTo>
                    <a:pt x="3716" y="1474"/>
                  </a:lnTo>
                  <a:lnTo>
                    <a:pt x="22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3"/>
            <p:cNvSpPr/>
            <p:nvPr/>
          </p:nvSpPr>
          <p:spPr>
            <a:xfrm>
              <a:off x="3519989" y="2195562"/>
              <a:ext cx="133626" cy="98611"/>
            </a:xfrm>
            <a:custGeom>
              <a:avLst/>
              <a:gdLst/>
              <a:ahLst/>
              <a:cxnLst/>
              <a:rect l="l" t="t" r="r" b="b"/>
              <a:pathLst>
                <a:path w="3717" h="2743" extrusionOk="0">
                  <a:moveTo>
                    <a:pt x="3171" y="0"/>
                  </a:moveTo>
                  <a:lnTo>
                    <a:pt x="654" y="1580"/>
                  </a:lnTo>
                  <a:lnTo>
                    <a:pt x="70" y="2508"/>
                  </a:lnTo>
                  <a:cubicBezTo>
                    <a:pt x="1" y="2616"/>
                    <a:pt x="93" y="2742"/>
                    <a:pt x="201" y="2742"/>
                  </a:cubicBezTo>
                  <a:cubicBezTo>
                    <a:pt x="228" y="2742"/>
                    <a:pt x="255" y="2735"/>
                    <a:pt x="281" y="2718"/>
                  </a:cubicBezTo>
                  <a:lnTo>
                    <a:pt x="3716" y="546"/>
                  </a:lnTo>
                  <a:lnTo>
                    <a:pt x="3171"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3"/>
            <p:cNvSpPr/>
            <p:nvPr/>
          </p:nvSpPr>
          <p:spPr>
            <a:xfrm>
              <a:off x="3600948" y="2083038"/>
              <a:ext cx="133482" cy="132152"/>
            </a:xfrm>
            <a:custGeom>
              <a:avLst/>
              <a:gdLst/>
              <a:ahLst/>
              <a:cxnLst/>
              <a:rect l="l" t="t" r="r" b="b"/>
              <a:pathLst>
                <a:path w="3713" h="3676" extrusionOk="0">
                  <a:moveTo>
                    <a:pt x="3521" y="1"/>
                  </a:moveTo>
                  <a:cubicBezTo>
                    <a:pt x="3493" y="1"/>
                    <a:pt x="3464" y="10"/>
                    <a:pt x="3436" y="30"/>
                  </a:cubicBezTo>
                  <a:lnTo>
                    <a:pt x="0" y="2202"/>
                  </a:lnTo>
                  <a:lnTo>
                    <a:pt x="1474" y="3676"/>
                  </a:lnTo>
                  <a:lnTo>
                    <a:pt x="3637" y="231"/>
                  </a:lnTo>
                  <a:cubicBezTo>
                    <a:pt x="3712" y="125"/>
                    <a:pt x="3627" y="1"/>
                    <a:pt x="35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3"/>
            <p:cNvSpPr/>
            <p:nvPr/>
          </p:nvSpPr>
          <p:spPr>
            <a:xfrm>
              <a:off x="3633950" y="2083182"/>
              <a:ext cx="100228" cy="131685"/>
            </a:xfrm>
            <a:custGeom>
              <a:avLst/>
              <a:gdLst/>
              <a:ahLst/>
              <a:cxnLst/>
              <a:rect l="l" t="t" r="r" b="b"/>
              <a:pathLst>
                <a:path w="2788" h="3663" extrusionOk="0">
                  <a:moveTo>
                    <a:pt x="2599" y="1"/>
                  </a:moveTo>
                  <a:cubicBezTo>
                    <a:pt x="2573" y="1"/>
                    <a:pt x="2545" y="8"/>
                    <a:pt x="2518" y="26"/>
                  </a:cubicBezTo>
                  <a:lnTo>
                    <a:pt x="1590" y="609"/>
                  </a:lnTo>
                  <a:lnTo>
                    <a:pt x="1" y="3117"/>
                  </a:lnTo>
                  <a:lnTo>
                    <a:pt x="546" y="3662"/>
                  </a:lnTo>
                  <a:lnTo>
                    <a:pt x="2719" y="227"/>
                  </a:lnTo>
                  <a:cubicBezTo>
                    <a:pt x="2788" y="120"/>
                    <a:pt x="2704" y="1"/>
                    <a:pt x="2599"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2" name="Google Shape;1692;p53"/>
          <p:cNvGrpSpPr/>
          <p:nvPr/>
        </p:nvGrpSpPr>
        <p:grpSpPr>
          <a:xfrm>
            <a:off x="5183472" y="3511705"/>
            <a:ext cx="599531" cy="531940"/>
            <a:chOff x="5183464" y="3481379"/>
            <a:chExt cx="599531" cy="531940"/>
          </a:xfrm>
        </p:grpSpPr>
        <p:sp>
          <p:nvSpPr>
            <p:cNvPr id="1693" name="Google Shape;1693;p53"/>
            <p:cNvSpPr/>
            <p:nvPr/>
          </p:nvSpPr>
          <p:spPr>
            <a:xfrm>
              <a:off x="5212411" y="3723025"/>
              <a:ext cx="48692" cy="106579"/>
            </a:xfrm>
            <a:custGeom>
              <a:avLst/>
              <a:gdLst/>
              <a:ahLst/>
              <a:cxnLst/>
              <a:rect l="l" t="t" r="r" b="b"/>
              <a:pathLst>
                <a:path w="1159" h="2537" extrusionOk="0">
                  <a:moveTo>
                    <a:pt x="689" y="0"/>
                  </a:moveTo>
                  <a:cubicBezTo>
                    <a:pt x="306" y="0"/>
                    <a:pt x="0" y="316"/>
                    <a:pt x="0" y="699"/>
                  </a:cubicBezTo>
                  <a:lnTo>
                    <a:pt x="0" y="862"/>
                  </a:lnTo>
                  <a:cubicBezTo>
                    <a:pt x="0" y="1063"/>
                    <a:pt x="29" y="1254"/>
                    <a:pt x="96" y="1445"/>
                  </a:cubicBezTo>
                  <a:lnTo>
                    <a:pt x="459" y="2536"/>
                  </a:lnTo>
                  <a:lnTo>
                    <a:pt x="1158" y="2536"/>
                  </a:lnTo>
                  <a:lnTo>
                    <a:pt x="11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3"/>
            <p:cNvSpPr/>
            <p:nvPr/>
          </p:nvSpPr>
          <p:spPr>
            <a:xfrm>
              <a:off x="5212411" y="3723025"/>
              <a:ext cx="48692" cy="106579"/>
            </a:xfrm>
            <a:custGeom>
              <a:avLst/>
              <a:gdLst/>
              <a:ahLst/>
              <a:cxnLst/>
              <a:rect l="l" t="t" r="r" b="b"/>
              <a:pathLst>
                <a:path w="1159" h="2537" extrusionOk="0">
                  <a:moveTo>
                    <a:pt x="689" y="0"/>
                  </a:moveTo>
                  <a:cubicBezTo>
                    <a:pt x="306" y="0"/>
                    <a:pt x="0" y="316"/>
                    <a:pt x="0" y="699"/>
                  </a:cubicBezTo>
                  <a:lnTo>
                    <a:pt x="0" y="862"/>
                  </a:lnTo>
                  <a:cubicBezTo>
                    <a:pt x="0" y="1063"/>
                    <a:pt x="29" y="1254"/>
                    <a:pt x="96" y="1445"/>
                  </a:cubicBezTo>
                  <a:lnTo>
                    <a:pt x="459" y="2536"/>
                  </a:lnTo>
                  <a:lnTo>
                    <a:pt x="1158" y="2536"/>
                  </a:lnTo>
                  <a:lnTo>
                    <a:pt x="1158" y="0"/>
                  </a:lnTo>
                  <a:close/>
                </a:path>
              </a:pathLst>
            </a:custGeom>
            <a:solidFill>
              <a:srgbClr val="FFFFFF">
                <a:alpha val="18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3"/>
            <p:cNvSpPr/>
            <p:nvPr/>
          </p:nvSpPr>
          <p:spPr>
            <a:xfrm>
              <a:off x="5434746" y="3481379"/>
              <a:ext cx="348249" cy="290336"/>
            </a:xfrm>
            <a:custGeom>
              <a:avLst/>
              <a:gdLst/>
              <a:ahLst/>
              <a:cxnLst/>
              <a:rect l="l" t="t" r="r" b="b"/>
              <a:pathLst>
                <a:path w="8289" h="6911" extrusionOk="0">
                  <a:moveTo>
                    <a:pt x="460" y="1"/>
                  </a:moveTo>
                  <a:cubicBezTo>
                    <a:pt x="211" y="1"/>
                    <a:pt x="0" y="211"/>
                    <a:pt x="0" y="469"/>
                  </a:cubicBezTo>
                  <a:lnTo>
                    <a:pt x="0" y="6451"/>
                  </a:lnTo>
                  <a:cubicBezTo>
                    <a:pt x="0" y="6700"/>
                    <a:pt x="211" y="6910"/>
                    <a:pt x="469" y="6910"/>
                  </a:cubicBezTo>
                  <a:lnTo>
                    <a:pt x="7829" y="6910"/>
                  </a:lnTo>
                  <a:cubicBezTo>
                    <a:pt x="8087" y="6901"/>
                    <a:pt x="8288" y="6700"/>
                    <a:pt x="8288" y="6451"/>
                  </a:cubicBezTo>
                  <a:lnTo>
                    <a:pt x="8288" y="469"/>
                  </a:lnTo>
                  <a:cubicBezTo>
                    <a:pt x="8288" y="211"/>
                    <a:pt x="8078" y="1"/>
                    <a:pt x="7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3"/>
            <p:cNvSpPr/>
            <p:nvPr/>
          </p:nvSpPr>
          <p:spPr>
            <a:xfrm>
              <a:off x="5183464" y="3711766"/>
              <a:ext cx="348627" cy="301553"/>
            </a:xfrm>
            <a:custGeom>
              <a:avLst/>
              <a:gdLst/>
              <a:ahLst/>
              <a:cxnLst/>
              <a:rect l="l" t="t" r="r" b="b"/>
              <a:pathLst>
                <a:path w="8298" h="7178" extrusionOk="0">
                  <a:moveTo>
                    <a:pt x="8117" y="0"/>
                  </a:moveTo>
                  <a:cubicBezTo>
                    <a:pt x="8073" y="0"/>
                    <a:pt x="8029" y="19"/>
                    <a:pt x="8001" y="58"/>
                  </a:cubicBezTo>
                  <a:lnTo>
                    <a:pt x="3809" y="4058"/>
                  </a:lnTo>
                  <a:cubicBezTo>
                    <a:pt x="3723" y="4135"/>
                    <a:pt x="3608" y="4183"/>
                    <a:pt x="3493" y="4183"/>
                  </a:cubicBezTo>
                  <a:lnTo>
                    <a:pt x="3445" y="4183"/>
                  </a:lnTo>
                  <a:cubicBezTo>
                    <a:pt x="3196" y="4183"/>
                    <a:pt x="2996" y="3982"/>
                    <a:pt x="2996" y="3723"/>
                  </a:cubicBezTo>
                  <a:lnTo>
                    <a:pt x="2996" y="3493"/>
                  </a:lnTo>
                  <a:lnTo>
                    <a:pt x="1608" y="3493"/>
                  </a:lnTo>
                  <a:lnTo>
                    <a:pt x="1608" y="3723"/>
                  </a:lnTo>
                  <a:cubicBezTo>
                    <a:pt x="1608" y="3934"/>
                    <a:pt x="1474" y="4116"/>
                    <a:pt x="1282" y="4173"/>
                  </a:cubicBezTo>
                  <a:lnTo>
                    <a:pt x="498" y="4393"/>
                  </a:lnTo>
                  <a:cubicBezTo>
                    <a:pt x="201" y="4470"/>
                    <a:pt x="0" y="4747"/>
                    <a:pt x="0" y="5053"/>
                  </a:cubicBezTo>
                  <a:lnTo>
                    <a:pt x="0" y="6948"/>
                  </a:lnTo>
                  <a:cubicBezTo>
                    <a:pt x="0" y="7073"/>
                    <a:pt x="105" y="7178"/>
                    <a:pt x="230" y="7178"/>
                  </a:cubicBezTo>
                  <a:lnTo>
                    <a:pt x="3455" y="7178"/>
                  </a:lnTo>
                  <a:cubicBezTo>
                    <a:pt x="3579" y="7178"/>
                    <a:pt x="3685" y="7073"/>
                    <a:pt x="3685" y="6948"/>
                  </a:cubicBezTo>
                  <a:lnTo>
                    <a:pt x="3685" y="5953"/>
                  </a:lnTo>
                  <a:cubicBezTo>
                    <a:pt x="3685" y="5704"/>
                    <a:pt x="3780" y="5474"/>
                    <a:pt x="3953" y="5302"/>
                  </a:cubicBezTo>
                  <a:lnTo>
                    <a:pt x="7867" y="1378"/>
                  </a:lnTo>
                  <a:cubicBezTo>
                    <a:pt x="7982" y="1264"/>
                    <a:pt x="8029" y="1101"/>
                    <a:pt x="7991" y="938"/>
                  </a:cubicBezTo>
                  <a:lnTo>
                    <a:pt x="7905" y="613"/>
                  </a:lnTo>
                  <a:lnTo>
                    <a:pt x="8230" y="287"/>
                  </a:lnTo>
                  <a:cubicBezTo>
                    <a:pt x="8297" y="230"/>
                    <a:pt x="8297" y="115"/>
                    <a:pt x="8240" y="58"/>
                  </a:cubicBezTo>
                  <a:cubicBezTo>
                    <a:pt x="8207" y="19"/>
                    <a:pt x="8161" y="0"/>
                    <a:pt x="81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3"/>
            <p:cNvSpPr/>
            <p:nvPr/>
          </p:nvSpPr>
          <p:spPr>
            <a:xfrm>
              <a:off x="5246988" y="3858510"/>
              <a:ext cx="66381" cy="28987"/>
            </a:xfrm>
            <a:custGeom>
              <a:avLst/>
              <a:gdLst/>
              <a:ahLst/>
              <a:cxnLst/>
              <a:rect l="l" t="t" r="r" b="b"/>
              <a:pathLst>
                <a:path w="1580" h="690" extrusionOk="0">
                  <a:moveTo>
                    <a:pt x="96" y="0"/>
                  </a:moveTo>
                  <a:lnTo>
                    <a:pt x="96" y="230"/>
                  </a:lnTo>
                  <a:cubicBezTo>
                    <a:pt x="96" y="335"/>
                    <a:pt x="67" y="431"/>
                    <a:pt x="0" y="517"/>
                  </a:cubicBezTo>
                  <a:cubicBezTo>
                    <a:pt x="249" y="632"/>
                    <a:pt x="517" y="690"/>
                    <a:pt x="785" y="690"/>
                  </a:cubicBezTo>
                  <a:cubicBezTo>
                    <a:pt x="1062" y="690"/>
                    <a:pt x="1330" y="632"/>
                    <a:pt x="1579" y="517"/>
                  </a:cubicBezTo>
                  <a:cubicBezTo>
                    <a:pt x="1512" y="431"/>
                    <a:pt x="1484" y="335"/>
                    <a:pt x="1484" y="230"/>
                  </a:cubicBezTo>
                  <a:lnTo>
                    <a:pt x="1484"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3"/>
            <p:cNvSpPr/>
            <p:nvPr/>
          </p:nvSpPr>
          <p:spPr>
            <a:xfrm>
              <a:off x="5231695" y="3713363"/>
              <a:ext cx="116251" cy="116244"/>
            </a:xfrm>
            <a:custGeom>
              <a:avLst/>
              <a:gdLst/>
              <a:ahLst/>
              <a:cxnLst/>
              <a:rect l="l" t="t" r="r" b="b"/>
              <a:pathLst>
                <a:path w="2767" h="2767" extrusionOk="0">
                  <a:moveTo>
                    <a:pt x="689" y="1"/>
                  </a:moveTo>
                  <a:cubicBezTo>
                    <a:pt x="316" y="1"/>
                    <a:pt x="0" y="316"/>
                    <a:pt x="0" y="690"/>
                  </a:cubicBezTo>
                  <a:cubicBezTo>
                    <a:pt x="0" y="948"/>
                    <a:pt x="211" y="1159"/>
                    <a:pt x="460" y="1159"/>
                  </a:cubicBezTo>
                  <a:lnTo>
                    <a:pt x="2307" y="2766"/>
                  </a:lnTo>
                  <a:lnTo>
                    <a:pt x="2690" y="1407"/>
                  </a:lnTo>
                  <a:cubicBezTo>
                    <a:pt x="2738" y="1235"/>
                    <a:pt x="2766" y="1072"/>
                    <a:pt x="2766" y="900"/>
                  </a:cubicBezTo>
                  <a:lnTo>
                    <a:pt x="2766" y="470"/>
                  </a:lnTo>
                  <a:cubicBezTo>
                    <a:pt x="2766" y="211"/>
                    <a:pt x="2556" y="1"/>
                    <a:pt x="2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3"/>
            <p:cNvSpPr/>
            <p:nvPr/>
          </p:nvSpPr>
          <p:spPr>
            <a:xfrm>
              <a:off x="5222032" y="3762011"/>
              <a:ext cx="116251" cy="106203"/>
            </a:xfrm>
            <a:custGeom>
              <a:avLst/>
              <a:gdLst/>
              <a:ahLst/>
              <a:cxnLst/>
              <a:rect l="l" t="t" r="r" b="b"/>
              <a:pathLst>
                <a:path w="2767" h="2528" extrusionOk="0">
                  <a:moveTo>
                    <a:pt x="891" y="1"/>
                  </a:moveTo>
                  <a:cubicBezTo>
                    <a:pt x="766" y="1"/>
                    <a:pt x="642" y="48"/>
                    <a:pt x="556" y="135"/>
                  </a:cubicBezTo>
                  <a:lnTo>
                    <a:pt x="135" y="556"/>
                  </a:lnTo>
                  <a:cubicBezTo>
                    <a:pt x="49" y="642"/>
                    <a:pt x="1" y="757"/>
                    <a:pt x="1" y="881"/>
                  </a:cubicBezTo>
                  <a:lnTo>
                    <a:pt x="1" y="1149"/>
                  </a:lnTo>
                  <a:cubicBezTo>
                    <a:pt x="1" y="1915"/>
                    <a:pt x="623" y="2527"/>
                    <a:pt x="1379" y="2527"/>
                  </a:cubicBezTo>
                  <a:cubicBezTo>
                    <a:pt x="2144" y="2527"/>
                    <a:pt x="2767" y="1915"/>
                    <a:pt x="2767" y="1149"/>
                  </a:cubicBezTo>
                  <a:lnTo>
                    <a:pt x="2767" y="852"/>
                  </a:lnTo>
                  <a:cubicBezTo>
                    <a:pt x="2767" y="738"/>
                    <a:pt x="2719" y="613"/>
                    <a:pt x="2633" y="527"/>
                  </a:cubicBezTo>
                  <a:cubicBezTo>
                    <a:pt x="2278" y="182"/>
                    <a:pt x="1628" y="20"/>
                    <a:pt x="8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3"/>
            <p:cNvSpPr/>
            <p:nvPr/>
          </p:nvSpPr>
          <p:spPr>
            <a:xfrm>
              <a:off x="5222032" y="3762011"/>
              <a:ext cx="115831" cy="104187"/>
            </a:xfrm>
            <a:custGeom>
              <a:avLst/>
              <a:gdLst/>
              <a:ahLst/>
              <a:cxnLst/>
              <a:rect l="l" t="t" r="r" b="b"/>
              <a:pathLst>
                <a:path w="2757" h="2480" extrusionOk="0">
                  <a:moveTo>
                    <a:pt x="891" y="1"/>
                  </a:moveTo>
                  <a:cubicBezTo>
                    <a:pt x="766" y="1"/>
                    <a:pt x="642" y="48"/>
                    <a:pt x="556" y="135"/>
                  </a:cubicBezTo>
                  <a:lnTo>
                    <a:pt x="135" y="556"/>
                  </a:lnTo>
                  <a:cubicBezTo>
                    <a:pt x="49" y="642"/>
                    <a:pt x="1" y="757"/>
                    <a:pt x="1" y="881"/>
                  </a:cubicBezTo>
                  <a:lnTo>
                    <a:pt x="1" y="1149"/>
                  </a:lnTo>
                  <a:cubicBezTo>
                    <a:pt x="1" y="1762"/>
                    <a:pt x="412" y="2307"/>
                    <a:pt x="996" y="2479"/>
                  </a:cubicBezTo>
                  <a:cubicBezTo>
                    <a:pt x="795" y="2230"/>
                    <a:pt x="690" y="1924"/>
                    <a:pt x="690" y="1608"/>
                  </a:cubicBezTo>
                  <a:lnTo>
                    <a:pt x="690" y="938"/>
                  </a:lnTo>
                  <a:cubicBezTo>
                    <a:pt x="690" y="682"/>
                    <a:pt x="900" y="478"/>
                    <a:pt x="1145" y="478"/>
                  </a:cubicBezTo>
                  <a:cubicBezTo>
                    <a:pt x="1156" y="478"/>
                    <a:pt x="1167" y="478"/>
                    <a:pt x="1178" y="479"/>
                  </a:cubicBezTo>
                  <a:cubicBezTo>
                    <a:pt x="1647" y="508"/>
                    <a:pt x="2336" y="584"/>
                    <a:pt x="2757" y="785"/>
                  </a:cubicBezTo>
                  <a:cubicBezTo>
                    <a:pt x="2747" y="690"/>
                    <a:pt x="2700" y="604"/>
                    <a:pt x="2633" y="537"/>
                  </a:cubicBezTo>
                  <a:cubicBezTo>
                    <a:pt x="2278" y="182"/>
                    <a:pt x="1628" y="29"/>
                    <a:pt x="891"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3"/>
            <p:cNvSpPr/>
            <p:nvPr/>
          </p:nvSpPr>
          <p:spPr>
            <a:xfrm>
              <a:off x="5183464" y="3755163"/>
              <a:ext cx="318882" cy="258156"/>
            </a:xfrm>
            <a:custGeom>
              <a:avLst/>
              <a:gdLst/>
              <a:ahLst/>
              <a:cxnLst/>
              <a:rect l="l" t="t" r="r" b="b"/>
              <a:pathLst>
                <a:path w="7590" h="6145" extrusionOk="0">
                  <a:moveTo>
                    <a:pt x="6977" y="1"/>
                  </a:moveTo>
                  <a:lnTo>
                    <a:pt x="3819" y="3025"/>
                  </a:lnTo>
                  <a:cubicBezTo>
                    <a:pt x="3761" y="3083"/>
                    <a:pt x="3685" y="3121"/>
                    <a:pt x="3608" y="3140"/>
                  </a:cubicBezTo>
                  <a:cubicBezTo>
                    <a:pt x="3356" y="3653"/>
                    <a:pt x="2864" y="3912"/>
                    <a:pt x="2372" y="3912"/>
                  </a:cubicBezTo>
                  <a:cubicBezTo>
                    <a:pt x="1891" y="3912"/>
                    <a:pt x="1409" y="3665"/>
                    <a:pt x="1148" y="3169"/>
                  </a:cubicBezTo>
                  <a:lnTo>
                    <a:pt x="498" y="3360"/>
                  </a:lnTo>
                  <a:cubicBezTo>
                    <a:pt x="201" y="3446"/>
                    <a:pt x="0" y="3714"/>
                    <a:pt x="0" y="4020"/>
                  </a:cubicBezTo>
                  <a:lnTo>
                    <a:pt x="0" y="5915"/>
                  </a:lnTo>
                  <a:cubicBezTo>
                    <a:pt x="0" y="6040"/>
                    <a:pt x="105" y="6145"/>
                    <a:pt x="230" y="6145"/>
                  </a:cubicBezTo>
                  <a:lnTo>
                    <a:pt x="3455" y="6145"/>
                  </a:lnTo>
                  <a:cubicBezTo>
                    <a:pt x="3579" y="6145"/>
                    <a:pt x="3685" y="6040"/>
                    <a:pt x="3685" y="5915"/>
                  </a:cubicBezTo>
                  <a:lnTo>
                    <a:pt x="3685" y="4920"/>
                  </a:lnTo>
                  <a:cubicBezTo>
                    <a:pt x="3685" y="4671"/>
                    <a:pt x="3780" y="4441"/>
                    <a:pt x="3953" y="4269"/>
                  </a:cubicBezTo>
                  <a:lnTo>
                    <a:pt x="7589" y="623"/>
                  </a:lnTo>
                  <a:lnTo>
                    <a:pt x="69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3"/>
            <p:cNvSpPr/>
            <p:nvPr/>
          </p:nvSpPr>
          <p:spPr>
            <a:xfrm>
              <a:off x="5183464" y="3907158"/>
              <a:ext cx="38610" cy="106161"/>
            </a:xfrm>
            <a:custGeom>
              <a:avLst/>
              <a:gdLst/>
              <a:ahLst/>
              <a:cxnLst/>
              <a:rect l="l" t="t" r="r" b="b"/>
              <a:pathLst>
                <a:path w="919" h="2527" extrusionOk="0">
                  <a:moveTo>
                    <a:pt x="134" y="0"/>
                  </a:moveTo>
                  <a:cubicBezTo>
                    <a:pt x="48" y="115"/>
                    <a:pt x="0" y="259"/>
                    <a:pt x="0" y="402"/>
                  </a:cubicBezTo>
                  <a:lnTo>
                    <a:pt x="0" y="2297"/>
                  </a:lnTo>
                  <a:cubicBezTo>
                    <a:pt x="0" y="2422"/>
                    <a:pt x="105" y="2527"/>
                    <a:pt x="230" y="2527"/>
                  </a:cubicBezTo>
                  <a:lnTo>
                    <a:pt x="919" y="2527"/>
                  </a:lnTo>
                  <a:lnTo>
                    <a:pt x="919" y="1072"/>
                  </a:lnTo>
                  <a:cubicBezTo>
                    <a:pt x="919" y="890"/>
                    <a:pt x="852" y="709"/>
                    <a:pt x="718" y="584"/>
                  </a:cubicBezTo>
                  <a:lnTo>
                    <a:pt x="1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3"/>
            <p:cNvSpPr/>
            <p:nvPr/>
          </p:nvSpPr>
          <p:spPr>
            <a:xfrm>
              <a:off x="5338241" y="3755163"/>
              <a:ext cx="164104" cy="206693"/>
            </a:xfrm>
            <a:custGeom>
              <a:avLst/>
              <a:gdLst/>
              <a:ahLst/>
              <a:cxnLst/>
              <a:rect l="l" t="t" r="r" b="b"/>
              <a:pathLst>
                <a:path w="3906" h="4920" extrusionOk="0">
                  <a:moveTo>
                    <a:pt x="3293" y="1"/>
                  </a:moveTo>
                  <a:lnTo>
                    <a:pt x="221" y="2949"/>
                  </a:lnTo>
                  <a:cubicBezTo>
                    <a:pt x="77" y="3236"/>
                    <a:pt x="1" y="3551"/>
                    <a:pt x="1" y="3867"/>
                  </a:cubicBezTo>
                  <a:lnTo>
                    <a:pt x="1" y="4920"/>
                  </a:lnTo>
                  <a:cubicBezTo>
                    <a:pt x="1" y="4671"/>
                    <a:pt x="96" y="4441"/>
                    <a:pt x="269" y="4269"/>
                  </a:cubicBezTo>
                  <a:lnTo>
                    <a:pt x="3905" y="623"/>
                  </a:lnTo>
                  <a:lnTo>
                    <a:pt x="32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3"/>
            <p:cNvSpPr/>
            <p:nvPr/>
          </p:nvSpPr>
          <p:spPr>
            <a:xfrm>
              <a:off x="5461298" y="3524818"/>
              <a:ext cx="288506" cy="184847"/>
            </a:xfrm>
            <a:custGeom>
              <a:avLst/>
              <a:gdLst/>
              <a:ahLst/>
              <a:cxnLst/>
              <a:rect l="l" t="t" r="r" b="b"/>
              <a:pathLst>
                <a:path w="6867" h="4400" extrusionOk="0">
                  <a:moveTo>
                    <a:pt x="5359" y="0"/>
                  </a:moveTo>
                  <a:cubicBezTo>
                    <a:pt x="4929" y="29"/>
                    <a:pt x="4929" y="670"/>
                    <a:pt x="5359" y="689"/>
                  </a:cubicBezTo>
                  <a:lnTo>
                    <a:pt x="5675" y="689"/>
                  </a:lnTo>
                  <a:lnTo>
                    <a:pt x="3637" y="2737"/>
                  </a:lnTo>
                  <a:lnTo>
                    <a:pt x="2728" y="1828"/>
                  </a:lnTo>
                  <a:cubicBezTo>
                    <a:pt x="2661" y="1761"/>
                    <a:pt x="2572" y="1728"/>
                    <a:pt x="2484" y="1728"/>
                  </a:cubicBezTo>
                  <a:cubicBezTo>
                    <a:pt x="2395" y="1728"/>
                    <a:pt x="2307" y="1761"/>
                    <a:pt x="2240" y="1828"/>
                  </a:cubicBezTo>
                  <a:lnTo>
                    <a:pt x="278" y="3790"/>
                  </a:lnTo>
                  <a:cubicBezTo>
                    <a:pt x="0" y="4031"/>
                    <a:pt x="241" y="4400"/>
                    <a:pt x="515" y="4400"/>
                  </a:cubicBezTo>
                  <a:cubicBezTo>
                    <a:pt x="600" y="4400"/>
                    <a:pt x="689" y="4364"/>
                    <a:pt x="766" y="4278"/>
                  </a:cubicBezTo>
                  <a:lnTo>
                    <a:pt x="2479" y="2565"/>
                  </a:lnTo>
                  <a:lnTo>
                    <a:pt x="3388" y="3465"/>
                  </a:lnTo>
                  <a:cubicBezTo>
                    <a:pt x="3455" y="3536"/>
                    <a:pt x="3543" y="3572"/>
                    <a:pt x="3632" y="3572"/>
                  </a:cubicBezTo>
                  <a:cubicBezTo>
                    <a:pt x="3721" y="3572"/>
                    <a:pt x="3809" y="3536"/>
                    <a:pt x="3876" y="3465"/>
                  </a:cubicBezTo>
                  <a:lnTo>
                    <a:pt x="6163" y="1177"/>
                  </a:lnTo>
                  <a:lnTo>
                    <a:pt x="6163" y="1493"/>
                  </a:lnTo>
                  <a:cubicBezTo>
                    <a:pt x="6149" y="1737"/>
                    <a:pt x="6328" y="1859"/>
                    <a:pt x="6508" y="1859"/>
                  </a:cubicBezTo>
                  <a:cubicBezTo>
                    <a:pt x="6687" y="1859"/>
                    <a:pt x="6867" y="1737"/>
                    <a:pt x="6852" y="1493"/>
                  </a:cubicBezTo>
                  <a:lnTo>
                    <a:pt x="6852" y="345"/>
                  </a:lnTo>
                  <a:cubicBezTo>
                    <a:pt x="6852" y="153"/>
                    <a:pt x="6699" y="0"/>
                    <a:pt x="6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5" name="Google Shape;1705;p53"/>
          <p:cNvSpPr/>
          <p:nvPr/>
        </p:nvSpPr>
        <p:spPr>
          <a:xfrm rot="-1456987">
            <a:off x="1284828" y="254673"/>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6" name="Google Shape;1706;p53"/>
          <p:cNvGrpSpPr/>
          <p:nvPr/>
        </p:nvGrpSpPr>
        <p:grpSpPr>
          <a:xfrm>
            <a:off x="8333200" y="4311242"/>
            <a:ext cx="772500" cy="741000"/>
            <a:chOff x="8333200" y="4311242"/>
            <a:chExt cx="772500" cy="741000"/>
          </a:xfrm>
        </p:grpSpPr>
        <p:sp>
          <p:nvSpPr>
            <p:cNvPr id="1707" name="Google Shape;1707;p53"/>
            <p:cNvSpPr/>
            <p:nvPr/>
          </p:nvSpPr>
          <p:spPr>
            <a:xfrm rot="-1469185">
              <a:off x="8417986" y="4411897"/>
              <a:ext cx="602928" cy="539690"/>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8" name="Google Shape;1708;p53"/>
            <p:cNvGrpSpPr/>
            <p:nvPr/>
          </p:nvGrpSpPr>
          <p:grpSpPr>
            <a:xfrm rot="-2700000">
              <a:off x="8493571" y="4517877"/>
              <a:ext cx="470593" cy="335232"/>
              <a:chOff x="393289" y="3285780"/>
              <a:chExt cx="470598" cy="335235"/>
            </a:xfrm>
          </p:grpSpPr>
          <p:sp>
            <p:nvSpPr>
              <p:cNvPr id="1709" name="Google Shape;1709;p53"/>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3"/>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3"/>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2" name="Google Shape;1712;p53"/>
          <p:cNvGrpSpPr/>
          <p:nvPr/>
        </p:nvGrpSpPr>
        <p:grpSpPr>
          <a:xfrm>
            <a:off x="160871" y="936851"/>
            <a:ext cx="680400" cy="638700"/>
            <a:chOff x="160871" y="936851"/>
            <a:chExt cx="680400" cy="638700"/>
          </a:xfrm>
        </p:grpSpPr>
        <p:sp>
          <p:nvSpPr>
            <p:cNvPr id="1713" name="Google Shape;1713;p53"/>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4" name="Google Shape;1714;p53"/>
            <p:cNvGrpSpPr/>
            <p:nvPr/>
          </p:nvGrpSpPr>
          <p:grpSpPr>
            <a:xfrm>
              <a:off x="336500" y="1150250"/>
              <a:ext cx="317850" cy="209175"/>
              <a:chOff x="336500" y="1150250"/>
              <a:chExt cx="317850" cy="209175"/>
            </a:xfrm>
          </p:grpSpPr>
          <p:sp>
            <p:nvSpPr>
              <p:cNvPr id="1715" name="Google Shape;1715;p53"/>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3"/>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3"/>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1718" name="Google Shape;1718;p53"/>
          <p:cNvCxnSpPr>
            <a:stCxn id="1597" idx="6"/>
            <a:endCxn id="1598" idx="2"/>
          </p:cNvCxnSpPr>
          <p:nvPr/>
        </p:nvCxnSpPr>
        <p:spPr>
          <a:xfrm>
            <a:off x="4128700" y="1973975"/>
            <a:ext cx="852900" cy="0"/>
          </a:xfrm>
          <a:prstGeom prst="straightConnector1">
            <a:avLst/>
          </a:prstGeom>
          <a:noFill/>
          <a:ln w="28575" cap="flat" cmpd="sng">
            <a:solidFill>
              <a:schemeClr val="accent3"/>
            </a:solidFill>
            <a:prstDash val="solid"/>
            <a:round/>
            <a:headEnd type="none" w="med" len="med"/>
            <a:tailEnd type="none" w="med" len="med"/>
          </a:ln>
        </p:spPr>
      </p:cxnSp>
      <p:cxnSp>
        <p:nvCxnSpPr>
          <p:cNvPr id="1719" name="Google Shape;1719;p53"/>
          <p:cNvCxnSpPr>
            <a:stCxn id="1598" idx="4"/>
            <a:endCxn id="1599" idx="0"/>
          </p:cNvCxnSpPr>
          <p:nvPr/>
        </p:nvCxnSpPr>
        <p:spPr>
          <a:xfrm rot="5400000">
            <a:off x="4154988" y="1947725"/>
            <a:ext cx="800400" cy="1856100"/>
          </a:xfrm>
          <a:prstGeom prst="bentConnector3">
            <a:avLst>
              <a:gd name="adj1" fmla="val 50006"/>
            </a:avLst>
          </a:prstGeom>
          <a:noFill/>
          <a:ln w="28575" cap="flat" cmpd="sng">
            <a:solidFill>
              <a:schemeClr val="accent3"/>
            </a:solidFill>
            <a:prstDash val="solid"/>
            <a:round/>
            <a:headEnd type="none" w="med" len="med"/>
            <a:tailEnd type="none" w="med" len="med"/>
          </a:ln>
        </p:spPr>
      </p:cxnSp>
      <p:cxnSp>
        <p:nvCxnSpPr>
          <p:cNvPr id="1720" name="Google Shape;1720;p53"/>
          <p:cNvCxnSpPr>
            <a:stCxn id="1599" idx="6"/>
            <a:endCxn id="1600" idx="2"/>
          </p:cNvCxnSpPr>
          <p:nvPr/>
        </p:nvCxnSpPr>
        <p:spPr>
          <a:xfrm>
            <a:off x="4128700" y="3777675"/>
            <a:ext cx="852900" cy="600"/>
          </a:xfrm>
          <a:prstGeom prst="bentConnector3">
            <a:avLst>
              <a:gd name="adj1" fmla="val 50002"/>
            </a:avLst>
          </a:prstGeom>
          <a:noFill/>
          <a:ln w="28575" cap="flat" cmpd="sng">
            <a:solidFill>
              <a:schemeClr val="accent3"/>
            </a:solidFill>
            <a:prstDash val="solid"/>
            <a:round/>
            <a:headEnd type="none" w="med" len="med"/>
            <a:tailEnd type="none" w="med" len="med"/>
          </a:ln>
        </p:spPr>
      </p:cxnSp>
      <p:sp>
        <p:nvSpPr>
          <p:cNvPr id="1721" name="Google Shape;1721;p53"/>
          <p:cNvSpPr txBox="1">
            <a:spLocks noGrp="1"/>
          </p:cNvSpPr>
          <p:nvPr>
            <p:ph type="title" idx="4294967295"/>
          </p:nvPr>
        </p:nvSpPr>
        <p:spPr>
          <a:xfrm>
            <a:off x="2410775" y="1251613"/>
            <a:ext cx="599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2300">
                <a:solidFill>
                  <a:schemeClr val="lt2"/>
                </a:solidFill>
              </a:rPr>
              <a:t>01</a:t>
            </a:r>
            <a:endParaRPr sz="2300">
              <a:solidFill>
                <a:schemeClr val="lt2"/>
              </a:solidFill>
            </a:endParaRPr>
          </a:p>
        </p:txBody>
      </p:sp>
      <p:sp>
        <p:nvSpPr>
          <p:cNvPr id="1722" name="Google Shape;1722;p53"/>
          <p:cNvSpPr txBox="1">
            <a:spLocks noGrp="1"/>
          </p:cNvSpPr>
          <p:nvPr>
            <p:ph type="title" idx="4294967295"/>
          </p:nvPr>
        </p:nvSpPr>
        <p:spPr>
          <a:xfrm>
            <a:off x="6122250" y="3058600"/>
            <a:ext cx="599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a:solidFill>
                  <a:schemeClr val="lt2"/>
                </a:solidFill>
              </a:rPr>
              <a:t>04</a:t>
            </a:r>
            <a:endParaRPr sz="2300">
              <a:solidFill>
                <a:schemeClr val="lt2"/>
              </a:solidFill>
            </a:endParaRPr>
          </a:p>
        </p:txBody>
      </p:sp>
      <p:sp>
        <p:nvSpPr>
          <p:cNvPr id="1723" name="Google Shape;1723;p53"/>
          <p:cNvSpPr txBox="1">
            <a:spLocks noGrp="1"/>
          </p:cNvSpPr>
          <p:nvPr>
            <p:ph type="title" idx="4294967295"/>
          </p:nvPr>
        </p:nvSpPr>
        <p:spPr>
          <a:xfrm>
            <a:off x="2401925" y="3068625"/>
            <a:ext cx="599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2300">
                <a:solidFill>
                  <a:schemeClr val="lt2"/>
                </a:solidFill>
              </a:rPr>
              <a:t>03</a:t>
            </a:r>
            <a:endParaRPr sz="2300">
              <a:solidFill>
                <a:schemeClr val="lt2"/>
              </a:solidFill>
            </a:endParaRPr>
          </a:p>
        </p:txBody>
      </p:sp>
      <p:sp>
        <p:nvSpPr>
          <p:cNvPr id="1724" name="Google Shape;1724;p53"/>
          <p:cNvSpPr txBox="1">
            <a:spLocks noGrp="1"/>
          </p:cNvSpPr>
          <p:nvPr>
            <p:ph type="title" idx="4294967295"/>
          </p:nvPr>
        </p:nvSpPr>
        <p:spPr>
          <a:xfrm>
            <a:off x="6122250" y="1251613"/>
            <a:ext cx="599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a:solidFill>
                  <a:schemeClr val="lt2"/>
                </a:solidFill>
              </a:rPr>
              <a:t>02</a:t>
            </a:r>
            <a:endParaRPr sz="2300">
              <a:solidFill>
                <a:schemeClr val="lt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28"/>
        <p:cNvGrpSpPr/>
        <p:nvPr/>
      </p:nvGrpSpPr>
      <p:grpSpPr>
        <a:xfrm>
          <a:off x="0" y="0"/>
          <a:ext cx="0" cy="0"/>
          <a:chOff x="0" y="0"/>
          <a:chExt cx="0" cy="0"/>
        </a:xfrm>
      </p:grpSpPr>
      <p:sp>
        <p:nvSpPr>
          <p:cNvPr id="1729" name="Google Shape;1729;p54"/>
          <p:cNvSpPr txBox="1">
            <a:spLocks noGrp="1"/>
          </p:cNvSpPr>
          <p:nvPr>
            <p:ph type="subTitle" idx="1"/>
          </p:nvPr>
        </p:nvSpPr>
        <p:spPr>
          <a:xfrm flipH="1">
            <a:off x="1485025" y="2996600"/>
            <a:ext cx="2924700" cy="79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 Power BI,Tableau and Excel dashboards reveals pharmaceutical market insights in seconds that would take analysts hours to discover in raw Excel data</a:t>
            </a:r>
            <a:endParaRPr dirty="0"/>
          </a:p>
        </p:txBody>
      </p:sp>
      <p:sp>
        <p:nvSpPr>
          <p:cNvPr id="1730" name="Google Shape;1730;p54"/>
          <p:cNvSpPr/>
          <p:nvPr/>
        </p:nvSpPr>
        <p:spPr>
          <a:xfrm rot="-1481922">
            <a:off x="8457190" y="4445867"/>
            <a:ext cx="502577" cy="450362"/>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1" name="Google Shape;1731;p54"/>
          <p:cNvGrpSpPr/>
          <p:nvPr/>
        </p:nvGrpSpPr>
        <p:grpSpPr>
          <a:xfrm>
            <a:off x="911746" y="154701"/>
            <a:ext cx="680400" cy="638700"/>
            <a:chOff x="160871" y="936851"/>
            <a:chExt cx="680400" cy="638700"/>
          </a:xfrm>
        </p:grpSpPr>
        <p:sp>
          <p:nvSpPr>
            <p:cNvPr id="1732" name="Google Shape;1732;p54"/>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3" name="Google Shape;1733;p54"/>
            <p:cNvGrpSpPr/>
            <p:nvPr/>
          </p:nvGrpSpPr>
          <p:grpSpPr>
            <a:xfrm>
              <a:off x="336500" y="1150250"/>
              <a:ext cx="317850" cy="209175"/>
              <a:chOff x="336500" y="1150250"/>
              <a:chExt cx="317850" cy="209175"/>
            </a:xfrm>
          </p:grpSpPr>
          <p:sp>
            <p:nvSpPr>
              <p:cNvPr id="1734" name="Google Shape;1734;p54"/>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54"/>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54"/>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37" name="Google Shape;1737;p54"/>
          <p:cNvGrpSpPr/>
          <p:nvPr/>
        </p:nvGrpSpPr>
        <p:grpSpPr>
          <a:xfrm>
            <a:off x="184750" y="2797485"/>
            <a:ext cx="785377" cy="2421158"/>
            <a:chOff x="7825375" y="2447285"/>
            <a:chExt cx="785377" cy="2421158"/>
          </a:xfrm>
        </p:grpSpPr>
        <p:sp>
          <p:nvSpPr>
            <p:cNvPr id="1738" name="Google Shape;1738;p54"/>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54"/>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54"/>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54"/>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54"/>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54"/>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54"/>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45" name="Google Shape;1745;p54"/>
          <p:cNvPicPr preferRelativeResize="0"/>
          <p:nvPr/>
        </p:nvPicPr>
        <p:blipFill rotWithShape="1">
          <a:blip r:embed="rId3">
            <a:alphaModFix/>
          </a:blip>
          <a:srcRect l="11041" r="23083"/>
          <a:stretch/>
        </p:blipFill>
        <p:spPr>
          <a:xfrm>
            <a:off x="4873225" y="1079250"/>
            <a:ext cx="3178200" cy="3242700"/>
          </a:xfrm>
          <a:prstGeom prst="ellipse">
            <a:avLst/>
          </a:prstGeom>
          <a:noFill/>
          <a:ln>
            <a:noFill/>
          </a:ln>
        </p:spPr>
      </p:pic>
      <p:sp>
        <p:nvSpPr>
          <p:cNvPr id="1746" name="Google Shape;1746;p54"/>
          <p:cNvSpPr txBox="1">
            <a:spLocks noGrp="1"/>
          </p:cNvSpPr>
          <p:nvPr>
            <p:ph type="title"/>
          </p:nvPr>
        </p:nvSpPr>
        <p:spPr>
          <a:xfrm>
            <a:off x="721575" y="1243375"/>
            <a:ext cx="4219800" cy="156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Visualization always reinforces the insight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34"/>
        <p:cNvGrpSpPr/>
        <p:nvPr/>
      </p:nvGrpSpPr>
      <p:grpSpPr>
        <a:xfrm>
          <a:off x="0" y="0"/>
          <a:ext cx="0" cy="0"/>
          <a:chOff x="0" y="0"/>
          <a:chExt cx="0" cy="0"/>
        </a:xfrm>
      </p:grpSpPr>
      <p:sp>
        <p:nvSpPr>
          <p:cNvPr id="1535" name="Google Shape;1535;p52"/>
          <p:cNvSpPr txBox="1">
            <a:spLocks noGrp="1"/>
          </p:cNvSpPr>
          <p:nvPr>
            <p:ph type="subTitle" idx="1"/>
          </p:nvPr>
        </p:nvSpPr>
        <p:spPr>
          <a:xfrm>
            <a:off x="2111550" y="1460563"/>
            <a:ext cx="4920900" cy="44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Unique pharmaceutical products in the dataset</a:t>
            </a:r>
            <a:endParaRPr/>
          </a:p>
        </p:txBody>
      </p:sp>
      <p:sp>
        <p:nvSpPr>
          <p:cNvPr id="1536" name="Google Shape;1536;p52"/>
          <p:cNvSpPr txBox="1">
            <a:spLocks noGrp="1"/>
          </p:cNvSpPr>
          <p:nvPr>
            <p:ph type="title"/>
          </p:nvPr>
        </p:nvSpPr>
        <p:spPr>
          <a:xfrm>
            <a:off x="2035200" y="756188"/>
            <a:ext cx="5073600" cy="67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3,190</a:t>
            </a:r>
            <a:endParaRPr/>
          </a:p>
        </p:txBody>
      </p:sp>
      <p:sp>
        <p:nvSpPr>
          <p:cNvPr id="1537" name="Google Shape;1537;p52"/>
          <p:cNvSpPr txBox="1">
            <a:spLocks noGrp="1"/>
          </p:cNvSpPr>
          <p:nvPr>
            <p:ph type="subTitle" idx="2"/>
          </p:nvPr>
        </p:nvSpPr>
        <p:spPr>
          <a:xfrm>
            <a:off x="2111550" y="2732313"/>
            <a:ext cx="4920900" cy="44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Marketing authorization holders (corporations)</a:t>
            </a:r>
            <a:endParaRPr/>
          </a:p>
        </p:txBody>
      </p:sp>
      <p:sp>
        <p:nvSpPr>
          <p:cNvPr id="1538" name="Google Shape;1538;p52"/>
          <p:cNvSpPr txBox="1">
            <a:spLocks noGrp="1"/>
          </p:cNvSpPr>
          <p:nvPr>
            <p:ph type="title" idx="3"/>
          </p:nvPr>
        </p:nvSpPr>
        <p:spPr>
          <a:xfrm>
            <a:off x="2035200" y="2027938"/>
            <a:ext cx="5073600" cy="67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797</a:t>
            </a:r>
            <a:endParaRPr/>
          </a:p>
        </p:txBody>
      </p:sp>
      <p:sp>
        <p:nvSpPr>
          <p:cNvPr id="1539" name="Google Shape;1539;p52"/>
          <p:cNvSpPr txBox="1">
            <a:spLocks noGrp="1"/>
          </p:cNvSpPr>
          <p:nvPr>
            <p:ph type="subTitle" idx="4"/>
          </p:nvPr>
        </p:nvSpPr>
        <p:spPr>
          <a:xfrm>
            <a:off x="2111550" y="4004063"/>
            <a:ext cx="4920900" cy="44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WHO ATC1 therapeutic area classes</a:t>
            </a:r>
            <a:endParaRPr/>
          </a:p>
        </p:txBody>
      </p:sp>
      <p:sp>
        <p:nvSpPr>
          <p:cNvPr id="1540" name="Google Shape;1540;p52"/>
          <p:cNvSpPr txBox="1">
            <a:spLocks noGrp="1"/>
          </p:cNvSpPr>
          <p:nvPr>
            <p:ph type="title" idx="5"/>
          </p:nvPr>
        </p:nvSpPr>
        <p:spPr>
          <a:xfrm>
            <a:off x="2035200" y="3299688"/>
            <a:ext cx="5073600" cy="67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11</a:t>
            </a:r>
            <a:endParaRPr/>
          </a:p>
        </p:txBody>
      </p:sp>
      <p:grpSp>
        <p:nvGrpSpPr>
          <p:cNvPr id="1541" name="Google Shape;1541;p52"/>
          <p:cNvGrpSpPr/>
          <p:nvPr/>
        </p:nvGrpSpPr>
        <p:grpSpPr>
          <a:xfrm>
            <a:off x="1103617" y="3174814"/>
            <a:ext cx="1007923" cy="1968675"/>
            <a:chOff x="-1388623" y="2929097"/>
            <a:chExt cx="1076266" cy="2101937"/>
          </a:xfrm>
        </p:grpSpPr>
        <p:sp>
          <p:nvSpPr>
            <p:cNvPr id="1542" name="Google Shape;1542;p52"/>
            <p:cNvSpPr/>
            <p:nvPr/>
          </p:nvSpPr>
          <p:spPr>
            <a:xfrm flipH="1">
              <a:off x="-1018814" y="3051558"/>
              <a:ext cx="213017" cy="1979477"/>
            </a:xfrm>
            <a:custGeom>
              <a:avLst/>
              <a:gdLst/>
              <a:ahLst/>
              <a:cxnLst/>
              <a:rect l="l" t="t" r="r" b="b"/>
              <a:pathLst>
                <a:path w="2724" h="25313" extrusionOk="0">
                  <a:moveTo>
                    <a:pt x="2723" y="1"/>
                  </a:moveTo>
                  <a:lnTo>
                    <a:pt x="1860" y="249"/>
                  </a:lnTo>
                  <a:lnTo>
                    <a:pt x="1" y="25312"/>
                  </a:lnTo>
                  <a:lnTo>
                    <a:pt x="528" y="25312"/>
                  </a:lnTo>
                  <a:lnTo>
                    <a:pt x="27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2"/>
            <p:cNvSpPr/>
            <p:nvPr/>
          </p:nvSpPr>
          <p:spPr>
            <a:xfrm flipH="1">
              <a:off x="-1388623" y="2929097"/>
              <a:ext cx="873572" cy="115658"/>
            </a:xfrm>
            <a:custGeom>
              <a:avLst/>
              <a:gdLst/>
              <a:ahLst/>
              <a:cxnLst/>
              <a:rect l="l" t="t" r="r" b="b"/>
              <a:pathLst>
                <a:path w="11171" h="1479" extrusionOk="0">
                  <a:moveTo>
                    <a:pt x="4655" y="0"/>
                  </a:moveTo>
                  <a:cubicBezTo>
                    <a:pt x="0" y="0"/>
                    <a:pt x="220" y="1479"/>
                    <a:pt x="220" y="1479"/>
                  </a:cubicBezTo>
                  <a:lnTo>
                    <a:pt x="10950" y="1479"/>
                  </a:lnTo>
                  <a:cubicBezTo>
                    <a:pt x="11170" y="308"/>
                    <a:pt x="9282" y="0"/>
                    <a:pt x="4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2"/>
            <p:cNvSpPr/>
            <p:nvPr/>
          </p:nvSpPr>
          <p:spPr>
            <a:xfrm flipH="1">
              <a:off x="-1371419" y="3033259"/>
              <a:ext cx="839242" cy="37849"/>
            </a:xfrm>
            <a:custGeom>
              <a:avLst/>
              <a:gdLst/>
              <a:ahLst/>
              <a:cxnLst/>
              <a:rect l="l" t="t" r="r" b="b"/>
              <a:pathLst>
                <a:path w="10732" h="484" extrusionOk="0">
                  <a:moveTo>
                    <a:pt x="1" y="0"/>
                  </a:moveTo>
                  <a:lnTo>
                    <a:pt x="1" y="483"/>
                  </a:lnTo>
                  <a:lnTo>
                    <a:pt x="10731" y="483"/>
                  </a:lnTo>
                  <a:lnTo>
                    <a:pt x="10731" y="14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2"/>
            <p:cNvSpPr/>
            <p:nvPr/>
          </p:nvSpPr>
          <p:spPr>
            <a:xfrm flipH="1">
              <a:off x="-1314175" y="3071030"/>
              <a:ext cx="269086" cy="1949682"/>
            </a:xfrm>
            <a:custGeom>
              <a:avLst/>
              <a:gdLst/>
              <a:ahLst/>
              <a:cxnLst/>
              <a:rect l="l" t="t" r="r" b="b"/>
              <a:pathLst>
                <a:path w="3441" h="24932" extrusionOk="0">
                  <a:moveTo>
                    <a:pt x="0" y="0"/>
                  </a:moveTo>
                  <a:lnTo>
                    <a:pt x="3074" y="24932"/>
                  </a:lnTo>
                  <a:lnTo>
                    <a:pt x="3440" y="24932"/>
                  </a:lnTo>
                  <a:lnTo>
                    <a:pt x="922" y="0"/>
                  </a:lnTo>
                  <a:close/>
                </a:path>
              </a:pathLst>
            </a:custGeom>
            <a:solidFill>
              <a:srgbClr val="7C4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2"/>
            <p:cNvSpPr/>
            <p:nvPr/>
          </p:nvSpPr>
          <p:spPr>
            <a:xfrm flipH="1">
              <a:off x="-870001" y="3051558"/>
              <a:ext cx="557644" cy="1969154"/>
            </a:xfrm>
            <a:custGeom>
              <a:avLst/>
              <a:gdLst/>
              <a:ahLst/>
              <a:cxnLst/>
              <a:rect l="l" t="t" r="r" b="b"/>
              <a:pathLst>
                <a:path w="7131" h="25181" extrusionOk="0">
                  <a:moveTo>
                    <a:pt x="6237" y="1"/>
                  </a:moveTo>
                  <a:lnTo>
                    <a:pt x="1" y="25181"/>
                  </a:lnTo>
                  <a:lnTo>
                    <a:pt x="411" y="25181"/>
                  </a:lnTo>
                  <a:lnTo>
                    <a:pt x="7130" y="249"/>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2"/>
            <p:cNvSpPr/>
            <p:nvPr/>
          </p:nvSpPr>
          <p:spPr>
            <a:xfrm flipH="1">
              <a:off x="-1142449" y="3832304"/>
              <a:ext cx="488906" cy="36754"/>
            </a:xfrm>
            <a:custGeom>
              <a:avLst/>
              <a:gdLst/>
              <a:ahLst/>
              <a:cxnLst/>
              <a:rect l="l" t="t" r="r" b="b"/>
              <a:pathLst>
                <a:path w="6252" h="470" extrusionOk="0">
                  <a:moveTo>
                    <a:pt x="6193" y="1"/>
                  </a:moveTo>
                  <a:lnTo>
                    <a:pt x="0" y="147"/>
                  </a:lnTo>
                  <a:lnTo>
                    <a:pt x="0" y="469"/>
                  </a:lnTo>
                  <a:lnTo>
                    <a:pt x="6252" y="337"/>
                  </a:lnTo>
                  <a:lnTo>
                    <a:pt x="6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52"/>
            <p:cNvSpPr/>
            <p:nvPr/>
          </p:nvSpPr>
          <p:spPr>
            <a:xfrm flipH="1">
              <a:off x="-1269525" y="4829430"/>
              <a:ext cx="880454" cy="67643"/>
            </a:xfrm>
            <a:custGeom>
              <a:avLst/>
              <a:gdLst/>
              <a:ahLst/>
              <a:cxnLst/>
              <a:rect l="l" t="t" r="r" b="b"/>
              <a:pathLst>
                <a:path w="11259" h="865" extrusionOk="0">
                  <a:moveTo>
                    <a:pt x="89" y="1"/>
                  </a:moveTo>
                  <a:lnTo>
                    <a:pt x="1" y="308"/>
                  </a:lnTo>
                  <a:lnTo>
                    <a:pt x="11259" y="864"/>
                  </a:lnTo>
                  <a:lnTo>
                    <a:pt x="11259" y="425"/>
                  </a:lnTo>
                  <a:lnTo>
                    <a:pt x="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9" name="Google Shape;1549;p52"/>
          <p:cNvGrpSpPr/>
          <p:nvPr/>
        </p:nvGrpSpPr>
        <p:grpSpPr>
          <a:xfrm>
            <a:off x="174734" y="2365369"/>
            <a:ext cx="1076255" cy="2734405"/>
            <a:chOff x="-2729124" y="1996017"/>
            <a:chExt cx="1194114" cy="3033846"/>
          </a:xfrm>
        </p:grpSpPr>
        <p:sp>
          <p:nvSpPr>
            <p:cNvPr id="1550" name="Google Shape;1550;p52"/>
            <p:cNvSpPr/>
            <p:nvPr/>
          </p:nvSpPr>
          <p:spPr>
            <a:xfrm flipH="1">
              <a:off x="-2729124" y="2498607"/>
              <a:ext cx="1159706" cy="95091"/>
            </a:xfrm>
            <a:custGeom>
              <a:avLst/>
              <a:gdLst/>
              <a:ahLst/>
              <a:cxnLst/>
              <a:rect l="l" t="t" r="r" b="b"/>
              <a:pathLst>
                <a:path w="14830" h="1216" extrusionOk="0">
                  <a:moveTo>
                    <a:pt x="0" y="1"/>
                  </a:moveTo>
                  <a:lnTo>
                    <a:pt x="0" y="1216"/>
                  </a:lnTo>
                  <a:lnTo>
                    <a:pt x="14830" y="1216"/>
                  </a:lnTo>
                  <a:lnTo>
                    <a:pt x="148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52"/>
            <p:cNvSpPr/>
            <p:nvPr/>
          </p:nvSpPr>
          <p:spPr>
            <a:xfrm flipH="1">
              <a:off x="-2558566" y="2586738"/>
              <a:ext cx="90477" cy="2433975"/>
            </a:xfrm>
            <a:custGeom>
              <a:avLst/>
              <a:gdLst/>
              <a:ahLst/>
              <a:cxnLst/>
              <a:rect l="l" t="t" r="r" b="b"/>
              <a:pathLst>
                <a:path w="1157" h="31125" extrusionOk="0">
                  <a:moveTo>
                    <a:pt x="0" y="1"/>
                  </a:moveTo>
                  <a:lnTo>
                    <a:pt x="0" y="31125"/>
                  </a:lnTo>
                  <a:lnTo>
                    <a:pt x="556" y="31125"/>
                  </a:lnTo>
                  <a:lnTo>
                    <a:pt x="1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52"/>
            <p:cNvSpPr/>
            <p:nvPr/>
          </p:nvSpPr>
          <p:spPr>
            <a:xfrm flipH="1">
              <a:off x="-1847653" y="2578762"/>
              <a:ext cx="90556" cy="2451101"/>
            </a:xfrm>
            <a:custGeom>
              <a:avLst/>
              <a:gdLst/>
              <a:ahLst/>
              <a:cxnLst/>
              <a:rect l="l" t="t" r="r" b="b"/>
              <a:pathLst>
                <a:path w="1158" h="31344" extrusionOk="0">
                  <a:moveTo>
                    <a:pt x="1" y="0"/>
                  </a:moveTo>
                  <a:lnTo>
                    <a:pt x="1" y="31344"/>
                  </a:lnTo>
                  <a:lnTo>
                    <a:pt x="557" y="31344"/>
                  </a:lnTo>
                  <a:lnTo>
                    <a:pt x="1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2"/>
            <p:cNvSpPr/>
            <p:nvPr/>
          </p:nvSpPr>
          <p:spPr>
            <a:xfrm flipH="1">
              <a:off x="-2468169" y="3503787"/>
              <a:ext cx="640067" cy="51534"/>
            </a:xfrm>
            <a:custGeom>
              <a:avLst/>
              <a:gdLst/>
              <a:ahLst/>
              <a:cxnLst/>
              <a:rect l="l" t="t" r="r" b="b"/>
              <a:pathLst>
                <a:path w="8185" h="659" extrusionOk="0">
                  <a:moveTo>
                    <a:pt x="1" y="0"/>
                  </a:moveTo>
                  <a:lnTo>
                    <a:pt x="1" y="659"/>
                  </a:lnTo>
                  <a:lnTo>
                    <a:pt x="8184" y="659"/>
                  </a:lnTo>
                  <a:lnTo>
                    <a:pt x="8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2"/>
            <p:cNvSpPr/>
            <p:nvPr/>
          </p:nvSpPr>
          <p:spPr>
            <a:xfrm flipH="1">
              <a:off x="-2647873" y="1996017"/>
              <a:ext cx="720144" cy="496961"/>
            </a:xfrm>
            <a:custGeom>
              <a:avLst/>
              <a:gdLst/>
              <a:ahLst/>
              <a:cxnLst/>
              <a:rect l="l" t="t" r="r" b="b"/>
              <a:pathLst>
                <a:path w="9209" h="6355" extrusionOk="0">
                  <a:moveTo>
                    <a:pt x="1025" y="1"/>
                  </a:moveTo>
                  <a:lnTo>
                    <a:pt x="0" y="6355"/>
                  </a:lnTo>
                  <a:lnTo>
                    <a:pt x="7993" y="6355"/>
                  </a:lnTo>
                  <a:lnTo>
                    <a:pt x="9208" y="1026"/>
                  </a:lnTo>
                  <a:lnTo>
                    <a:pt x="10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2"/>
            <p:cNvSpPr/>
            <p:nvPr/>
          </p:nvSpPr>
          <p:spPr>
            <a:xfrm flipH="1">
              <a:off x="-2564278" y="2481481"/>
              <a:ext cx="1029268" cy="34408"/>
            </a:xfrm>
            <a:custGeom>
              <a:avLst/>
              <a:gdLst/>
              <a:ahLst/>
              <a:cxnLst/>
              <a:rect l="l" t="t" r="r" b="b"/>
              <a:pathLst>
                <a:path w="13162" h="440" extrusionOk="0">
                  <a:moveTo>
                    <a:pt x="5008" y="0"/>
                  </a:moveTo>
                  <a:lnTo>
                    <a:pt x="30" y="117"/>
                  </a:lnTo>
                  <a:lnTo>
                    <a:pt x="1" y="308"/>
                  </a:lnTo>
                  <a:lnTo>
                    <a:pt x="13103" y="439"/>
                  </a:lnTo>
                  <a:lnTo>
                    <a:pt x="13162" y="147"/>
                  </a:lnTo>
                  <a:lnTo>
                    <a:pt x="500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2"/>
            <p:cNvSpPr/>
            <p:nvPr/>
          </p:nvSpPr>
          <p:spPr>
            <a:xfrm flipH="1">
              <a:off x="-2355951" y="2208799"/>
              <a:ext cx="74525" cy="102364"/>
            </a:xfrm>
            <a:custGeom>
              <a:avLst/>
              <a:gdLst/>
              <a:ahLst/>
              <a:cxnLst/>
              <a:rect l="l" t="t" r="r" b="b"/>
              <a:pathLst>
                <a:path w="953" h="1309" extrusionOk="0">
                  <a:moveTo>
                    <a:pt x="561" y="0"/>
                  </a:moveTo>
                  <a:cubicBezTo>
                    <a:pt x="339" y="0"/>
                    <a:pt x="115" y="228"/>
                    <a:pt x="74" y="574"/>
                  </a:cubicBezTo>
                  <a:cubicBezTo>
                    <a:pt x="1" y="940"/>
                    <a:pt x="118" y="1247"/>
                    <a:pt x="338" y="1306"/>
                  </a:cubicBezTo>
                  <a:cubicBezTo>
                    <a:pt x="349" y="1307"/>
                    <a:pt x="361" y="1308"/>
                    <a:pt x="373" y="1308"/>
                  </a:cubicBezTo>
                  <a:cubicBezTo>
                    <a:pt x="583" y="1308"/>
                    <a:pt x="810" y="1067"/>
                    <a:pt x="879" y="735"/>
                  </a:cubicBezTo>
                  <a:cubicBezTo>
                    <a:pt x="952" y="369"/>
                    <a:pt x="821" y="61"/>
                    <a:pt x="601" y="3"/>
                  </a:cubicBezTo>
                  <a:cubicBezTo>
                    <a:pt x="588" y="1"/>
                    <a:pt x="575" y="0"/>
                    <a:pt x="56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2"/>
            <p:cNvSpPr/>
            <p:nvPr/>
          </p:nvSpPr>
          <p:spPr>
            <a:xfrm flipH="1">
              <a:off x="-2374250" y="2183071"/>
              <a:ext cx="113390" cy="153741"/>
            </a:xfrm>
            <a:custGeom>
              <a:avLst/>
              <a:gdLst/>
              <a:ahLst/>
              <a:cxnLst/>
              <a:rect l="l" t="t" r="r" b="b"/>
              <a:pathLst>
                <a:path w="1450" h="1966" extrusionOk="0">
                  <a:moveTo>
                    <a:pt x="838" y="1"/>
                  </a:moveTo>
                  <a:cubicBezTo>
                    <a:pt x="527" y="1"/>
                    <a:pt x="211" y="362"/>
                    <a:pt x="117" y="859"/>
                  </a:cubicBezTo>
                  <a:cubicBezTo>
                    <a:pt x="0" y="1415"/>
                    <a:pt x="205" y="1913"/>
                    <a:pt x="527" y="1957"/>
                  </a:cubicBezTo>
                  <a:cubicBezTo>
                    <a:pt x="554" y="1963"/>
                    <a:pt x="582" y="1966"/>
                    <a:pt x="609" y="1966"/>
                  </a:cubicBezTo>
                  <a:cubicBezTo>
                    <a:pt x="921" y="1966"/>
                    <a:pt x="1238" y="1592"/>
                    <a:pt x="1332" y="1108"/>
                  </a:cubicBezTo>
                  <a:cubicBezTo>
                    <a:pt x="1450" y="551"/>
                    <a:pt x="1245" y="54"/>
                    <a:pt x="923" y="10"/>
                  </a:cubicBezTo>
                  <a:cubicBezTo>
                    <a:pt x="895" y="4"/>
                    <a:pt x="867" y="1"/>
                    <a:pt x="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8" name="Google Shape;1558;p52"/>
          <p:cNvGrpSpPr/>
          <p:nvPr/>
        </p:nvGrpSpPr>
        <p:grpSpPr>
          <a:xfrm>
            <a:off x="6818689" y="1341699"/>
            <a:ext cx="1867161" cy="3801801"/>
            <a:chOff x="6906614" y="1341699"/>
            <a:chExt cx="1867161" cy="3801801"/>
          </a:xfrm>
        </p:grpSpPr>
        <p:sp>
          <p:nvSpPr>
            <p:cNvPr id="1559" name="Google Shape;1559;p52"/>
            <p:cNvSpPr/>
            <p:nvPr/>
          </p:nvSpPr>
          <p:spPr>
            <a:xfrm>
              <a:off x="7681597" y="2894092"/>
              <a:ext cx="1023398" cy="2163835"/>
            </a:xfrm>
            <a:custGeom>
              <a:avLst/>
              <a:gdLst/>
              <a:ahLst/>
              <a:cxnLst/>
              <a:rect l="l" t="t" r="r" b="b"/>
              <a:pathLst>
                <a:path w="13938" h="29470" extrusionOk="0">
                  <a:moveTo>
                    <a:pt x="1" y="0"/>
                  </a:moveTo>
                  <a:lnTo>
                    <a:pt x="1" y="0"/>
                  </a:lnTo>
                  <a:cubicBezTo>
                    <a:pt x="1" y="0"/>
                    <a:pt x="1172" y="11844"/>
                    <a:pt x="10102" y="29470"/>
                  </a:cubicBezTo>
                  <a:lnTo>
                    <a:pt x="13938" y="27127"/>
                  </a:lnTo>
                  <a:cubicBezTo>
                    <a:pt x="13938" y="27127"/>
                    <a:pt x="7013" y="12385"/>
                    <a:pt x="4481" y="849"/>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2"/>
            <p:cNvSpPr/>
            <p:nvPr/>
          </p:nvSpPr>
          <p:spPr>
            <a:xfrm>
              <a:off x="7681597" y="2894092"/>
              <a:ext cx="1023398" cy="2163835"/>
            </a:xfrm>
            <a:custGeom>
              <a:avLst/>
              <a:gdLst/>
              <a:ahLst/>
              <a:cxnLst/>
              <a:rect l="l" t="t" r="r" b="b"/>
              <a:pathLst>
                <a:path w="13938" h="29470" extrusionOk="0">
                  <a:moveTo>
                    <a:pt x="1" y="0"/>
                  </a:moveTo>
                  <a:lnTo>
                    <a:pt x="1" y="0"/>
                  </a:lnTo>
                  <a:cubicBezTo>
                    <a:pt x="1" y="0"/>
                    <a:pt x="1172" y="11844"/>
                    <a:pt x="10102" y="29470"/>
                  </a:cubicBezTo>
                  <a:lnTo>
                    <a:pt x="13938" y="27127"/>
                  </a:lnTo>
                  <a:cubicBezTo>
                    <a:pt x="13938" y="27127"/>
                    <a:pt x="7013" y="12385"/>
                    <a:pt x="4481" y="849"/>
                  </a:cubicBezTo>
                  <a:lnTo>
                    <a:pt x="1"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2"/>
            <p:cNvSpPr/>
            <p:nvPr/>
          </p:nvSpPr>
          <p:spPr>
            <a:xfrm>
              <a:off x="6906614" y="1920203"/>
              <a:ext cx="192520" cy="369842"/>
            </a:xfrm>
            <a:custGeom>
              <a:avLst/>
              <a:gdLst/>
              <a:ahLst/>
              <a:cxnLst/>
              <a:rect l="l" t="t" r="r" b="b"/>
              <a:pathLst>
                <a:path w="2622" h="5037" extrusionOk="0">
                  <a:moveTo>
                    <a:pt x="2138" y="1"/>
                  </a:moveTo>
                  <a:lnTo>
                    <a:pt x="2138" y="1"/>
                  </a:lnTo>
                  <a:cubicBezTo>
                    <a:pt x="1435" y="74"/>
                    <a:pt x="908" y="367"/>
                    <a:pt x="645" y="674"/>
                  </a:cubicBezTo>
                  <a:cubicBezTo>
                    <a:pt x="411" y="982"/>
                    <a:pt x="162" y="1377"/>
                    <a:pt x="279" y="1758"/>
                  </a:cubicBezTo>
                  <a:cubicBezTo>
                    <a:pt x="411" y="2138"/>
                    <a:pt x="879" y="2343"/>
                    <a:pt x="908" y="2738"/>
                  </a:cubicBezTo>
                  <a:cubicBezTo>
                    <a:pt x="952" y="3163"/>
                    <a:pt x="469" y="3426"/>
                    <a:pt x="235" y="3792"/>
                  </a:cubicBezTo>
                  <a:cubicBezTo>
                    <a:pt x="1" y="4173"/>
                    <a:pt x="45" y="4715"/>
                    <a:pt x="367" y="5037"/>
                  </a:cubicBezTo>
                  <a:lnTo>
                    <a:pt x="2621" y="5037"/>
                  </a:lnTo>
                  <a:cubicBezTo>
                    <a:pt x="2431" y="4920"/>
                    <a:pt x="1889" y="4568"/>
                    <a:pt x="1743" y="4393"/>
                  </a:cubicBezTo>
                  <a:cubicBezTo>
                    <a:pt x="1597" y="4202"/>
                    <a:pt x="1523" y="3968"/>
                    <a:pt x="1597" y="3748"/>
                  </a:cubicBezTo>
                  <a:cubicBezTo>
                    <a:pt x="1699" y="3529"/>
                    <a:pt x="1919" y="3397"/>
                    <a:pt x="2094" y="3236"/>
                  </a:cubicBezTo>
                  <a:cubicBezTo>
                    <a:pt x="2533" y="2841"/>
                    <a:pt x="2592" y="2036"/>
                    <a:pt x="2109" y="1640"/>
                  </a:cubicBezTo>
                  <a:cubicBezTo>
                    <a:pt x="1933" y="1494"/>
                    <a:pt x="1699" y="1421"/>
                    <a:pt x="1509" y="1274"/>
                  </a:cubicBezTo>
                  <a:cubicBezTo>
                    <a:pt x="1055" y="908"/>
                    <a:pt x="1450" y="235"/>
                    <a:pt x="21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2"/>
            <p:cNvSpPr/>
            <p:nvPr/>
          </p:nvSpPr>
          <p:spPr>
            <a:xfrm>
              <a:off x="7735343" y="1341699"/>
              <a:ext cx="408537" cy="267928"/>
            </a:xfrm>
            <a:custGeom>
              <a:avLst/>
              <a:gdLst/>
              <a:ahLst/>
              <a:cxnLst/>
              <a:rect l="l" t="t" r="r" b="b"/>
              <a:pathLst>
                <a:path w="5564" h="3649" extrusionOk="0">
                  <a:moveTo>
                    <a:pt x="1949" y="1"/>
                  </a:moveTo>
                  <a:cubicBezTo>
                    <a:pt x="1934" y="1"/>
                    <a:pt x="1919" y="2"/>
                    <a:pt x="1904" y="4"/>
                  </a:cubicBezTo>
                  <a:cubicBezTo>
                    <a:pt x="1597" y="48"/>
                    <a:pt x="1275" y="121"/>
                    <a:pt x="982" y="267"/>
                  </a:cubicBezTo>
                  <a:cubicBezTo>
                    <a:pt x="572" y="487"/>
                    <a:pt x="206" y="853"/>
                    <a:pt x="89" y="1307"/>
                  </a:cubicBezTo>
                  <a:cubicBezTo>
                    <a:pt x="1" y="1790"/>
                    <a:pt x="235" y="2317"/>
                    <a:pt x="674" y="2478"/>
                  </a:cubicBezTo>
                  <a:lnTo>
                    <a:pt x="4671" y="3649"/>
                  </a:lnTo>
                  <a:cubicBezTo>
                    <a:pt x="4890" y="3122"/>
                    <a:pt x="5081" y="2595"/>
                    <a:pt x="5300" y="2053"/>
                  </a:cubicBezTo>
                  <a:cubicBezTo>
                    <a:pt x="5432" y="1760"/>
                    <a:pt x="5564" y="1424"/>
                    <a:pt x="5271" y="1087"/>
                  </a:cubicBezTo>
                  <a:cubicBezTo>
                    <a:pt x="5139" y="941"/>
                    <a:pt x="4934" y="853"/>
                    <a:pt x="4744" y="809"/>
                  </a:cubicBezTo>
                  <a:cubicBezTo>
                    <a:pt x="4683" y="800"/>
                    <a:pt x="4624" y="796"/>
                    <a:pt x="4565" y="796"/>
                  </a:cubicBezTo>
                  <a:cubicBezTo>
                    <a:pt x="4143" y="796"/>
                    <a:pt x="3770" y="1011"/>
                    <a:pt x="3397" y="1204"/>
                  </a:cubicBezTo>
                  <a:cubicBezTo>
                    <a:pt x="3588" y="1102"/>
                    <a:pt x="3763" y="1014"/>
                    <a:pt x="3880" y="853"/>
                  </a:cubicBezTo>
                  <a:cubicBezTo>
                    <a:pt x="3983" y="692"/>
                    <a:pt x="3983" y="428"/>
                    <a:pt x="3822" y="326"/>
                  </a:cubicBezTo>
                  <a:cubicBezTo>
                    <a:pt x="3764" y="268"/>
                    <a:pt x="3682" y="252"/>
                    <a:pt x="3595" y="252"/>
                  </a:cubicBezTo>
                  <a:cubicBezTo>
                    <a:pt x="3529" y="252"/>
                    <a:pt x="3460" y="261"/>
                    <a:pt x="3397" y="267"/>
                  </a:cubicBezTo>
                  <a:cubicBezTo>
                    <a:pt x="2987" y="340"/>
                    <a:pt x="2563" y="443"/>
                    <a:pt x="2138" y="575"/>
                  </a:cubicBezTo>
                  <a:cubicBezTo>
                    <a:pt x="2403" y="407"/>
                    <a:pt x="2243" y="1"/>
                    <a:pt x="19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2"/>
            <p:cNvSpPr/>
            <p:nvPr/>
          </p:nvSpPr>
          <p:spPr>
            <a:xfrm>
              <a:off x="8370602" y="4874030"/>
              <a:ext cx="334377" cy="269470"/>
            </a:xfrm>
            <a:custGeom>
              <a:avLst/>
              <a:gdLst/>
              <a:ahLst/>
              <a:cxnLst/>
              <a:rect l="l" t="t" r="r" b="b"/>
              <a:pathLst>
                <a:path w="4554" h="3670" extrusionOk="0">
                  <a:moveTo>
                    <a:pt x="4554" y="0"/>
                  </a:moveTo>
                  <a:lnTo>
                    <a:pt x="718" y="2518"/>
                  </a:lnTo>
                  <a:cubicBezTo>
                    <a:pt x="718" y="2518"/>
                    <a:pt x="1" y="3279"/>
                    <a:pt x="89" y="3645"/>
                  </a:cubicBezTo>
                  <a:cubicBezTo>
                    <a:pt x="93" y="3662"/>
                    <a:pt x="107" y="3670"/>
                    <a:pt x="128" y="3670"/>
                  </a:cubicBezTo>
                  <a:cubicBezTo>
                    <a:pt x="577" y="3670"/>
                    <a:pt x="4554" y="147"/>
                    <a:pt x="4554" y="147"/>
                  </a:cubicBezTo>
                  <a:lnTo>
                    <a:pt x="455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2"/>
            <p:cNvSpPr/>
            <p:nvPr/>
          </p:nvSpPr>
          <p:spPr>
            <a:xfrm>
              <a:off x="8511428" y="3383166"/>
              <a:ext cx="262348" cy="302952"/>
            </a:xfrm>
            <a:custGeom>
              <a:avLst/>
              <a:gdLst/>
              <a:ahLst/>
              <a:cxnLst/>
              <a:rect l="l" t="t" r="r" b="b"/>
              <a:pathLst>
                <a:path w="3573" h="4126" extrusionOk="0">
                  <a:moveTo>
                    <a:pt x="2652" y="1"/>
                  </a:moveTo>
                  <a:cubicBezTo>
                    <a:pt x="2053" y="1"/>
                    <a:pt x="191" y="1435"/>
                    <a:pt x="191" y="1435"/>
                  </a:cubicBezTo>
                  <a:cubicBezTo>
                    <a:pt x="191" y="1435"/>
                    <a:pt x="1" y="3455"/>
                    <a:pt x="147" y="3528"/>
                  </a:cubicBezTo>
                  <a:cubicBezTo>
                    <a:pt x="161" y="3534"/>
                    <a:pt x="177" y="3537"/>
                    <a:pt x="195" y="3537"/>
                  </a:cubicBezTo>
                  <a:cubicBezTo>
                    <a:pt x="387" y="3537"/>
                    <a:pt x="735" y="3167"/>
                    <a:pt x="762" y="2562"/>
                  </a:cubicBezTo>
                  <a:cubicBezTo>
                    <a:pt x="762" y="2562"/>
                    <a:pt x="1931" y="4126"/>
                    <a:pt x="2268" y="4126"/>
                  </a:cubicBezTo>
                  <a:cubicBezTo>
                    <a:pt x="2293" y="4126"/>
                    <a:pt x="2313" y="4117"/>
                    <a:pt x="2328" y="4099"/>
                  </a:cubicBezTo>
                  <a:cubicBezTo>
                    <a:pt x="2562" y="3850"/>
                    <a:pt x="1538" y="2489"/>
                    <a:pt x="1538" y="2489"/>
                  </a:cubicBezTo>
                  <a:lnTo>
                    <a:pt x="1538" y="2489"/>
                  </a:lnTo>
                  <a:cubicBezTo>
                    <a:pt x="1538" y="2489"/>
                    <a:pt x="2459" y="3522"/>
                    <a:pt x="2798" y="3522"/>
                  </a:cubicBezTo>
                  <a:cubicBezTo>
                    <a:pt x="2826" y="3522"/>
                    <a:pt x="2851" y="3515"/>
                    <a:pt x="2870" y="3499"/>
                  </a:cubicBezTo>
                  <a:cubicBezTo>
                    <a:pt x="3133" y="3294"/>
                    <a:pt x="2226" y="2138"/>
                    <a:pt x="2226" y="2138"/>
                  </a:cubicBezTo>
                  <a:lnTo>
                    <a:pt x="2226" y="2138"/>
                  </a:lnTo>
                  <a:cubicBezTo>
                    <a:pt x="2226" y="2138"/>
                    <a:pt x="3012" y="3041"/>
                    <a:pt x="3219" y="3041"/>
                  </a:cubicBezTo>
                  <a:cubicBezTo>
                    <a:pt x="3243" y="3041"/>
                    <a:pt x="3259" y="3029"/>
                    <a:pt x="3265" y="3001"/>
                  </a:cubicBezTo>
                  <a:cubicBezTo>
                    <a:pt x="3338" y="2752"/>
                    <a:pt x="2812" y="1845"/>
                    <a:pt x="2811" y="1845"/>
                  </a:cubicBezTo>
                  <a:lnTo>
                    <a:pt x="2811" y="1845"/>
                  </a:lnTo>
                  <a:cubicBezTo>
                    <a:pt x="2812" y="1845"/>
                    <a:pt x="3281" y="2467"/>
                    <a:pt x="3447" y="2467"/>
                  </a:cubicBezTo>
                  <a:cubicBezTo>
                    <a:pt x="3473" y="2467"/>
                    <a:pt x="3491" y="2452"/>
                    <a:pt x="3499" y="2416"/>
                  </a:cubicBezTo>
                  <a:cubicBezTo>
                    <a:pt x="3573" y="2167"/>
                    <a:pt x="2811" y="73"/>
                    <a:pt x="2811" y="73"/>
                  </a:cubicBezTo>
                  <a:cubicBezTo>
                    <a:pt x="2782" y="23"/>
                    <a:pt x="2727" y="1"/>
                    <a:pt x="2652"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2"/>
            <p:cNvSpPr/>
            <p:nvPr/>
          </p:nvSpPr>
          <p:spPr>
            <a:xfrm>
              <a:off x="7289296" y="2868247"/>
              <a:ext cx="1087865" cy="2243427"/>
            </a:xfrm>
            <a:custGeom>
              <a:avLst/>
              <a:gdLst/>
              <a:ahLst/>
              <a:cxnLst/>
              <a:rect l="l" t="t" r="r" b="b"/>
              <a:pathLst>
                <a:path w="14816" h="30554" extrusionOk="0">
                  <a:moveTo>
                    <a:pt x="8843" y="1"/>
                  </a:moveTo>
                  <a:lnTo>
                    <a:pt x="8843" y="1"/>
                  </a:lnTo>
                  <a:cubicBezTo>
                    <a:pt x="9136" y="9531"/>
                    <a:pt x="0" y="28680"/>
                    <a:pt x="0" y="28680"/>
                  </a:cubicBezTo>
                  <a:lnTo>
                    <a:pt x="3455" y="30553"/>
                  </a:lnTo>
                  <a:cubicBezTo>
                    <a:pt x="11507" y="17407"/>
                    <a:pt x="14816" y="2021"/>
                    <a:pt x="14816" y="2021"/>
                  </a:cubicBezTo>
                  <a:lnTo>
                    <a:pt x="884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2"/>
            <p:cNvSpPr/>
            <p:nvPr/>
          </p:nvSpPr>
          <p:spPr>
            <a:xfrm>
              <a:off x="8122357" y="2681237"/>
              <a:ext cx="163444" cy="177028"/>
            </a:xfrm>
            <a:custGeom>
              <a:avLst/>
              <a:gdLst/>
              <a:ahLst/>
              <a:cxnLst/>
              <a:rect l="l" t="t" r="r" b="b"/>
              <a:pathLst>
                <a:path w="2226" h="2411" extrusionOk="0">
                  <a:moveTo>
                    <a:pt x="1786" y="1"/>
                  </a:moveTo>
                  <a:cubicBezTo>
                    <a:pt x="1596" y="1"/>
                    <a:pt x="1303" y="30"/>
                    <a:pt x="966" y="44"/>
                  </a:cubicBezTo>
                  <a:cubicBezTo>
                    <a:pt x="805" y="59"/>
                    <a:pt x="600" y="59"/>
                    <a:pt x="395" y="74"/>
                  </a:cubicBezTo>
                  <a:cubicBezTo>
                    <a:pt x="351" y="74"/>
                    <a:pt x="293" y="74"/>
                    <a:pt x="234" y="103"/>
                  </a:cubicBezTo>
                  <a:cubicBezTo>
                    <a:pt x="176" y="103"/>
                    <a:pt x="103" y="132"/>
                    <a:pt x="73" y="191"/>
                  </a:cubicBezTo>
                  <a:cubicBezTo>
                    <a:pt x="0" y="293"/>
                    <a:pt x="0" y="425"/>
                    <a:pt x="0" y="542"/>
                  </a:cubicBezTo>
                  <a:cubicBezTo>
                    <a:pt x="0" y="776"/>
                    <a:pt x="0" y="1011"/>
                    <a:pt x="59" y="1274"/>
                  </a:cubicBezTo>
                  <a:cubicBezTo>
                    <a:pt x="103" y="1523"/>
                    <a:pt x="220" y="1787"/>
                    <a:pt x="425" y="1977"/>
                  </a:cubicBezTo>
                  <a:cubicBezTo>
                    <a:pt x="600" y="2182"/>
                    <a:pt x="864" y="2314"/>
                    <a:pt x="1113" y="2372"/>
                  </a:cubicBezTo>
                  <a:cubicBezTo>
                    <a:pt x="1238" y="2393"/>
                    <a:pt x="1364" y="2411"/>
                    <a:pt x="1485" y="2411"/>
                  </a:cubicBezTo>
                  <a:cubicBezTo>
                    <a:pt x="1618" y="2411"/>
                    <a:pt x="1744" y="2390"/>
                    <a:pt x="1859" y="2328"/>
                  </a:cubicBezTo>
                  <a:cubicBezTo>
                    <a:pt x="1976" y="2284"/>
                    <a:pt x="2064" y="2182"/>
                    <a:pt x="2123" y="2079"/>
                  </a:cubicBezTo>
                  <a:cubicBezTo>
                    <a:pt x="2181" y="1992"/>
                    <a:pt x="2196" y="1874"/>
                    <a:pt x="2211" y="1772"/>
                  </a:cubicBezTo>
                  <a:cubicBezTo>
                    <a:pt x="2225" y="1552"/>
                    <a:pt x="2225" y="1362"/>
                    <a:pt x="2211" y="1186"/>
                  </a:cubicBezTo>
                  <a:cubicBezTo>
                    <a:pt x="2181" y="835"/>
                    <a:pt x="2123" y="542"/>
                    <a:pt x="2064" y="352"/>
                  </a:cubicBezTo>
                  <a:cubicBezTo>
                    <a:pt x="2035" y="264"/>
                    <a:pt x="2006" y="191"/>
                    <a:pt x="1991" y="132"/>
                  </a:cubicBezTo>
                  <a:cubicBezTo>
                    <a:pt x="1976" y="88"/>
                    <a:pt x="1962" y="59"/>
                    <a:pt x="1962" y="59"/>
                  </a:cubicBezTo>
                  <a:lnTo>
                    <a:pt x="1962" y="59"/>
                  </a:lnTo>
                  <a:cubicBezTo>
                    <a:pt x="1932" y="88"/>
                    <a:pt x="1976" y="176"/>
                    <a:pt x="2035" y="352"/>
                  </a:cubicBezTo>
                  <a:cubicBezTo>
                    <a:pt x="2064" y="557"/>
                    <a:pt x="2123" y="835"/>
                    <a:pt x="2137" y="1172"/>
                  </a:cubicBezTo>
                  <a:cubicBezTo>
                    <a:pt x="2137" y="1362"/>
                    <a:pt x="2152" y="1538"/>
                    <a:pt x="2123" y="1743"/>
                  </a:cubicBezTo>
                  <a:cubicBezTo>
                    <a:pt x="2108" y="1933"/>
                    <a:pt x="2006" y="2153"/>
                    <a:pt x="1815" y="2240"/>
                  </a:cubicBezTo>
                  <a:cubicBezTo>
                    <a:pt x="1720" y="2284"/>
                    <a:pt x="1610" y="2303"/>
                    <a:pt x="1493" y="2303"/>
                  </a:cubicBezTo>
                  <a:cubicBezTo>
                    <a:pt x="1376" y="2303"/>
                    <a:pt x="1252" y="2284"/>
                    <a:pt x="1127" y="2255"/>
                  </a:cubicBezTo>
                  <a:cubicBezTo>
                    <a:pt x="893" y="2196"/>
                    <a:pt x="659" y="2094"/>
                    <a:pt x="469" y="1904"/>
                  </a:cubicBezTo>
                  <a:cubicBezTo>
                    <a:pt x="293" y="1728"/>
                    <a:pt x="205" y="1494"/>
                    <a:pt x="146" y="1245"/>
                  </a:cubicBezTo>
                  <a:cubicBezTo>
                    <a:pt x="88" y="1011"/>
                    <a:pt x="88" y="776"/>
                    <a:pt x="88" y="542"/>
                  </a:cubicBezTo>
                  <a:cubicBezTo>
                    <a:pt x="88" y="410"/>
                    <a:pt x="88" y="293"/>
                    <a:pt x="146" y="220"/>
                  </a:cubicBezTo>
                  <a:cubicBezTo>
                    <a:pt x="176" y="147"/>
                    <a:pt x="293" y="147"/>
                    <a:pt x="395" y="147"/>
                  </a:cubicBezTo>
                  <a:cubicBezTo>
                    <a:pt x="600" y="147"/>
                    <a:pt x="791" y="132"/>
                    <a:pt x="966" y="118"/>
                  </a:cubicBezTo>
                  <a:cubicBezTo>
                    <a:pt x="1303" y="74"/>
                    <a:pt x="1567" y="59"/>
                    <a:pt x="1786" y="44"/>
                  </a:cubicBezTo>
                  <a:cubicBezTo>
                    <a:pt x="1991" y="30"/>
                    <a:pt x="2108" y="1"/>
                    <a:pt x="2108" y="1"/>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2"/>
            <p:cNvSpPr/>
            <p:nvPr/>
          </p:nvSpPr>
          <p:spPr>
            <a:xfrm>
              <a:off x="7156033" y="4966323"/>
              <a:ext cx="387023" cy="145308"/>
            </a:xfrm>
            <a:custGeom>
              <a:avLst/>
              <a:gdLst/>
              <a:ahLst/>
              <a:cxnLst/>
              <a:rect l="l" t="t" r="r" b="b"/>
              <a:pathLst>
                <a:path w="5271" h="1979" extrusionOk="0">
                  <a:moveTo>
                    <a:pt x="558" y="1"/>
                  </a:moveTo>
                  <a:cubicBezTo>
                    <a:pt x="299" y="1"/>
                    <a:pt x="98" y="27"/>
                    <a:pt x="73" y="105"/>
                  </a:cubicBezTo>
                  <a:cubicBezTo>
                    <a:pt x="0" y="339"/>
                    <a:pt x="5270" y="1978"/>
                    <a:pt x="5270" y="1978"/>
                  </a:cubicBezTo>
                  <a:lnTo>
                    <a:pt x="1815" y="105"/>
                  </a:lnTo>
                  <a:cubicBezTo>
                    <a:pt x="1815" y="105"/>
                    <a:pt x="1074" y="1"/>
                    <a:pt x="5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2"/>
            <p:cNvSpPr/>
            <p:nvPr/>
          </p:nvSpPr>
          <p:spPr>
            <a:xfrm>
              <a:off x="6931358" y="2221166"/>
              <a:ext cx="276298" cy="346272"/>
            </a:xfrm>
            <a:custGeom>
              <a:avLst/>
              <a:gdLst/>
              <a:ahLst/>
              <a:cxnLst/>
              <a:rect l="l" t="t" r="r" b="b"/>
              <a:pathLst>
                <a:path w="3763" h="4716" extrusionOk="0">
                  <a:moveTo>
                    <a:pt x="2335" y="0"/>
                  </a:moveTo>
                  <a:cubicBezTo>
                    <a:pt x="2333" y="0"/>
                    <a:pt x="2330" y="0"/>
                    <a:pt x="2328" y="1"/>
                  </a:cubicBezTo>
                  <a:cubicBezTo>
                    <a:pt x="2153" y="59"/>
                    <a:pt x="2050" y="660"/>
                    <a:pt x="2489" y="1231"/>
                  </a:cubicBezTo>
                  <a:cubicBezTo>
                    <a:pt x="2489" y="1231"/>
                    <a:pt x="1138" y="903"/>
                    <a:pt x="475" y="903"/>
                  </a:cubicBezTo>
                  <a:cubicBezTo>
                    <a:pt x="263" y="903"/>
                    <a:pt x="121" y="937"/>
                    <a:pt x="118" y="1026"/>
                  </a:cubicBezTo>
                  <a:cubicBezTo>
                    <a:pt x="103" y="1406"/>
                    <a:pt x="1889" y="1831"/>
                    <a:pt x="1889" y="1831"/>
                  </a:cubicBezTo>
                  <a:cubicBezTo>
                    <a:pt x="1889" y="1831"/>
                    <a:pt x="1229" y="1726"/>
                    <a:pt x="705" y="1726"/>
                  </a:cubicBezTo>
                  <a:cubicBezTo>
                    <a:pt x="374" y="1726"/>
                    <a:pt x="96" y="1768"/>
                    <a:pt x="74" y="1904"/>
                  </a:cubicBezTo>
                  <a:cubicBezTo>
                    <a:pt x="1" y="2241"/>
                    <a:pt x="1582" y="2577"/>
                    <a:pt x="1582" y="2577"/>
                  </a:cubicBezTo>
                  <a:cubicBezTo>
                    <a:pt x="1582" y="2577"/>
                    <a:pt x="872" y="2460"/>
                    <a:pt x="434" y="2460"/>
                  </a:cubicBezTo>
                  <a:cubicBezTo>
                    <a:pt x="215" y="2460"/>
                    <a:pt x="64" y="2490"/>
                    <a:pt x="103" y="2577"/>
                  </a:cubicBezTo>
                  <a:cubicBezTo>
                    <a:pt x="205" y="2826"/>
                    <a:pt x="1274" y="3222"/>
                    <a:pt x="1274" y="3222"/>
                  </a:cubicBezTo>
                  <a:cubicBezTo>
                    <a:pt x="1274" y="3222"/>
                    <a:pt x="786" y="3104"/>
                    <a:pt x="496" y="3104"/>
                  </a:cubicBezTo>
                  <a:cubicBezTo>
                    <a:pt x="350" y="3104"/>
                    <a:pt x="254" y="3134"/>
                    <a:pt x="293" y="3222"/>
                  </a:cubicBezTo>
                  <a:cubicBezTo>
                    <a:pt x="410" y="3470"/>
                    <a:pt x="2489" y="4700"/>
                    <a:pt x="2489" y="4700"/>
                  </a:cubicBezTo>
                  <a:cubicBezTo>
                    <a:pt x="2511" y="4711"/>
                    <a:pt x="2534" y="4716"/>
                    <a:pt x="2556" y="4716"/>
                  </a:cubicBezTo>
                  <a:cubicBezTo>
                    <a:pt x="3102" y="4716"/>
                    <a:pt x="3763" y="1787"/>
                    <a:pt x="3763" y="1787"/>
                  </a:cubicBezTo>
                  <a:cubicBezTo>
                    <a:pt x="3763" y="1787"/>
                    <a:pt x="2548" y="0"/>
                    <a:pt x="2335" y="0"/>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2"/>
            <p:cNvSpPr/>
            <p:nvPr/>
          </p:nvSpPr>
          <p:spPr>
            <a:xfrm>
              <a:off x="7111906" y="1936943"/>
              <a:ext cx="905183" cy="810245"/>
            </a:xfrm>
            <a:custGeom>
              <a:avLst/>
              <a:gdLst/>
              <a:ahLst/>
              <a:cxnLst/>
              <a:rect l="l" t="t" r="r" b="b"/>
              <a:pathLst>
                <a:path w="12328" h="11035" extrusionOk="0">
                  <a:moveTo>
                    <a:pt x="11405" y="1"/>
                  </a:moveTo>
                  <a:cubicBezTo>
                    <a:pt x="10217" y="1"/>
                    <a:pt x="9169" y="841"/>
                    <a:pt x="8946" y="2027"/>
                  </a:cubicBezTo>
                  <a:cubicBezTo>
                    <a:pt x="8533" y="4207"/>
                    <a:pt x="7801" y="7246"/>
                    <a:pt x="6952" y="7246"/>
                  </a:cubicBezTo>
                  <a:cubicBezTo>
                    <a:pt x="6929" y="7246"/>
                    <a:pt x="6905" y="7244"/>
                    <a:pt x="6882" y="7239"/>
                  </a:cubicBezTo>
                  <a:cubicBezTo>
                    <a:pt x="3895" y="6609"/>
                    <a:pt x="1275" y="5658"/>
                    <a:pt x="1275" y="5658"/>
                  </a:cubicBezTo>
                  <a:lnTo>
                    <a:pt x="1" y="8630"/>
                  </a:lnTo>
                  <a:cubicBezTo>
                    <a:pt x="1" y="8630"/>
                    <a:pt x="4305" y="10196"/>
                    <a:pt x="5374" y="10562"/>
                  </a:cubicBezTo>
                  <a:cubicBezTo>
                    <a:pt x="5817" y="10724"/>
                    <a:pt x="6766" y="11035"/>
                    <a:pt x="7793" y="11035"/>
                  </a:cubicBezTo>
                  <a:cubicBezTo>
                    <a:pt x="9280" y="11035"/>
                    <a:pt x="10930" y="10384"/>
                    <a:pt x="11449" y="7693"/>
                  </a:cubicBezTo>
                  <a:cubicBezTo>
                    <a:pt x="12327" y="3096"/>
                    <a:pt x="11918" y="51"/>
                    <a:pt x="11918" y="51"/>
                  </a:cubicBezTo>
                  <a:lnTo>
                    <a:pt x="11581" y="7"/>
                  </a:lnTo>
                  <a:cubicBezTo>
                    <a:pt x="11522" y="3"/>
                    <a:pt x="11463" y="1"/>
                    <a:pt x="1140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2"/>
            <p:cNvSpPr/>
            <p:nvPr/>
          </p:nvSpPr>
          <p:spPr>
            <a:xfrm>
              <a:off x="7111906" y="1938056"/>
              <a:ext cx="905183" cy="810245"/>
            </a:xfrm>
            <a:custGeom>
              <a:avLst/>
              <a:gdLst/>
              <a:ahLst/>
              <a:cxnLst/>
              <a:rect l="l" t="t" r="r" b="b"/>
              <a:pathLst>
                <a:path w="12328" h="11035" extrusionOk="0">
                  <a:moveTo>
                    <a:pt x="11405" y="1"/>
                  </a:moveTo>
                  <a:cubicBezTo>
                    <a:pt x="10217" y="1"/>
                    <a:pt x="9169" y="841"/>
                    <a:pt x="8946" y="2027"/>
                  </a:cubicBezTo>
                  <a:cubicBezTo>
                    <a:pt x="8533" y="4207"/>
                    <a:pt x="7801" y="7246"/>
                    <a:pt x="6952" y="7246"/>
                  </a:cubicBezTo>
                  <a:cubicBezTo>
                    <a:pt x="6929" y="7246"/>
                    <a:pt x="6905" y="7244"/>
                    <a:pt x="6882" y="7239"/>
                  </a:cubicBezTo>
                  <a:cubicBezTo>
                    <a:pt x="3895" y="6609"/>
                    <a:pt x="1275" y="5658"/>
                    <a:pt x="1275" y="5658"/>
                  </a:cubicBezTo>
                  <a:lnTo>
                    <a:pt x="1" y="8630"/>
                  </a:lnTo>
                  <a:cubicBezTo>
                    <a:pt x="1" y="8630"/>
                    <a:pt x="4305" y="10196"/>
                    <a:pt x="5374" y="10562"/>
                  </a:cubicBezTo>
                  <a:cubicBezTo>
                    <a:pt x="5817" y="10724"/>
                    <a:pt x="6766" y="11035"/>
                    <a:pt x="7793" y="11035"/>
                  </a:cubicBezTo>
                  <a:cubicBezTo>
                    <a:pt x="9280" y="11035"/>
                    <a:pt x="10930" y="10384"/>
                    <a:pt x="11449" y="7693"/>
                  </a:cubicBezTo>
                  <a:cubicBezTo>
                    <a:pt x="12327" y="3096"/>
                    <a:pt x="11918" y="51"/>
                    <a:pt x="11918" y="51"/>
                  </a:cubicBezTo>
                  <a:lnTo>
                    <a:pt x="11581" y="7"/>
                  </a:lnTo>
                  <a:cubicBezTo>
                    <a:pt x="11522" y="3"/>
                    <a:pt x="11463" y="1"/>
                    <a:pt x="11405"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2"/>
            <p:cNvSpPr/>
            <p:nvPr/>
          </p:nvSpPr>
          <p:spPr>
            <a:xfrm>
              <a:off x="7633285" y="1907941"/>
              <a:ext cx="823388" cy="1153654"/>
            </a:xfrm>
            <a:custGeom>
              <a:avLst/>
              <a:gdLst/>
              <a:ahLst/>
              <a:cxnLst/>
              <a:rect l="l" t="t" r="r" b="b"/>
              <a:pathLst>
                <a:path w="11214" h="15712" extrusionOk="0">
                  <a:moveTo>
                    <a:pt x="4913" y="0"/>
                  </a:moveTo>
                  <a:cubicBezTo>
                    <a:pt x="4066" y="0"/>
                    <a:pt x="3390" y="49"/>
                    <a:pt x="3162" y="65"/>
                  </a:cubicBezTo>
                  <a:cubicBezTo>
                    <a:pt x="2899" y="109"/>
                    <a:pt x="2137" y="241"/>
                    <a:pt x="1976" y="1207"/>
                  </a:cubicBezTo>
                  <a:cubicBezTo>
                    <a:pt x="1728" y="2539"/>
                    <a:pt x="1391" y="7048"/>
                    <a:pt x="1069" y="8981"/>
                  </a:cubicBezTo>
                  <a:lnTo>
                    <a:pt x="0" y="15071"/>
                  </a:lnTo>
                  <a:cubicBezTo>
                    <a:pt x="150" y="15171"/>
                    <a:pt x="385" y="15210"/>
                    <a:pt x="661" y="15210"/>
                  </a:cubicBezTo>
                  <a:cubicBezTo>
                    <a:pt x="1679" y="15210"/>
                    <a:pt x="3265" y="14676"/>
                    <a:pt x="3265" y="14676"/>
                  </a:cubicBezTo>
                  <a:cubicBezTo>
                    <a:pt x="4499" y="15468"/>
                    <a:pt x="5849" y="15711"/>
                    <a:pt x="7041" y="15711"/>
                  </a:cubicBezTo>
                  <a:cubicBezTo>
                    <a:pt x="8931" y="15711"/>
                    <a:pt x="10423" y="15100"/>
                    <a:pt x="10423" y="15100"/>
                  </a:cubicBezTo>
                  <a:lnTo>
                    <a:pt x="10131" y="10210"/>
                  </a:lnTo>
                  <a:lnTo>
                    <a:pt x="11214" y="2452"/>
                  </a:lnTo>
                  <a:cubicBezTo>
                    <a:pt x="10907" y="1471"/>
                    <a:pt x="9238" y="739"/>
                    <a:pt x="9238" y="739"/>
                  </a:cubicBezTo>
                  <a:cubicBezTo>
                    <a:pt x="8147" y="130"/>
                    <a:pt x="6300" y="0"/>
                    <a:pt x="49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2"/>
            <p:cNvSpPr/>
            <p:nvPr/>
          </p:nvSpPr>
          <p:spPr>
            <a:xfrm>
              <a:off x="7933146" y="1909410"/>
              <a:ext cx="268809" cy="532184"/>
            </a:xfrm>
            <a:custGeom>
              <a:avLst/>
              <a:gdLst/>
              <a:ahLst/>
              <a:cxnLst/>
              <a:rect l="l" t="t" r="r" b="b"/>
              <a:pathLst>
                <a:path w="3661" h="7248" extrusionOk="0">
                  <a:moveTo>
                    <a:pt x="991" y="1"/>
                  </a:moveTo>
                  <a:cubicBezTo>
                    <a:pt x="423" y="1"/>
                    <a:pt x="1" y="16"/>
                    <a:pt x="1" y="16"/>
                  </a:cubicBezTo>
                  <a:lnTo>
                    <a:pt x="1" y="7248"/>
                  </a:lnTo>
                  <a:lnTo>
                    <a:pt x="3660" y="236"/>
                  </a:lnTo>
                  <a:cubicBezTo>
                    <a:pt x="3133" y="39"/>
                    <a:pt x="1883" y="1"/>
                    <a:pt x="9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2"/>
            <p:cNvSpPr/>
            <p:nvPr/>
          </p:nvSpPr>
          <p:spPr>
            <a:xfrm>
              <a:off x="7757957" y="1452495"/>
              <a:ext cx="427847" cy="542464"/>
            </a:xfrm>
            <a:custGeom>
              <a:avLst/>
              <a:gdLst/>
              <a:ahLst/>
              <a:cxnLst/>
              <a:rect l="l" t="t" r="r" b="b"/>
              <a:pathLst>
                <a:path w="5827" h="7388" extrusionOk="0">
                  <a:moveTo>
                    <a:pt x="2826" y="1"/>
                  </a:moveTo>
                  <a:cubicBezTo>
                    <a:pt x="2783" y="1"/>
                    <a:pt x="2739" y="1"/>
                    <a:pt x="2694" y="3"/>
                  </a:cubicBezTo>
                  <a:lnTo>
                    <a:pt x="1171" y="32"/>
                  </a:lnTo>
                  <a:cubicBezTo>
                    <a:pt x="1171" y="32"/>
                    <a:pt x="278" y="32"/>
                    <a:pt x="278" y="456"/>
                  </a:cubicBezTo>
                  <a:cubicBezTo>
                    <a:pt x="278" y="456"/>
                    <a:pt x="0" y="5624"/>
                    <a:pt x="1625" y="5697"/>
                  </a:cubicBezTo>
                  <a:lnTo>
                    <a:pt x="2621" y="5697"/>
                  </a:lnTo>
                  <a:lnTo>
                    <a:pt x="2621" y="6429"/>
                  </a:lnTo>
                  <a:cubicBezTo>
                    <a:pt x="2621" y="6664"/>
                    <a:pt x="2753" y="6898"/>
                    <a:pt x="2943" y="7030"/>
                  </a:cubicBezTo>
                  <a:cubicBezTo>
                    <a:pt x="3209" y="7198"/>
                    <a:pt x="3609" y="7388"/>
                    <a:pt x="4014" y="7388"/>
                  </a:cubicBezTo>
                  <a:cubicBezTo>
                    <a:pt x="4277" y="7388"/>
                    <a:pt x="4542" y="7307"/>
                    <a:pt x="4773" y="7088"/>
                  </a:cubicBezTo>
                  <a:cubicBezTo>
                    <a:pt x="5036" y="6825"/>
                    <a:pt x="5139" y="6459"/>
                    <a:pt x="5124" y="6107"/>
                  </a:cubicBezTo>
                  <a:lnTo>
                    <a:pt x="4905" y="3370"/>
                  </a:lnTo>
                  <a:cubicBezTo>
                    <a:pt x="4905" y="3370"/>
                    <a:pt x="5827" y="3179"/>
                    <a:pt x="5651" y="2228"/>
                  </a:cubicBezTo>
                  <a:cubicBezTo>
                    <a:pt x="5558" y="1720"/>
                    <a:pt x="5301" y="1574"/>
                    <a:pt x="5034" y="1574"/>
                  </a:cubicBezTo>
                  <a:cubicBezTo>
                    <a:pt x="4670" y="1574"/>
                    <a:pt x="4290" y="1847"/>
                    <a:pt x="4290" y="1847"/>
                  </a:cubicBezTo>
                  <a:lnTo>
                    <a:pt x="4290" y="676"/>
                  </a:lnTo>
                  <a:cubicBezTo>
                    <a:pt x="4290" y="676"/>
                    <a:pt x="4221" y="1"/>
                    <a:pt x="2826"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52"/>
            <p:cNvSpPr/>
            <p:nvPr/>
          </p:nvSpPr>
          <p:spPr>
            <a:xfrm>
              <a:off x="7843936" y="1630033"/>
              <a:ext cx="22615" cy="113956"/>
            </a:xfrm>
            <a:custGeom>
              <a:avLst/>
              <a:gdLst/>
              <a:ahLst/>
              <a:cxnLst/>
              <a:rect l="l" t="t" r="r" b="b"/>
              <a:pathLst>
                <a:path w="308" h="1552" extrusionOk="0">
                  <a:moveTo>
                    <a:pt x="88" y="0"/>
                  </a:moveTo>
                  <a:cubicBezTo>
                    <a:pt x="59" y="0"/>
                    <a:pt x="44" y="366"/>
                    <a:pt x="0" y="864"/>
                  </a:cubicBezTo>
                  <a:lnTo>
                    <a:pt x="0" y="1186"/>
                  </a:lnTo>
                  <a:cubicBezTo>
                    <a:pt x="0" y="1274"/>
                    <a:pt x="15" y="1391"/>
                    <a:pt x="74" y="1464"/>
                  </a:cubicBezTo>
                  <a:cubicBezTo>
                    <a:pt x="103" y="1537"/>
                    <a:pt x="176" y="1552"/>
                    <a:pt x="235" y="1552"/>
                  </a:cubicBezTo>
                  <a:cubicBezTo>
                    <a:pt x="293" y="1537"/>
                    <a:pt x="308" y="1523"/>
                    <a:pt x="308" y="1523"/>
                  </a:cubicBezTo>
                  <a:cubicBezTo>
                    <a:pt x="308" y="1508"/>
                    <a:pt x="304" y="1508"/>
                    <a:pt x="295" y="1508"/>
                  </a:cubicBezTo>
                  <a:cubicBezTo>
                    <a:pt x="286" y="1508"/>
                    <a:pt x="271" y="1508"/>
                    <a:pt x="249" y="1493"/>
                  </a:cubicBezTo>
                  <a:cubicBezTo>
                    <a:pt x="220" y="1493"/>
                    <a:pt x="191" y="1464"/>
                    <a:pt x="147" y="1406"/>
                  </a:cubicBezTo>
                  <a:cubicBezTo>
                    <a:pt x="88" y="1303"/>
                    <a:pt x="132" y="1083"/>
                    <a:pt x="132" y="835"/>
                  </a:cubicBezTo>
                  <a:cubicBezTo>
                    <a:pt x="132" y="381"/>
                    <a:pt x="132" y="0"/>
                    <a:pt x="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2"/>
            <p:cNvSpPr/>
            <p:nvPr/>
          </p:nvSpPr>
          <p:spPr>
            <a:xfrm>
              <a:off x="7927786" y="1632163"/>
              <a:ext cx="6535" cy="26947"/>
            </a:xfrm>
            <a:custGeom>
              <a:avLst/>
              <a:gdLst/>
              <a:ahLst/>
              <a:cxnLst/>
              <a:rect l="l" t="t" r="r" b="b"/>
              <a:pathLst>
                <a:path w="89" h="367" extrusionOk="0">
                  <a:moveTo>
                    <a:pt x="44" y="0"/>
                  </a:moveTo>
                  <a:cubicBezTo>
                    <a:pt x="15" y="0"/>
                    <a:pt x="0" y="103"/>
                    <a:pt x="0" y="191"/>
                  </a:cubicBezTo>
                  <a:cubicBezTo>
                    <a:pt x="0" y="279"/>
                    <a:pt x="15" y="366"/>
                    <a:pt x="30" y="366"/>
                  </a:cubicBezTo>
                  <a:cubicBezTo>
                    <a:pt x="44" y="366"/>
                    <a:pt x="88" y="293"/>
                    <a:pt x="88" y="191"/>
                  </a:cubicBezTo>
                  <a:cubicBezTo>
                    <a:pt x="88" y="103"/>
                    <a:pt x="74" y="0"/>
                    <a:pt x="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2"/>
            <p:cNvSpPr/>
            <p:nvPr/>
          </p:nvSpPr>
          <p:spPr>
            <a:xfrm>
              <a:off x="7805242" y="1631061"/>
              <a:ext cx="6535" cy="26947"/>
            </a:xfrm>
            <a:custGeom>
              <a:avLst/>
              <a:gdLst/>
              <a:ahLst/>
              <a:cxnLst/>
              <a:rect l="l" t="t" r="r" b="b"/>
              <a:pathLst>
                <a:path w="89" h="367" extrusionOk="0">
                  <a:moveTo>
                    <a:pt x="59" y="1"/>
                  </a:moveTo>
                  <a:cubicBezTo>
                    <a:pt x="15" y="1"/>
                    <a:pt x="0" y="74"/>
                    <a:pt x="0" y="191"/>
                  </a:cubicBezTo>
                  <a:cubicBezTo>
                    <a:pt x="0" y="279"/>
                    <a:pt x="15" y="367"/>
                    <a:pt x="30" y="367"/>
                  </a:cubicBezTo>
                  <a:cubicBezTo>
                    <a:pt x="59" y="367"/>
                    <a:pt x="88" y="294"/>
                    <a:pt x="88" y="191"/>
                  </a:cubicBezTo>
                  <a:cubicBezTo>
                    <a:pt x="88" y="89"/>
                    <a:pt x="88"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52"/>
            <p:cNvSpPr/>
            <p:nvPr/>
          </p:nvSpPr>
          <p:spPr>
            <a:xfrm>
              <a:off x="7944967" y="1827763"/>
              <a:ext cx="68873" cy="118361"/>
            </a:xfrm>
            <a:custGeom>
              <a:avLst/>
              <a:gdLst/>
              <a:ahLst/>
              <a:cxnLst/>
              <a:rect l="l" t="t" r="r" b="b"/>
              <a:pathLst>
                <a:path w="938" h="1612" extrusionOk="0">
                  <a:moveTo>
                    <a:pt x="908" y="1"/>
                  </a:moveTo>
                  <a:lnTo>
                    <a:pt x="908" y="1"/>
                  </a:lnTo>
                  <a:cubicBezTo>
                    <a:pt x="718" y="264"/>
                    <a:pt x="396" y="469"/>
                    <a:pt x="74" y="557"/>
                  </a:cubicBezTo>
                  <a:lnTo>
                    <a:pt x="30" y="542"/>
                  </a:lnTo>
                  <a:lnTo>
                    <a:pt x="30" y="542"/>
                  </a:lnTo>
                  <a:cubicBezTo>
                    <a:pt x="15" y="879"/>
                    <a:pt x="1" y="1099"/>
                    <a:pt x="59" y="1392"/>
                  </a:cubicBezTo>
                  <a:cubicBezTo>
                    <a:pt x="59" y="1406"/>
                    <a:pt x="103" y="1582"/>
                    <a:pt x="103" y="1611"/>
                  </a:cubicBezTo>
                  <a:cubicBezTo>
                    <a:pt x="103" y="1611"/>
                    <a:pt x="249" y="1553"/>
                    <a:pt x="337" y="1494"/>
                  </a:cubicBezTo>
                  <a:cubicBezTo>
                    <a:pt x="586" y="1348"/>
                    <a:pt x="762" y="1113"/>
                    <a:pt x="835" y="835"/>
                  </a:cubicBezTo>
                  <a:cubicBezTo>
                    <a:pt x="938" y="557"/>
                    <a:pt x="938" y="294"/>
                    <a:pt x="908"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52"/>
            <p:cNvSpPr/>
            <p:nvPr/>
          </p:nvSpPr>
          <p:spPr>
            <a:xfrm>
              <a:off x="8081461" y="1602059"/>
              <a:ext cx="52793" cy="75334"/>
            </a:xfrm>
            <a:custGeom>
              <a:avLst/>
              <a:gdLst/>
              <a:ahLst/>
              <a:cxnLst/>
              <a:rect l="l" t="t" r="r" b="b"/>
              <a:pathLst>
                <a:path w="719" h="1026" extrusionOk="0">
                  <a:moveTo>
                    <a:pt x="660" y="0"/>
                  </a:moveTo>
                  <a:lnTo>
                    <a:pt x="660" y="0"/>
                  </a:lnTo>
                  <a:cubicBezTo>
                    <a:pt x="660" y="0"/>
                    <a:pt x="586" y="1"/>
                    <a:pt x="469" y="44"/>
                  </a:cubicBezTo>
                  <a:cubicBezTo>
                    <a:pt x="347" y="99"/>
                    <a:pt x="200" y="216"/>
                    <a:pt x="97" y="396"/>
                  </a:cubicBezTo>
                  <a:lnTo>
                    <a:pt x="97" y="396"/>
                  </a:lnTo>
                  <a:cubicBezTo>
                    <a:pt x="90" y="401"/>
                    <a:pt x="82" y="406"/>
                    <a:pt x="74" y="410"/>
                  </a:cubicBezTo>
                  <a:lnTo>
                    <a:pt x="85" y="419"/>
                  </a:lnTo>
                  <a:lnTo>
                    <a:pt x="85" y="419"/>
                  </a:lnTo>
                  <a:cubicBezTo>
                    <a:pt x="81" y="426"/>
                    <a:pt x="77" y="433"/>
                    <a:pt x="74" y="440"/>
                  </a:cubicBezTo>
                  <a:lnTo>
                    <a:pt x="1" y="601"/>
                  </a:lnTo>
                  <a:lnTo>
                    <a:pt x="147" y="484"/>
                  </a:lnTo>
                  <a:cubicBezTo>
                    <a:pt x="220" y="454"/>
                    <a:pt x="294" y="396"/>
                    <a:pt x="367" y="381"/>
                  </a:cubicBezTo>
                  <a:cubicBezTo>
                    <a:pt x="386" y="374"/>
                    <a:pt x="405" y="371"/>
                    <a:pt x="422" y="371"/>
                  </a:cubicBezTo>
                  <a:cubicBezTo>
                    <a:pt x="512" y="371"/>
                    <a:pt x="579" y="454"/>
                    <a:pt x="616" y="528"/>
                  </a:cubicBezTo>
                  <a:cubicBezTo>
                    <a:pt x="660" y="630"/>
                    <a:pt x="630" y="732"/>
                    <a:pt x="586" y="806"/>
                  </a:cubicBezTo>
                  <a:cubicBezTo>
                    <a:pt x="513" y="952"/>
                    <a:pt x="411" y="996"/>
                    <a:pt x="425" y="1025"/>
                  </a:cubicBezTo>
                  <a:cubicBezTo>
                    <a:pt x="425" y="1025"/>
                    <a:pt x="542" y="981"/>
                    <a:pt x="630" y="820"/>
                  </a:cubicBezTo>
                  <a:cubicBezTo>
                    <a:pt x="674" y="747"/>
                    <a:pt x="718" y="615"/>
                    <a:pt x="674" y="484"/>
                  </a:cubicBezTo>
                  <a:cubicBezTo>
                    <a:pt x="660" y="440"/>
                    <a:pt x="630" y="366"/>
                    <a:pt x="557" y="323"/>
                  </a:cubicBezTo>
                  <a:cubicBezTo>
                    <a:pt x="505" y="302"/>
                    <a:pt x="446" y="281"/>
                    <a:pt x="385" y="281"/>
                  </a:cubicBezTo>
                  <a:cubicBezTo>
                    <a:pt x="360" y="281"/>
                    <a:pt x="334" y="285"/>
                    <a:pt x="308" y="293"/>
                  </a:cubicBezTo>
                  <a:cubicBezTo>
                    <a:pt x="291" y="296"/>
                    <a:pt x="275" y="301"/>
                    <a:pt x="259" y="306"/>
                  </a:cubicBezTo>
                  <a:lnTo>
                    <a:pt x="259" y="306"/>
                  </a:lnTo>
                  <a:cubicBezTo>
                    <a:pt x="331" y="217"/>
                    <a:pt x="408" y="151"/>
                    <a:pt x="484" y="103"/>
                  </a:cubicBezTo>
                  <a:cubicBezTo>
                    <a:pt x="586" y="30"/>
                    <a:pt x="660" y="15"/>
                    <a:pt x="6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52"/>
            <p:cNvSpPr/>
            <p:nvPr/>
          </p:nvSpPr>
          <p:spPr>
            <a:xfrm>
              <a:off x="7857887" y="1736424"/>
              <a:ext cx="66743" cy="52352"/>
            </a:xfrm>
            <a:custGeom>
              <a:avLst/>
              <a:gdLst/>
              <a:ahLst/>
              <a:cxnLst/>
              <a:rect l="l" t="t" r="r" b="b"/>
              <a:pathLst>
                <a:path w="909" h="713" extrusionOk="0">
                  <a:moveTo>
                    <a:pt x="879" y="0"/>
                  </a:moveTo>
                  <a:cubicBezTo>
                    <a:pt x="850" y="0"/>
                    <a:pt x="850" y="44"/>
                    <a:pt x="821" y="161"/>
                  </a:cubicBezTo>
                  <a:cubicBezTo>
                    <a:pt x="777" y="249"/>
                    <a:pt x="703" y="396"/>
                    <a:pt x="586" y="484"/>
                  </a:cubicBezTo>
                  <a:cubicBezTo>
                    <a:pt x="455" y="586"/>
                    <a:pt x="308" y="615"/>
                    <a:pt x="191" y="615"/>
                  </a:cubicBezTo>
                  <a:cubicBezTo>
                    <a:pt x="123" y="615"/>
                    <a:pt x="67" y="609"/>
                    <a:pt x="38" y="609"/>
                  </a:cubicBezTo>
                  <a:cubicBezTo>
                    <a:pt x="24" y="609"/>
                    <a:pt x="15" y="610"/>
                    <a:pt x="15" y="615"/>
                  </a:cubicBezTo>
                  <a:cubicBezTo>
                    <a:pt x="1" y="630"/>
                    <a:pt x="74" y="674"/>
                    <a:pt x="206" y="703"/>
                  </a:cubicBezTo>
                  <a:cubicBezTo>
                    <a:pt x="230" y="709"/>
                    <a:pt x="257" y="712"/>
                    <a:pt x="286" y="712"/>
                  </a:cubicBezTo>
                  <a:cubicBezTo>
                    <a:pt x="399" y="712"/>
                    <a:pt x="543" y="668"/>
                    <a:pt x="660" y="586"/>
                  </a:cubicBezTo>
                  <a:cubicBezTo>
                    <a:pt x="791" y="454"/>
                    <a:pt x="879" y="293"/>
                    <a:pt x="894" y="176"/>
                  </a:cubicBezTo>
                  <a:cubicBezTo>
                    <a:pt x="908" y="74"/>
                    <a:pt x="894" y="0"/>
                    <a:pt x="8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52"/>
            <p:cNvSpPr/>
            <p:nvPr/>
          </p:nvSpPr>
          <p:spPr>
            <a:xfrm>
              <a:off x="7906273" y="1727393"/>
              <a:ext cx="33408" cy="22028"/>
            </a:xfrm>
            <a:custGeom>
              <a:avLst/>
              <a:gdLst/>
              <a:ahLst/>
              <a:cxnLst/>
              <a:rect l="l" t="t" r="r" b="b"/>
              <a:pathLst>
                <a:path w="455" h="300" extrusionOk="0">
                  <a:moveTo>
                    <a:pt x="116" y="1"/>
                  </a:moveTo>
                  <a:cubicBezTo>
                    <a:pt x="99" y="1"/>
                    <a:pt x="85" y="3"/>
                    <a:pt x="74" y="6"/>
                  </a:cubicBezTo>
                  <a:cubicBezTo>
                    <a:pt x="15" y="21"/>
                    <a:pt x="1" y="50"/>
                    <a:pt x="1" y="65"/>
                  </a:cubicBezTo>
                  <a:cubicBezTo>
                    <a:pt x="1" y="94"/>
                    <a:pt x="118" y="80"/>
                    <a:pt x="235" y="138"/>
                  </a:cubicBezTo>
                  <a:cubicBezTo>
                    <a:pt x="367" y="182"/>
                    <a:pt x="410" y="299"/>
                    <a:pt x="440" y="299"/>
                  </a:cubicBezTo>
                  <a:cubicBezTo>
                    <a:pt x="454" y="299"/>
                    <a:pt x="454" y="270"/>
                    <a:pt x="440" y="211"/>
                  </a:cubicBezTo>
                  <a:cubicBezTo>
                    <a:pt x="410" y="153"/>
                    <a:pt x="367" y="80"/>
                    <a:pt x="293" y="50"/>
                  </a:cubicBezTo>
                  <a:cubicBezTo>
                    <a:pt x="238" y="17"/>
                    <a:pt x="167" y="1"/>
                    <a:pt x="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52"/>
            <p:cNvSpPr/>
            <p:nvPr/>
          </p:nvSpPr>
          <p:spPr>
            <a:xfrm>
              <a:off x="7622491" y="2983302"/>
              <a:ext cx="771844" cy="83998"/>
            </a:xfrm>
            <a:custGeom>
              <a:avLst/>
              <a:gdLst/>
              <a:ahLst/>
              <a:cxnLst/>
              <a:rect l="l" t="t" r="r" b="b"/>
              <a:pathLst>
                <a:path w="10512" h="1144" extrusionOk="0">
                  <a:moveTo>
                    <a:pt x="30" y="366"/>
                  </a:moveTo>
                  <a:cubicBezTo>
                    <a:pt x="26" y="370"/>
                    <a:pt x="22" y="372"/>
                    <a:pt x="18" y="373"/>
                  </a:cubicBezTo>
                  <a:lnTo>
                    <a:pt x="18" y="373"/>
                  </a:lnTo>
                  <a:cubicBezTo>
                    <a:pt x="7" y="368"/>
                    <a:pt x="1" y="366"/>
                    <a:pt x="1" y="366"/>
                  </a:cubicBezTo>
                  <a:lnTo>
                    <a:pt x="1" y="366"/>
                  </a:lnTo>
                  <a:cubicBezTo>
                    <a:pt x="1" y="366"/>
                    <a:pt x="7" y="373"/>
                    <a:pt x="16" y="373"/>
                  </a:cubicBezTo>
                  <a:cubicBezTo>
                    <a:pt x="17" y="373"/>
                    <a:pt x="18" y="373"/>
                    <a:pt x="18" y="373"/>
                  </a:cubicBezTo>
                  <a:lnTo>
                    <a:pt x="18" y="373"/>
                  </a:lnTo>
                  <a:cubicBezTo>
                    <a:pt x="40" y="381"/>
                    <a:pt x="83" y="397"/>
                    <a:pt x="141" y="424"/>
                  </a:cubicBezTo>
                  <a:lnTo>
                    <a:pt x="141" y="424"/>
                  </a:lnTo>
                  <a:cubicBezTo>
                    <a:pt x="96" y="396"/>
                    <a:pt x="63" y="377"/>
                    <a:pt x="30" y="366"/>
                  </a:cubicBezTo>
                  <a:close/>
                  <a:moveTo>
                    <a:pt x="3397" y="0"/>
                  </a:moveTo>
                  <a:lnTo>
                    <a:pt x="3382" y="15"/>
                  </a:lnTo>
                  <a:cubicBezTo>
                    <a:pt x="2461" y="440"/>
                    <a:pt x="1608" y="660"/>
                    <a:pt x="996" y="660"/>
                  </a:cubicBezTo>
                  <a:cubicBezTo>
                    <a:pt x="976" y="660"/>
                    <a:pt x="957" y="659"/>
                    <a:pt x="938" y="659"/>
                  </a:cubicBezTo>
                  <a:cubicBezTo>
                    <a:pt x="616" y="630"/>
                    <a:pt x="396" y="542"/>
                    <a:pt x="235" y="469"/>
                  </a:cubicBezTo>
                  <a:cubicBezTo>
                    <a:pt x="200" y="451"/>
                    <a:pt x="169" y="437"/>
                    <a:pt x="141" y="424"/>
                  </a:cubicBezTo>
                  <a:lnTo>
                    <a:pt x="141" y="424"/>
                  </a:lnTo>
                  <a:cubicBezTo>
                    <a:pt x="156" y="433"/>
                    <a:pt x="173" y="443"/>
                    <a:pt x="191" y="454"/>
                  </a:cubicBezTo>
                  <a:cubicBezTo>
                    <a:pt x="367" y="527"/>
                    <a:pt x="586" y="659"/>
                    <a:pt x="908" y="674"/>
                  </a:cubicBezTo>
                  <a:cubicBezTo>
                    <a:pt x="947" y="675"/>
                    <a:pt x="986" y="676"/>
                    <a:pt x="1025" y="676"/>
                  </a:cubicBezTo>
                  <a:cubicBezTo>
                    <a:pt x="1649" y="676"/>
                    <a:pt x="2476" y="466"/>
                    <a:pt x="3356" y="91"/>
                  </a:cubicBezTo>
                  <a:lnTo>
                    <a:pt x="3356" y="91"/>
                  </a:lnTo>
                  <a:cubicBezTo>
                    <a:pt x="3795" y="520"/>
                    <a:pt x="4416" y="779"/>
                    <a:pt x="5081" y="952"/>
                  </a:cubicBezTo>
                  <a:cubicBezTo>
                    <a:pt x="5651" y="1086"/>
                    <a:pt x="6213" y="1143"/>
                    <a:pt x="6740" y="1143"/>
                  </a:cubicBezTo>
                  <a:cubicBezTo>
                    <a:pt x="6903" y="1143"/>
                    <a:pt x="7062" y="1138"/>
                    <a:pt x="7218" y="1128"/>
                  </a:cubicBezTo>
                  <a:cubicBezTo>
                    <a:pt x="7877" y="1098"/>
                    <a:pt x="8462" y="981"/>
                    <a:pt x="8960" y="849"/>
                  </a:cubicBezTo>
                  <a:cubicBezTo>
                    <a:pt x="9443" y="732"/>
                    <a:pt x="9824" y="615"/>
                    <a:pt x="10102" y="527"/>
                  </a:cubicBezTo>
                  <a:cubicBezTo>
                    <a:pt x="10219" y="469"/>
                    <a:pt x="10336" y="439"/>
                    <a:pt x="10409" y="410"/>
                  </a:cubicBezTo>
                  <a:cubicBezTo>
                    <a:pt x="10483" y="396"/>
                    <a:pt x="10512" y="381"/>
                    <a:pt x="10512" y="381"/>
                  </a:cubicBezTo>
                  <a:lnTo>
                    <a:pt x="10512" y="381"/>
                  </a:lnTo>
                  <a:cubicBezTo>
                    <a:pt x="10512" y="381"/>
                    <a:pt x="10483" y="381"/>
                    <a:pt x="10409" y="396"/>
                  </a:cubicBezTo>
                  <a:cubicBezTo>
                    <a:pt x="10336" y="439"/>
                    <a:pt x="10219" y="454"/>
                    <a:pt x="10102" y="483"/>
                  </a:cubicBezTo>
                  <a:cubicBezTo>
                    <a:pt x="9838" y="557"/>
                    <a:pt x="9458" y="674"/>
                    <a:pt x="8960" y="776"/>
                  </a:cubicBezTo>
                  <a:cubicBezTo>
                    <a:pt x="8492" y="893"/>
                    <a:pt x="7906" y="996"/>
                    <a:pt x="7247" y="1040"/>
                  </a:cubicBezTo>
                  <a:cubicBezTo>
                    <a:pt x="7125" y="1045"/>
                    <a:pt x="6999" y="1048"/>
                    <a:pt x="6872" y="1048"/>
                  </a:cubicBezTo>
                  <a:cubicBezTo>
                    <a:pt x="6316" y="1048"/>
                    <a:pt x="5720" y="992"/>
                    <a:pt x="5125" y="849"/>
                  </a:cubicBezTo>
                  <a:cubicBezTo>
                    <a:pt x="4466" y="688"/>
                    <a:pt x="3866" y="410"/>
                    <a:pt x="3412" y="15"/>
                  </a:cubicBezTo>
                  <a:lnTo>
                    <a:pt x="33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52"/>
            <p:cNvSpPr/>
            <p:nvPr/>
          </p:nvSpPr>
          <p:spPr>
            <a:xfrm>
              <a:off x="7874040" y="2426458"/>
              <a:ext cx="57051" cy="560159"/>
            </a:xfrm>
            <a:custGeom>
              <a:avLst/>
              <a:gdLst/>
              <a:ahLst/>
              <a:cxnLst/>
              <a:rect l="l" t="t" r="r" b="b"/>
              <a:pathLst>
                <a:path w="777" h="7629" extrusionOk="0">
                  <a:moveTo>
                    <a:pt x="776" y="1"/>
                  </a:moveTo>
                  <a:cubicBezTo>
                    <a:pt x="776" y="1"/>
                    <a:pt x="762" y="118"/>
                    <a:pt x="732" y="294"/>
                  </a:cubicBezTo>
                  <a:cubicBezTo>
                    <a:pt x="688" y="484"/>
                    <a:pt x="659" y="748"/>
                    <a:pt x="601" y="1099"/>
                  </a:cubicBezTo>
                  <a:cubicBezTo>
                    <a:pt x="513" y="1772"/>
                    <a:pt x="381" y="2724"/>
                    <a:pt x="264" y="3793"/>
                  </a:cubicBezTo>
                  <a:cubicBezTo>
                    <a:pt x="161" y="4847"/>
                    <a:pt x="74" y="5798"/>
                    <a:pt x="30" y="6501"/>
                  </a:cubicBezTo>
                  <a:cubicBezTo>
                    <a:pt x="15" y="6852"/>
                    <a:pt x="0" y="7116"/>
                    <a:pt x="0" y="7321"/>
                  </a:cubicBezTo>
                  <a:lnTo>
                    <a:pt x="0" y="7628"/>
                  </a:lnTo>
                  <a:cubicBezTo>
                    <a:pt x="0" y="7628"/>
                    <a:pt x="15" y="7526"/>
                    <a:pt x="30" y="7321"/>
                  </a:cubicBezTo>
                  <a:cubicBezTo>
                    <a:pt x="44" y="7101"/>
                    <a:pt x="74" y="6823"/>
                    <a:pt x="103" y="6501"/>
                  </a:cubicBezTo>
                  <a:cubicBezTo>
                    <a:pt x="161" y="5828"/>
                    <a:pt x="249" y="4876"/>
                    <a:pt x="366" y="3807"/>
                  </a:cubicBezTo>
                  <a:cubicBezTo>
                    <a:pt x="469" y="2768"/>
                    <a:pt x="586" y="1816"/>
                    <a:pt x="674" y="1114"/>
                  </a:cubicBezTo>
                  <a:cubicBezTo>
                    <a:pt x="703" y="792"/>
                    <a:pt x="747" y="499"/>
                    <a:pt x="762" y="294"/>
                  </a:cubicBezTo>
                  <a:cubicBezTo>
                    <a:pt x="776" y="118"/>
                    <a:pt x="776" y="1"/>
                    <a:pt x="7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52"/>
            <p:cNvSpPr/>
            <p:nvPr/>
          </p:nvSpPr>
          <p:spPr>
            <a:xfrm>
              <a:off x="7849296" y="1910584"/>
              <a:ext cx="83925" cy="428949"/>
            </a:xfrm>
            <a:custGeom>
              <a:avLst/>
              <a:gdLst/>
              <a:ahLst/>
              <a:cxnLst/>
              <a:rect l="l" t="t" r="r" b="b"/>
              <a:pathLst>
                <a:path w="1143" h="5842" extrusionOk="0">
                  <a:moveTo>
                    <a:pt x="1143" y="0"/>
                  </a:moveTo>
                  <a:cubicBezTo>
                    <a:pt x="1143" y="0"/>
                    <a:pt x="484" y="1186"/>
                    <a:pt x="235" y="1786"/>
                  </a:cubicBezTo>
                  <a:cubicBezTo>
                    <a:pt x="1" y="2416"/>
                    <a:pt x="1143" y="5841"/>
                    <a:pt x="1143" y="5841"/>
                  </a:cubicBezTo>
                  <a:lnTo>
                    <a:pt x="1143"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52"/>
            <p:cNvSpPr/>
            <p:nvPr/>
          </p:nvSpPr>
          <p:spPr>
            <a:xfrm>
              <a:off x="7978301" y="1926664"/>
              <a:ext cx="269837" cy="427921"/>
            </a:xfrm>
            <a:custGeom>
              <a:avLst/>
              <a:gdLst/>
              <a:ahLst/>
              <a:cxnLst/>
              <a:rect l="l" t="t" r="r" b="b"/>
              <a:pathLst>
                <a:path w="3675" h="5828" extrusionOk="0">
                  <a:moveTo>
                    <a:pt x="3045" y="1"/>
                  </a:moveTo>
                  <a:lnTo>
                    <a:pt x="0" y="5827"/>
                  </a:lnTo>
                  <a:cubicBezTo>
                    <a:pt x="0" y="5827"/>
                    <a:pt x="2548" y="3382"/>
                    <a:pt x="3148" y="2694"/>
                  </a:cubicBezTo>
                  <a:cubicBezTo>
                    <a:pt x="3675" y="2094"/>
                    <a:pt x="3163" y="15"/>
                    <a:pt x="3045"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52"/>
            <p:cNvSpPr/>
            <p:nvPr/>
          </p:nvSpPr>
          <p:spPr>
            <a:xfrm>
              <a:off x="8112666" y="3102541"/>
              <a:ext cx="173136" cy="125043"/>
            </a:xfrm>
            <a:custGeom>
              <a:avLst/>
              <a:gdLst/>
              <a:ahLst/>
              <a:cxnLst/>
              <a:rect l="l" t="t" r="r" b="b"/>
              <a:pathLst>
                <a:path w="2358" h="1703" extrusionOk="0">
                  <a:moveTo>
                    <a:pt x="2" y="0"/>
                  </a:moveTo>
                  <a:cubicBezTo>
                    <a:pt x="1" y="0"/>
                    <a:pt x="1" y="1"/>
                    <a:pt x="0" y="1"/>
                  </a:cubicBezTo>
                  <a:cubicBezTo>
                    <a:pt x="0" y="1"/>
                    <a:pt x="74" y="148"/>
                    <a:pt x="235" y="367"/>
                  </a:cubicBezTo>
                  <a:cubicBezTo>
                    <a:pt x="410" y="587"/>
                    <a:pt x="659" y="850"/>
                    <a:pt x="996" y="1099"/>
                  </a:cubicBezTo>
                  <a:cubicBezTo>
                    <a:pt x="1318" y="1333"/>
                    <a:pt x="1669" y="1494"/>
                    <a:pt x="1918" y="1582"/>
                  </a:cubicBezTo>
                  <a:cubicBezTo>
                    <a:pt x="2140" y="1669"/>
                    <a:pt x="2289" y="1703"/>
                    <a:pt x="2331" y="1703"/>
                  </a:cubicBezTo>
                  <a:cubicBezTo>
                    <a:pt x="2339" y="1703"/>
                    <a:pt x="2343" y="1702"/>
                    <a:pt x="2343" y="1699"/>
                  </a:cubicBezTo>
                  <a:cubicBezTo>
                    <a:pt x="2357" y="1670"/>
                    <a:pt x="1699" y="1494"/>
                    <a:pt x="1040" y="1026"/>
                  </a:cubicBezTo>
                  <a:cubicBezTo>
                    <a:pt x="397" y="555"/>
                    <a:pt x="33" y="0"/>
                    <a:pt x="2" y="0"/>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52"/>
            <p:cNvSpPr/>
            <p:nvPr/>
          </p:nvSpPr>
          <p:spPr>
            <a:xfrm>
              <a:off x="7452663" y="3189695"/>
              <a:ext cx="750404" cy="1883278"/>
            </a:xfrm>
            <a:custGeom>
              <a:avLst/>
              <a:gdLst/>
              <a:ahLst/>
              <a:cxnLst/>
              <a:rect l="l" t="t" r="r" b="b"/>
              <a:pathLst>
                <a:path w="10220" h="25649" extrusionOk="0">
                  <a:moveTo>
                    <a:pt x="10219" y="0"/>
                  </a:moveTo>
                  <a:cubicBezTo>
                    <a:pt x="10219" y="0"/>
                    <a:pt x="10219" y="15"/>
                    <a:pt x="10190" y="73"/>
                  </a:cubicBezTo>
                  <a:cubicBezTo>
                    <a:pt x="10190" y="132"/>
                    <a:pt x="10175" y="190"/>
                    <a:pt x="10160" y="278"/>
                  </a:cubicBezTo>
                  <a:cubicBezTo>
                    <a:pt x="10117" y="483"/>
                    <a:pt x="10073" y="732"/>
                    <a:pt x="10014" y="1083"/>
                  </a:cubicBezTo>
                  <a:cubicBezTo>
                    <a:pt x="9999" y="1244"/>
                    <a:pt x="9956" y="1449"/>
                    <a:pt x="9926" y="1654"/>
                  </a:cubicBezTo>
                  <a:cubicBezTo>
                    <a:pt x="9882" y="1845"/>
                    <a:pt x="9824" y="2093"/>
                    <a:pt x="9780" y="2328"/>
                  </a:cubicBezTo>
                  <a:cubicBezTo>
                    <a:pt x="9677" y="2796"/>
                    <a:pt x="9575" y="3367"/>
                    <a:pt x="9414" y="3967"/>
                  </a:cubicBezTo>
                  <a:cubicBezTo>
                    <a:pt x="9341" y="4260"/>
                    <a:pt x="9267" y="4597"/>
                    <a:pt x="9165" y="4919"/>
                  </a:cubicBezTo>
                  <a:cubicBezTo>
                    <a:pt x="9077" y="5256"/>
                    <a:pt x="8975" y="5607"/>
                    <a:pt x="8872" y="5944"/>
                  </a:cubicBezTo>
                  <a:cubicBezTo>
                    <a:pt x="8682" y="6661"/>
                    <a:pt x="8448" y="7408"/>
                    <a:pt x="8184" y="8198"/>
                  </a:cubicBezTo>
                  <a:cubicBezTo>
                    <a:pt x="7657" y="9779"/>
                    <a:pt x="7013" y="11492"/>
                    <a:pt x="6266" y="13249"/>
                  </a:cubicBezTo>
                  <a:cubicBezTo>
                    <a:pt x="5505" y="15020"/>
                    <a:pt x="4729" y="16674"/>
                    <a:pt x="3997" y="18153"/>
                  </a:cubicBezTo>
                  <a:cubicBezTo>
                    <a:pt x="3265" y="19632"/>
                    <a:pt x="2563" y="20978"/>
                    <a:pt x="1962" y="22076"/>
                  </a:cubicBezTo>
                  <a:cubicBezTo>
                    <a:pt x="1457" y="23012"/>
                    <a:pt x="1035" y="23783"/>
                    <a:pt x="714" y="24370"/>
                  </a:cubicBezTo>
                  <a:lnTo>
                    <a:pt x="714" y="24370"/>
                  </a:lnTo>
                  <a:cubicBezTo>
                    <a:pt x="1054" y="23783"/>
                    <a:pt x="1480" y="23015"/>
                    <a:pt x="1977" y="22106"/>
                  </a:cubicBezTo>
                  <a:cubicBezTo>
                    <a:pt x="2577" y="20993"/>
                    <a:pt x="3280" y="19676"/>
                    <a:pt x="4027" y="18197"/>
                  </a:cubicBezTo>
                  <a:cubicBezTo>
                    <a:pt x="4773" y="16704"/>
                    <a:pt x="5564" y="15049"/>
                    <a:pt x="6310" y="13293"/>
                  </a:cubicBezTo>
                  <a:cubicBezTo>
                    <a:pt x="7072" y="11536"/>
                    <a:pt x="7701" y="9809"/>
                    <a:pt x="8243" y="8242"/>
                  </a:cubicBezTo>
                  <a:cubicBezTo>
                    <a:pt x="8492" y="7452"/>
                    <a:pt x="8755" y="6705"/>
                    <a:pt x="8931" y="5988"/>
                  </a:cubicBezTo>
                  <a:cubicBezTo>
                    <a:pt x="9048" y="5636"/>
                    <a:pt x="9136" y="5285"/>
                    <a:pt x="9224" y="4963"/>
                  </a:cubicBezTo>
                  <a:cubicBezTo>
                    <a:pt x="9311" y="4626"/>
                    <a:pt x="9385" y="4319"/>
                    <a:pt x="9458" y="4011"/>
                  </a:cubicBezTo>
                  <a:cubicBezTo>
                    <a:pt x="9633" y="3382"/>
                    <a:pt x="9721" y="2840"/>
                    <a:pt x="9824" y="2342"/>
                  </a:cubicBezTo>
                  <a:cubicBezTo>
                    <a:pt x="9868" y="2108"/>
                    <a:pt x="9926" y="1889"/>
                    <a:pt x="9956" y="1669"/>
                  </a:cubicBezTo>
                  <a:cubicBezTo>
                    <a:pt x="9999" y="1449"/>
                    <a:pt x="10014" y="1259"/>
                    <a:pt x="10043" y="1083"/>
                  </a:cubicBezTo>
                  <a:cubicBezTo>
                    <a:pt x="10102" y="732"/>
                    <a:pt x="10146" y="454"/>
                    <a:pt x="10175" y="278"/>
                  </a:cubicBezTo>
                  <a:cubicBezTo>
                    <a:pt x="10190" y="205"/>
                    <a:pt x="10219" y="132"/>
                    <a:pt x="10219" y="73"/>
                  </a:cubicBezTo>
                  <a:lnTo>
                    <a:pt x="10219" y="0"/>
                  </a:lnTo>
                  <a:close/>
                  <a:moveTo>
                    <a:pt x="714" y="24370"/>
                  </a:moveTo>
                  <a:cubicBezTo>
                    <a:pt x="643" y="24492"/>
                    <a:pt x="576" y="24606"/>
                    <a:pt x="513" y="24712"/>
                  </a:cubicBezTo>
                  <a:cubicBezTo>
                    <a:pt x="337" y="25004"/>
                    <a:pt x="206" y="25239"/>
                    <a:pt x="118" y="25400"/>
                  </a:cubicBezTo>
                  <a:cubicBezTo>
                    <a:pt x="74" y="25473"/>
                    <a:pt x="45" y="25531"/>
                    <a:pt x="1" y="25590"/>
                  </a:cubicBezTo>
                  <a:cubicBezTo>
                    <a:pt x="30" y="25634"/>
                    <a:pt x="30" y="25648"/>
                    <a:pt x="30" y="25648"/>
                  </a:cubicBezTo>
                  <a:cubicBezTo>
                    <a:pt x="30" y="25648"/>
                    <a:pt x="30" y="25634"/>
                    <a:pt x="59" y="25590"/>
                  </a:cubicBezTo>
                  <a:cubicBezTo>
                    <a:pt x="74" y="25531"/>
                    <a:pt x="118" y="25473"/>
                    <a:pt x="147" y="25400"/>
                  </a:cubicBezTo>
                  <a:cubicBezTo>
                    <a:pt x="250" y="25239"/>
                    <a:pt x="367" y="24990"/>
                    <a:pt x="542" y="24682"/>
                  </a:cubicBezTo>
                  <a:cubicBezTo>
                    <a:pt x="596" y="24585"/>
                    <a:pt x="653" y="24480"/>
                    <a:pt x="714" y="24370"/>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52"/>
            <p:cNvSpPr/>
            <p:nvPr/>
          </p:nvSpPr>
          <p:spPr>
            <a:xfrm>
              <a:off x="8238440" y="2085773"/>
              <a:ext cx="497748" cy="1430760"/>
            </a:xfrm>
            <a:custGeom>
              <a:avLst/>
              <a:gdLst/>
              <a:ahLst/>
              <a:cxnLst/>
              <a:rect l="l" t="t" r="r" b="b"/>
              <a:pathLst>
                <a:path w="6779" h="19486" extrusionOk="0">
                  <a:moveTo>
                    <a:pt x="3016" y="0"/>
                  </a:moveTo>
                  <a:cubicBezTo>
                    <a:pt x="1098" y="483"/>
                    <a:pt x="0" y="2460"/>
                    <a:pt x="571" y="4348"/>
                  </a:cubicBezTo>
                  <a:cubicBezTo>
                    <a:pt x="1230" y="6529"/>
                    <a:pt x="2006" y="9091"/>
                    <a:pt x="2255" y="10028"/>
                  </a:cubicBezTo>
                  <a:cubicBezTo>
                    <a:pt x="2577" y="11156"/>
                    <a:pt x="3850" y="19485"/>
                    <a:pt x="3850" y="19485"/>
                  </a:cubicBezTo>
                  <a:lnTo>
                    <a:pt x="6778" y="17787"/>
                  </a:lnTo>
                  <a:cubicBezTo>
                    <a:pt x="6778" y="17787"/>
                    <a:pt x="6500" y="12605"/>
                    <a:pt x="5666" y="8799"/>
                  </a:cubicBezTo>
                  <a:cubicBezTo>
                    <a:pt x="4934" y="5519"/>
                    <a:pt x="3016" y="0"/>
                    <a:pt x="30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52"/>
            <p:cNvSpPr/>
            <p:nvPr/>
          </p:nvSpPr>
          <p:spPr>
            <a:xfrm>
              <a:off x="8288955" y="2078798"/>
              <a:ext cx="167703" cy="700328"/>
            </a:xfrm>
            <a:custGeom>
              <a:avLst/>
              <a:gdLst/>
              <a:ahLst/>
              <a:cxnLst/>
              <a:rect l="l" t="t" r="r" b="b"/>
              <a:pathLst>
                <a:path w="2284" h="9538" extrusionOk="0">
                  <a:moveTo>
                    <a:pt x="1731" y="1"/>
                  </a:moveTo>
                  <a:cubicBezTo>
                    <a:pt x="1460" y="1"/>
                    <a:pt x="1069" y="82"/>
                    <a:pt x="732" y="344"/>
                  </a:cubicBezTo>
                  <a:cubicBezTo>
                    <a:pt x="527" y="505"/>
                    <a:pt x="322" y="725"/>
                    <a:pt x="191" y="1003"/>
                  </a:cubicBezTo>
                  <a:cubicBezTo>
                    <a:pt x="73" y="1281"/>
                    <a:pt x="0" y="1588"/>
                    <a:pt x="15" y="1940"/>
                  </a:cubicBezTo>
                  <a:cubicBezTo>
                    <a:pt x="29" y="2291"/>
                    <a:pt x="88" y="2628"/>
                    <a:pt x="161" y="2979"/>
                  </a:cubicBezTo>
                  <a:cubicBezTo>
                    <a:pt x="234" y="3331"/>
                    <a:pt x="308" y="3697"/>
                    <a:pt x="381" y="4077"/>
                  </a:cubicBezTo>
                  <a:cubicBezTo>
                    <a:pt x="674" y="5585"/>
                    <a:pt x="952" y="6932"/>
                    <a:pt x="1142" y="7942"/>
                  </a:cubicBezTo>
                  <a:cubicBezTo>
                    <a:pt x="1245" y="8440"/>
                    <a:pt x="1332" y="8820"/>
                    <a:pt x="1391" y="9113"/>
                  </a:cubicBezTo>
                  <a:cubicBezTo>
                    <a:pt x="1420" y="9245"/>
                    <a:pt x="1450" y="9333"/>
                    <a:pt x="1464" y="9421"/>
                  </a:cubicBezTo>
                  <a:cubicBezTo>
                    <a:pt x="1479" y="9494"/>
                    <a:pt x="1493" y="9538"/>
                    <a:pt x="1493" y="9538"/>
                  </a:cubicBezTo>
                  <a:cubicBezTo>
                    <a:pt x="1493" y="9538"/>
                    <a:pt x="1493" y="9494"/>
                    <a:pt x="1479" y="9435"/>
                  </a:cubicBezTo>
                  <a:cubicBezTo>
                    <a:pt x="1464" y="9347"/>
                    <a:pt x="1450" y="9230"/>
                    <a:pt x="1420" y="9113"/>
                  </a:cubicBezTo>
                  <a:cubicBezTo>
                    <a:pt x="1376" y="8820"/>
                    <a:pt x="1303" y="8425"/>
                    <a:pt x="1201" y="7942"/>
                  </a:cubicBezTo>
                  <a:cubicBezTo>
                    <a:pt x="1025" y="6932"/>
                    <a:pt x="761" y="5556"/>
                    <a:pt x="469" y="4063"/>
                  </a:cubicBezTo>
                  <a:cubicBezTo>
                    <a:pt x="395" y="3697"/>
                    <a:pt x="322" y="3301"/>
                    <a:pt x="249" y="2965"/>
                  </a:cubicBezTo>
                  <a:cubicBezTo>
                    <a:pt x="176" y="2613"/>
                    <a:pt x="103" y="2262"/>
                    <a:pt x="103" y="1940"/>
                  </a:cubicBezTo>
                  <a:cubicBezTo>
                    <a:pt x="73" y="1281"/>
                    <a:pt x="381" y="695"/>
                    <a:pt x="761" y="403"/>
                  </a:cubicBezTo>
                  <a:cubicBezTo>
                    <a:pt x="1101" y="136"/>
                    <a:pt x="1451" y="40"/>
                    <a:pt x="1711" y="40"/>
                  </a:cubicBezTo>
                  <a:cubicBezTo>
                    <a:pt x="1765" y="40"/>
                    <a:pt x="1814" y="44"/>
                    <a:pt x="1859" y="51"/>
                  </a:cubicBezTo>
                  <a:cubicBezTo>
                    <a:pt x="2113" y="78"/>
                    <a:pt x="2257" y="141"/>
                    <a:pt x="2280" y="141"/>
                  </a:cubicBezTo>
                  <a:cubicBezTo>
                    <a:pt x="2283" y="141"/>
                    <a:pt x="2284" y="140"/>
                    <a:pt x="2284" y="139"/>
                  </a:cubicBezTo>
                  <a:cubicBezTo>
                    <a:pt x="2284" y="125"/>
                    <a:pt x="2255" y="125"/>
                    <a:pt x="2181" y="81"/>
                  </a:cubicBezTo>
                  <a:cubicBezTo>
                    <a:pt x="2138" y="81"/>
                    <a:pt x="2108" y="66"/>
                    <a:pt x="2050" y="51"/>
                  </a:cubicBezTo>
                  <a:cubicBezTo>
                    <a:pt x="1991" y="37"/>
                    <a:pt x="1933" y="7"/>
                    <a:pt x="1859" y="7"/>
                  </a:cubicBezTo>
                  <a:cubicBezTo>
                    <a:pt x="1821" y="3"/>
                    <a:pt x="1778" y="1"/>
                    <a:pt x="17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52"/>
            <p:cNvSpPr/>
            <p:nvPr/>
          </p:nvSpPr>
          <p:spPr>
            <a:xfrm>
              <a:off x="8111564" y="2824634"/>
              <a:ext cx="200010" cy="8884"/>
            </a:xfrm>
            <a:custGeom>
              <a:avLst/>
              <a:gdLst/>
              <a:ahLst/>
              <a:cxnLst/>
              <a:rect l="l" t="t" r="r" b="b"/>
              <a:pathLst>
                <a:path w="2724" h="121" extrusionOk="0">
                  <a:moveTo>
                    <a:pt x="616" y="0"/>
                  </a:moveTo>
                  <a:cubicBezTo>
                    <a:pt x="242" y="0"/>
                    <a:pt x="1" y="11"/>
                    <a:pt x="1" y="39"/>
                  </a:cubicBezTo>
                  <a:cubicBezTo>
                    <a:pt x="1" y="53"/>
                    <a:pt x="601" y="82"/>
                    <a:pt x="1348" y="112"/>
                  </a:cubicBezTo>
                  <a:cubicBezTo>
                    <a:pt x="1632" y="117"/>
                    <a:pt x="1892" y="120"/>
                    <a:pt x="2108" y="120"/>
                  </a:cubicBezTo>
                  <a:cubicBezTo>
                    <a:pt x="2482" y="120"/>
                    <a:pt x="2724" y="110"/>
                    <a:pt x="2724" y="82"/>
                  </a:cubicBezTo>
                  <a:cubicBezTo>
                    <a:pt x="2724" y="68"/>
                    <a:pt x="2123" y="39"/>
                    <a:pt x="1377" y="9"/>
                  </a:cubicBezTo>
                  <a:cubicBezTo>
                    <a:pt x="1093" y="4"/>
                    <a:pt x="832" y="0"/>
                    <a:pt x="6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52"/>
            <p:cNvSpPr/>
            <p:nvPr/>
          </p:nvSpPr>
          <p:spPr>
            <a:xfrm>
              <a:off x="7628953" y="2459792"/>
              <a:ext cx="47359" cy="172108"/>
            </a:xfrm>
            <a:custGeom>
              <a:avLst/>
              <a:gdLst/>
              <a:ahLst/>
              <a:cxnLst/>
              <a:rect l="l" t="t" r="r" b="b"/>
              <a:pathLst>
                <a:path w="645" h="2344" extrusionOk="0">
                  <a:moveTo>
                    <a:pt x="15" y="1"/>
                  </a:moveTo>
                  <a:lnTo>
                    <a:pt x="15" y="1"/>
                  </a:lnTo>
                  <a:cubicBezTo>
                    <a:pt x="1" y="30"/>
                    <a:pt x="279" y="484"/>
                    <a:pt x="440" y="1143"/>
                  </a:cubicBezTo>
                  <a:cubicBezTo>
                    <a:pt x="601" y="1801"/>
                    <a:pt x="571" y="2343"/>
                    <a:pt x="601" y="2343"/>
                  </a:cubicBezTo>
                  <a:cubicBezTo>
                    <a:pt x="601" y="2343"/>
                    <a:pt x="645" y="2226"/>
                    <a:pt x="645" y="1977"/>
                  </a:cubicBezTo>
                  <a:cubicBezTo>
                    <a:pt x="645" y="1758"/>
                    <a:pt x="615" y="1450"/>
                    <a:pt x="528" y="1128"/>
                  </a:cubicBezTo>
                  <a:cubicBezTo>
                    <a:pt x="454" y="777"/>
                    <a:pt x="323" y="499"/>
                    <a:pt x="220" y="294"/>
                  </a:cubicBezTo>
                  <a:cubicBezTo>
                    <a:pt x="118" y="118"/>
                    <a:pt x="30" y="1"/>
                    <a:pt x="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52"/>
            <p:cNvSpPr/>
            <p:nvPr/>
          </p:nvSpPr>
          <p:spPr>
            <a:xfrm>
              <a:off x="7764639" y="1428119"/>
              <a:ext cx="330926" cy="159039"/>
            </a:xfrm>
            <a:custGeom>
              <a:avLst/>
              <a:gdLst/>
              <a:ahLst/>
              <a:cxnLst/>
              <a:rect l="l" t="t" r="r" b="b"/>
              <a:pathLst>
                <a:path w="4507" h="2166" extrusionOk="0">
                  <a:moveTo>
                    <a:pt x="100" y="1125"/>
                  </a:moveTo>
                  <a:lnTo>
                    <a:pt x="122" y="1142"/>
                  </a:lnTo>
                  <a:lnTo>
                    <a:pt x="122" y="1142"/>
                  </a:lnTo>
                  <a:cubicBezTo>
                    <a:pt x="121" y="1141"/>
                    <a:pt x="119" y="1139"/>
                    <a:pt x="118" y="1137"/>
                  </a:cubicBezTo>
                  <a:lnTo>
                    <a:pt x="118" y="1137"/>
                  </a:lnTo>
                  <a:cubicBezTo>
                    <a:pt x="112" y="1133"/>
                    <a:pt x="106" y="1129"/>
                    <a:pt x="100" y="1125"/>
                  </a:cubicBezTo>
                  <a:close/>
                  <a:moveTo>
                    <a:pt x="122" y="1142"/>
                  </a:moveTo>
                  <a:cubicBezTo>
                    <a:pt x="148" y="1172"/>
                    <a:pt x="180" y="1196"/>
                    <a:pt x="217" y="1213"/>
                  </a:cubicBezTo>
                  <a:lnTo>
                    <a:pt x="122" y="1142"/>
                  </a:lnTo>
                  <a:close/>
                  <a:moveTo>
                    <a:pt x="1846" y="1"/>
                  </a:moveTo>
                  <a:cubicBezTo>
                    <a:pt x="1409" y="1"/>
                    <a:pt x="979" y="63"/>
                    <a:pt x="568" y="232"/>
                  </a:cubicBezTo>
                  <a:cubicBezTo>
                    <a:pt x="363" y="335"/>
                    <a:pt x="173" y="437"/>
                    <a:pt x="70" y="642"/>
                  </a:cubicBezTo>
                  <a:cubicBezTo>
                    <a:pt x="0" y="805"/>
                    <a:pt x="14" y="1014"/>
                    <a:pt x="118" y="1137"/>
                  </a:cubicBezTo>
                  <a:lnTo>
                    <a:pt x="118" y="1137"/>
                  </a:lnTo>
                  <a:cubicBezTo>
                    <a:pt x="283" y="1243"/>
                    <a:pt x="480" y="1283"/>
                    <a:pt x="686" y="1283"/>
                  </a:cubicBezTo>
                  <a:cubicBezTo>
                    <a:pt x="880" y="1283"/>
                    <a:pt x="1082" y="1247"/>
                    <a:pt x="1271" y="1198"/>
                  </a:cubicBezTo>
                  <a:cubicBezTo>
                    <a:pt x="1651" y="1081"/>
                    <a:pt x="2017" y="876"/>
                    <a:pt x="2398" y="803"/>
                  </a:cubicBezTo>
                  <a:cubicBezTo>
                    <a:pt x="2553" y="890"/>
                    <a:pt x="2731" y="932"/>
                    <a:pt x="2909" y="932"/>
                  </a:cubicBezTo>
                  <a:cubicBezTo>
                    <a:pt x="3153" y="932"/>
                    <a:pt x="3398" y="853"/>
                    <a:pt x="3584" y="701"/>
                  </a:cubicBezTo>
                  <a:cubicBezTo>
                    <a:pt x="3628" y="1081"/>
                    <a:pt x="3730" y="1462"/>
                    <a:pt x="3906" y="1813"/>
                  </a:cubicBezTo>
                  <a:cubicBezTo>
                    <a:pt x="3935" y="1886"/>
                    <a:pt x="4082" y="2150"/>
                    <a:pt x="4155" y="2165"/>
                  </a:cubicBezTo>
                  <a:cubicBezTo>
                    <a:pt x="4158" y="2165"/>
                    <a:pt x="4162" y="2165"/>
                    <a:pt x="4165" y="2165"/>
                  </a:cubicBezTo>
                  <a:cubicBezTo>
                    <a:pt x="4290" y="2165"/>
                    <a:pt x="4360" y="1913"/>
                    <a:pt x="4389" y="1813"/>
                  </a:cubicBezTo>
                  <a:cubicBezTo>
                    <a:pt x="4506" y="1418"/>
                    <a:pt x="4491" y="832"/>
                    <a:pt x="4213" y="510"/>
                  </a:cubicBezTo>
                  <a:cubicBezTo>
                    <a:pt x="4023" y="305"/>
                    <a:pt x="3759" y="261"/>
                    <a:pt x="3481" y="203"/>
                  </a:cubicBezTo>
                  <a:cubicBezTo>
                    <a:pt x="2945" y="97"/>
                    <a:pt x="2391" y="1"/>
                    <a:pt x="18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52"/>
            <p:cNvSpPr/>
            <p:nvPr/>
          </p:nvSpPr>
          <p:spPr>
            <a:xfrm>
              <a:off x="6915204" y="2281373"/>
              <a:ext cx="197880" cy="230114"/>
            </a:xfrm>
            <a:custGeom>
              <a:avLst/>
              <a:gdLst/>
              <a:ahLst/>
              <a:cxnLst/>
              <a:rect l="l" t="t" r="r" b="b"/>
              <a:pathLst>
                <a:path w="2695" h="3134" extrusionOk="0">
                  <a:moveTo>
                    <a:pt x="1" y="1"/>
                  </a:moveTo>
                  <a:lnTo>
                    <a:pt x="469" y="3134"/>
                  </a:lnTo>
                  <a:lnTo>
                    <a:pt x="2255" y="3134"/>
                  </a:lnTo>
                  <a:cubicBezTo>
                    <a:pt x="2124" y="3134"/>
                    <a:pt x="2695" y="1"/>
                    <a:pt x="26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46"/>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Dashboard Pages Overview</a:t>
            </a:r>
            <a:endParaRPr/>
          </a:p>
        </p:txBody>
      </p:sp>
      <p:sp>
        <p:nvSpPr>
          <p:cNvPr id="1109" name="Google Shape;1109;p46"/>
          <p:cNvSpPr txBox="1">
            <a:spLocks noGrp="1"/>
          </p:cNvSpPr>
          <p:nvPr>
            <p:ph type="title" idx="2"/>
          </p:nvPr>
        </p:nvSpPr>
        <p:spPr>
          <a:xfrm>
            <a:off x="791746" y="3732337"/>
            <a:ext cx="2639122"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Market Overview</a:t>
            </a:r>
            <a:endParaRPr sz="1600" dirty="0"/>
          </a:p>
        </p:txBody>
      </p:sp>
      <p:sp>
        <p:nvSpPr>
          <p:cNvPr id="1110" name="Google Shape;1110;p46"/>
          <p:cNvSpPr txBox="1">
            <a:spLocks noGrp="1"/>
          </p:cNvSpPr>
          <p:nvPr>
            <p:ph type="subTitle" idx="1"/>
          </p:nvPr>
        </p:nvSpPr>
        <p:spPr>
          <a:xfrm>
            <a:off x="960030" y="4058550"/>
            <a:ext cx="2244439"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Total market KPIs, MAT growth, sector comparison, and top ATC1 treemap</a:t>
            </a:r>
            <a:endParaRPr dirty="0"/>
          </a:p>
        </p:txBody>
      </p:sp>
      <p:sp>
        <p:nvSpPr>
          <p:cNvPr id="1111" name="Google Shape;1111;p46"/>
          <p:cNvSpPr txBox="1">
            <a:spLocks noGrp="1"/>
          </p:cNvSpPr>
          <p:nvPr>
            <p:ph type="title" idx="3"/>
          </p:nvPr>
        </p:nvSpPr>
        <p:spPr>
          <a:xfrm>
            <a:off x="3300761" y="3732337"/>
            <a:ext cx="2244439"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ATC Analysis</a:t>
            </a:r>
            <a:endParaRPr sz="1800" dirty="0"/>
          </a:p>
        </p:txBody>
      </p:sp>
      <p:sp>
        <p:nvSpPr>
          <p:cNvPr id="1112" name="Google Shape;1112;p46"/>
          <p:cNvSpPr txBox="1">
            <a:spLocks noGrp="1"/>
          </p:cNvSpPr>
          <p:nvPr>
            <p:ph type="subTitle" idx="4"/>
          </p:nvPr>
        </p:nvSpPr>
        <p:spPr>
          <a:xfrm>
            <a:off x="3300761" y="4058550"/>
            <a:ext cx="2244439"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Therapeutic area deep-dive, ATC4 market share matrix, drill-down hierarchy</a:t>
            </a:r>
            <a:endParaRPr dirty="0"/>
          </a:p>
        </p:txBody>
      </p:sp>
      <p:sp>
        <p:nvSpPr>
          <p:cNvPr id="1113" name="Google Shape;1113;p46"/>
          <p:cNvSpPr txBox="1">
            <a:spLocks noGrp="1"/>
          </p:cNvSpPr>
          <p:nvPr>
            <p:ph type="title" idx="5"/>
          </p:nvPr>
        </p:nvSpPr>
        <p:spPr>
          <a:xfrm>
            <a:off x="5843239" y="3732337"/>
            <a:ext cx="2854712"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Corporation Rankings</a:t>
            </a:r>
            <a:endParaRPr sz="1600" dirty="0"/>
          </a:p>
        </p:txBody>
      </p:sp>
      <p:sp>
        <p:nvSpPr>
          <p:cNvPr id="1114" name="Google Shape;1114;p46"/>
          <p:cNvSpPr txBox="1">
            <a:spLocks noGrp="1"/>
          </p:cNvSpPr>
          <p:nvPr>
            <p:ph type="subTitle" idx="6"/>
          </p:nvPr>
        </p:nvSpPr>
        <p:spPr>
          <a:xfrm>
            <a:off x="6237558" y="4059775"/>
            <a:ext cx="230427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Corporate league table, ribbon chart, portfolio footprint and growth decomposition</a:t>
            </a:r>
            <a:endParaRPr dirty="0"/>
          </a:p>
        </p:txBody>
      </p:sp>
      <p:sp>
        <p:nvSpPr>
          <p:cNvPr id="1115" name="Google Shape;1115;p46"/>
          <p:cNvSpPr txBox="1">
            <a:spLocks noGrp="1"/>
          </p:cNvSpPr>
          <p:nvPr>
            <p:ph type="title" idx="7"/>
          </p:nvPr>
        </p:nvSpPr>
        <p:spPr>
          <a:xfrm>
            <a:off x="657746" y="1834787"/>
            <a:ext cx="229683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Product Analysis</a:t>
            </a:r>
            <a:endParaRPr sz="1800" dirty="0"/>
          </a:p>
        </p:txBody>
      </p:sp>
      <p:sp>
        <p:nvSpPr>
          <p:cNvPr id="1116" name="Google Shape;1116;p46"/>
          <p:cNvSpPr txBox="1">
            <a:spLocks noGrp="1"/>
          </p:cNvSpPr>
          <p:nvPr>
            <p:ph type="subTitle" idx="8"/>
          </p:nvPr>
        </p:nvSpPr>
        <p:spPr>
          <a:xfrm>
            <a:off x="960030" y="2223575"/>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Product KPIs, ABC Pareto, lifecycle analysis, pack mix, and strength distribution</a:t>
            </a:r>
            <a:endParaRPr dirty="0"/>
          </a:p>
        </p:txBody>
      </p:sp>
      <p:sp>
        <p:nvSpPr>
          <p:cNvPr id="1117" name="Google Shape;1117;p46"/>
          <p:cNvSpPr txBox="1">
            <a:spLocks noGrp="1"/>
          </p:cNvSpPr>
          <p:nvPr>
            <p:ph type="title" idx="9"/>
          </p:nvPr>
        </p:nvSpPr>
        <p:spPr>
          <a:xfrm>
            <a:off x="3300761" y="1844475"/>
            <a:ext cx="2839844"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Competitive</a:t>
            </a:r>
            <a:r>
              <a:rPr lang="en" sz="1600" dirty="0"/>
              <a:t> Intelligence</a:t>
            </a:r>
            <a:endParaRPr sz="1600" dirty="0"/>
          </a:p>
        </p:txBody>
      </p:sp>
      <p:sp>
        <p:nvSpPr>
          <p:cNvPr id="1118" name="Google Shape;1118;p46"/>
          <p:cNvSpPr txBox="1">
            <a:spLocks noGrp="1"/>
          </p:cNvSpPr>
          <p:nvPr>
            <p:ph type="subTitle" idx="13"/>
          </p:nvPr>
        </p:nvSpPr>
        <p:spPr>
          <a:xfrm>
            <a:off x="3598800" y="2145537"/>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ATC4-level competitor benchmarking, share vs. growth scatter, price index analysis</a:t>
            </a:r>
            <a:endParaRPr dirty="0"/>
          </a:p>
        </p:txBody>
      </p:sp>
      <p:sp>
        <p:nvSpPr>
          <p:cNvPr id="1119" name="Google Shape;1119;p46"/>
          <p:cNvSpPr txBox="1">
            <a:spLocks noGrp="1"/>
          </p:cNvSpPr>
          <p:nvPr>
            <p:ph type="title" idx="14"/>
          </p:nvPr>
        </p:nvSpPr>
        <p:spPr>
          <a:xfrm>
            <a:off x="6237569" y="1844475"/>
            <a:ext cx="2460382"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Advanced Analytics</a:t>
            </a:r>
            <a:endParaRPr sz="1600" dirty="0"/>
          </a:p>
        </p:txBody>
      </p:sp>
      <p:sp>
        <p:nvSpPr>
          <p:cNvPr id="1120" name="Google Shape;1120;p46"/>
          <p:cNvSpPr txBox="1">
            <a:spLocks noGrp="1"/>
          </p:cNvSpPr>
          <p:nvPr>
            <p:ph type="subTitle" idx="15"/>
          </p:nvPr>
        </p:nvSpPr>
        <p:spPr>
          <a:xfrm>
            <a:off x="6237564" y="2172906"/>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Decomposition tree, ABC analysis, seasonality heatmap, and cannibalization detection</a:t>
            </a:r>
            <a:endParaRPr dirty="0"/>
          </a:p>
        </p:txBody>
      </p:sp>
      <p:grpSp>
        <p:nvGrpSpPr>
          <p:cNvPr id="1121" name="Google Shape;1121;p46"/>
          <p:cNvGrpSpPr/>
          <p:nvPr/>
        </p:nvGrpSpPr>
        <p:grpSpPr>
          <a:xfrm>
            <a:off x="1638406" y="1272281"/>
            <a:ext cx="589636" cy="537158"/>
            <a:chOff x="1638406" y="1272281"/>
            <a:chExt cx="589636" cy="537158"/>
          </a:xfrm>
        </p:grpSpPr>
        <p:sp>
          <p:nvSpPr>
            <p:cNvPr id="1122" name="Google Shape;1122;p46"/>
            <p:cNvSpPr/>
            <p:nvPr/>
          </p:nvSpPr>
          <p:spPr>
            <a:xfrm>
              <a:off x="1653909" y="1382644"/>
              <a:ext cx="87423" cy="197566"/>
            </a:xfrm>
            <a:custGeom>
              <a:avLst/>
              <a:gdLst/>
              <a:ahLst/>
              <a:cxnLst/>
              <a:rect l="l" t="t" r="r" b="b"/>
              <a:pathLst>
                <a:path w="2374" h="5365" extrusionOk="0">
                  <a:moveTo>
                    <a:pt x="2068" y="1"/>
                  </a:moveTo>
                  <a:cubicBezTo>
                    <a:pt x="1979" y="1"/>
                    <a:pt x="1890" y="49"/>
                    <a:pt x="1848" y="162"/>
                  </a:cubicBezTo>
                  <a:lnTo>
                    <a:pt x="49" y="5043"/>
                  </a:lnTo>
                  <a:cubicBezTo>
                    <a:pt x="1" y="5167"/>
                    <a:pt x="58" y="5301"/>
                    <a:pt x="192" y="5349"/>
                  </a:cubicBezTo>
                  <a:cubicBezTo>
                    <a:pt x="220" y="5360"/>
                    <a:pt x="247" y="5365"/>
                    <a:pt x="275" y="5365"/>
                  </a:cubicBezTo>
                  <a:cubicBezTo>
                    <a:pt x="371" y="5365"/>
                    <a:pt x="461" y="5303"/>
                    <a:pt x="498" y="5206"/>
                  </a:cubicBezTo>
                  <a:lnTo>
                    <a:pt x="2307" y="325"/>
                  </a:lnTo>
                  <a:cubicBezTo>
                    <a:pt x="2373" y="138"/>
                    <a:pt x="2220" y="1"/>
                    <a:pt x="20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6"/>
            <p:cNvSpPr/>
            <p:nvPr/>
          </p:nvSpPr>
          <p:spPr>
            <a:xfrm>
              <a:off x="1660611" y="1589119"/>
              <a:ext cx="152640" cy="66653"/>
            </a:xfrm>
            <a:custGeom>
              <a:avLst/>
              <a:gdLst/>
              <a:ahLst/>
              <a:cxnLst/>
              <a:rect l="l" t="t" r="r" b="b"/>
              <a:pathLst>
                <a:path w="4145" h="1810" extrusionOk="0">
                  <a:moveTo>
                    <a:pt x="1" y="1"/>
                  </a:moveTo>
                  <a:cubicBezTo>
                    <a:pt x="144" y="1034"/>
                    <a:pt x="1025" y="1809"/>
                    <a:pt x="2077" y="1809"/>
                  </a:cubicBezTo>
                  <a:cubicBezTo>
                    <a:pt x="3120" y="1809"/>
                    <a:pt x="4011" y="1034"/>
                    <a:pt x="41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6"/>
            <p:cNvSpPr/>
            <p:nvPr/>
          </p:nvSpPr>
          <p:spPr>
            <a:xfrm>
              <a:off x="1739710" y="1382644"/>
              <a:ext cx="88527" cy="197492"/>
            </a:xfrm>
            <a:custGeom>
              <a:avLst/>
              <a:gdLst/>
              <a:ahLst/>
              <a:cxnLst/>
              <a:rect l="l" t="t" r="r" b="b"/>
              <a:pathLst>
                <a:path w="2404" h="5363" extrusionOk="0">
                  <a:moveTo>
                    <a:pt x="307" y="1"/>
                  </a:moveTo>
                  <a:cubicBezTo>
                    <a:pt x="156" y="1"/>
                    <a:pt x="1" y="138"/>
                    <a:pt x="73" y="325"/>
                  </a:cubicBezTo>
                  <a:lnTo>
                    <a:pt x="1882" y="5206"/>
                  </a:lnTo>
                  <a:cubicBezTo>
                    <a:pt x="1921" y="5315"/>
                    <a:pt x="2008" y="5362"/>
                    <a:pt x="2097" y="5362"/>
                  </a:cubicBezTo>
                  <a:cubicBezTo>
                    <a:pt x="2248" y="5362"/>
                    <a:pt x="2404" y="5226"/>
                    <a:pt x="2331" y="5033"/>
                  </a:cubicBezTo>
                  <a:lnTo>
                    <a:pt x="523" y="162"/>
                  </a:lnTo>
                  <a:cubicBezTo>
                    <a:pt x="484" y="49"/>
                    <a:pt x="396" y="1"/>
                    <a:pt x="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6"/>
            <p:cNvSpPr/>
            <p:nvPr/>
          </p:nvSpPr>
          <p:spPr>
            <a:xfrm>
              <a:off x="2038761" y="1384670"/>
              <a:ext cx="87644" cy="195541"/>
            </a:xfrm>
            <a:custGeom>
              <a:avLst/>
              <a:gdLst/>
              <a:ahLst/>
              <a:cxnLst/>
              <a:rect l="l" t="t" r="r" b="b"/>
              <a:pathLst>
                <a:path w="2380" h="5310" extrusionOk="0">
                  <a:moveTo>
                    <a:pt x="2073" y="1"/>
                  </a:moveTo>
                  <a:cubicBezTo>
                    <a:pt x="1986" y="1"/>
                    <a:pt x="1899" y="47"/>
                    <a:pt x="1857" y="155"/>
                  </a:cubicBezTo>
                  <a:lnTo>
                    <a:pt x="48" y="4978"/>
                  </a:lnTo>
                  <a:cubicBezTo>
                    <a:pt x="1" y="5103"/>
                    <a:pt x="68" y="5246"/>
                    <a:pt x="192" y="5294"/>
                  </a:cubicBezTo>
                  <a:cubicBezTo>
                    <a:pt x="219" y="5305"/>
                    <a:pt x="248" y="5310"/>
                    <a:pt x="276" y="5310"/>
                  </a:cubicBezTo>
                  <a:cubicBezTo>
                    <a:pt x="375" y="5310"/>
                    <a:pt x="468" y="5248"/>
                    <a:pt x="498" y="5151"/>
                  </a:cubicBezTo>
                  <a:lnTo>
                    <a:pt x="2307" y="327"/>
                  </a:lnTo>
                  <a:cubicBezTo>
                    <a:pt x="2380" y="139"/>
                    <a:pt x="2225" y="1"/>
                    <a:pt x="20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6"/>
            <p:cNvSpPr/>
            <p:nvPr/>
          </p:nvSpPr>
          <p:spPr>
            <a:xfrm>
              <a:off x="2124893" y="1384670"/>
              <a:ext cx="88233" cy="195357"/>
            </a:xfrm>
            <a:custGeom>
              <a:avLst/>
              <a:gdLst/>
              <a:ahLst/>
              <a:cxnLst/>
              <a:rect l="l" t="t" r="r" b="b"/>
              <a:pathLst>
                <a:path w="2396" h="5305" extrusionOk="0">
                  <a:moveTo>
                    <a:pt x="307" y="1"/>
                  </a:moveTo>
                  <a:cubicBezTo>
                    <a:pt x="155" y="1"/>
                    <a:pt x="0" y="139"/>
                    <a:pt x="73" y="327"/>
                  </a:cubicBezTo>
                  <a:lnTo>
                    <a:pt x="1872" y="5151"/>
                  </a:lnTo>
                  <a:cubicBezTo>
                    <a:pt x="1914" y="5259"/>
                    <a:pt x="2001" y="5305"/>
                    <a:pt x="2089" y="5305"/>
                  </a:cubicBezTo>
                  <a:cubicBezTo>
                    <a:pt x="2241" y="5305"/>
                    <a:pt x="2395" y="5167"/>
                    <a:pt x="2322" y="4978"/>
                  </a:cubicBezTo>
                  <a:lnTo>
                    <a:pt x="523" y="155"/>
                  </a:lnTo>
                  <a:cubicBezTo>
                    <a:pt x="481" y="47"/>
                    <a:pt x="394" y="1"/>
                    <a:pt x="3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6"/>
            <p:cNvSpPr/>
            <p:nvPr/>
          </p:nvSpPr>
          <p:spPr>
            <a:xfrm>
              <a:off x="1742619" y="1344862"/>
              <a:ext cx="181400" cy="56453"/>
            </a:xfrm>
            <a:custGeom>
              <a:avLst/>
              <a:gdLst/>
              <a:ahLst/>
              <a:cxnLst/>
              <a:rect l="l" t="t" r="r" b="b"/>
              <a:pathLst>
                <a:path w="4926" h="1533" extrusionOk="0">
                  <a:moveTo>
                    <a:pt x="4587" y="0"/>
                  </a:moveTo>
                  <a:cubicBezTo>
                    <a:pt x="4563" y="0"/>
                    <a:pt x="4538" y="4"/>
                    <a:pt x="4511" y="11"/>
                  </a:cubicBezTo>
                  <a:cubicBezTo>
                    <a:pt x="1334" y="882"/>
                    <a:pt x="1114" y="968"/>
                    <a:pt x="310" y="1045"/>
                  </a:cubicBezTo>
                  <a:cubicBezTo>
                    <a:pt x="0" y="1063"/>
                    <a:pt x="12" y="1524"/>
                    <a:pt x="320" y="1524"/>
                  </a:cubicBezTo>
                  <a:cubicBezTo>
                    <a:pt x="326" y="1524"/>
                    <a:pt x="332" y="1524"/>
                    <a:pt x="338" y="1523"/>
                  </a:cubicBezTo>
                  <a:lnTo>
                    <a:pt x="358" y="1533"/>
                  </a:lnTo>
                  <a:cubicBezTo>
                    <a:pt x="1200" y="1447"/>
                    <a:pt x="1439" y="1351"/>
                    <a:pt x="4645" y="470"/>
                  </a:cubicBezTo>
                  <a:cubicBezTo>
                    <a:pt x="4925" y="392"/>
                    <a:pt x="4845" y="0"/>
                    <a:pt x="458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6"/>
            <p:cNvSpPr/>
            <p:nvPr/>
          </p:nvSpPr>
          <p:spPr>
            <a:xfrm>
              <a:off x="1938193" y="1343794"/>
              <a:ext cx="187771" cy="57889"/>
            </a:xfrm>
            <a:custGeom>
              <a:avLst/>
              <a:gdLst/>
              <a:ahLst/>
              <a:cxnLst/>
              <a:rect l="l" t="t" r="r" b="b"/>
              <a:pathLst>
                <a:path w="5099" h="1572" extrusionOk="0">
                  <a:moveTo>
                    <a:pt x="341" y="1"/>
                  </a:moveTo>
                  <a:cubicBezTo>
                    <a:pt x="82" y="1"/>
                    <a:pt x="1" y="401"/>
                    <a:pt x="282" y="480"/>
                  </a:cubicBezTo>
                  <a:cubicBezTo>
                    <a:pt x="3631" y="1389"/>
                    <a:pt x="3861" y="1495"/>
                    <a:pt x="4741" y="1571"/>
                  </a:cubicBezTo>
                  <a:lnTo>
                    <a:pt x="4760" y="1571"/>
                  </a:lnTo>
                  <a:lnTo>
                    <a:pt x="4760" y="1562"/>
                  </a:lnTo>
                  <a:cubicBezTo>
                    <a:pt x="4767" y="1562"/>
                    <a:pt x="4773" y="1562"/>
                    <a:pt x="4779" y="1562"/>
                  </a:cubicBezTo>
                  <a:cubicBezTo>
                    <a:pt x="5077" y="1562"/>
                    <a:pt x="5099" y="1102"/>
                    <a:pt x="4780" y="1083"/>
                  </a:cubicBezTo>
                  <a:cubicBezTo>
                    <a:pt x="3957" y="1016"/>
                    <a:pt x="3765" y="930"/>
                    <a:pt x="415" y="11"/>
                  </a:cubicBezTo>
                  <a:cubicBezTo>
                    <a:pt x="389" y="4"/>
                    <a:pt x="364" y="1"/>
                    <a:pt x="3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6"/>
            <p:cNvSpPr/>
            <p:nvPr/>
          </p:nvSpPr>
          <p:spPr>
            <a:xfrm>
              <a:off x="1915068" y="1272281"/>
              <a:ext cx="35278" cy="45147"/>
            </a:xfrm>
            <a:custGeom>
              <a:avLst/>
              <a:gdLst/>
              <a:ahLst/>
              <a:cxnLst/>
              <a:rect l="l" t="t" r="r" b="b"/>
              <a:pathLst>
                <a:path w="958" h="1226" extrusionOk="0">
                  <a:moveTo>
                    <a:pt x="335" y="1"/>
                  </a:moveTo>
                  <a:cubicBezTo>
                    <a:pt x="153" y="1"/>
                    <a:pt x="0" y="154"/>
                    <a:pt x="0" y="336"/>
                  </a:cubicBezTo>
                  <a:lnTo>
                    <a:pt x="0" y="1226"/>
                  </a:lnTo>
                  <a:cubicBezTo>
                    <a:pt x="144" y="1149"/>
                    <a:pt x="307" y="1102"/>
                    <a:pt x="479" y="1102"/>
                  </a:cubicBezTo>
                  <a:cubicBezTo>
                    <a:pt x="642" y="1102"/>
                    <a:pt x="804" y="1140"/>
                    <a:pt x="957" y="1226"/>
                  </a:cubicBezTo>
                  <a:lnTo>
                    <a:pt x="957" y="336"/>
                  </a:lnTo>
                  <a:cubicBezTo>
                    <a:pt x="957" y="154"/>
                    <a:pt x="804" y="1"/>
                    <a:pt x="6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6"/>
            <p:cNvSpPr/>
            <p:nvPr/>
          </p:nvSpPr>
          <p:spPr>
            <a:xfrm>
              <a:off x="1915068" y="1377673"/>
              <a:ext cx="34910" cy="364089"/>
            </a:xfrm>
            <a:custGeom>
              <a:avLst/>
              <a:gdLst/>
              <a:ahLst/>
              <a:cxnLst/>
              <a:rect l="l" t="t" r="r" b="b"/>
              <a:pathLst>
                <a:path w="948" h="9887" extrusionOk="0">
                  <a:moveTo>
                    <a:pt x="0" y="0"/>
                  </a:moveTo>
                  <a:lnTo>
                    <a:pt x="0" y="9887"/>
                  </a:lnTo>
                  <a:lnTo>
                    <a:pt x="948" y="9887"/>
                  </a:lnTo>
                  <a:lnTo>
                    <a:pt x="948" y="0"/>
                  </a:lnTo>
                  <a:cubicBezTo>
                    <a:pt x="799" y="82"/>
                    <a:pt x="637" y="123"/>
                    <a:pt x="474" y="123"/>
                  </a:cubicBezTo>
                  <a:cubicBezTo>
                    <a:pt x="311" y="123"/>
                    <a:pt x="149" y="82"/>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6"/>
            <p:cNvSpPr/>
            <p:nvPr/>
          </p:nvSpPr>
          <p:spPr>
            <a:xfrm>
              <a:off x="1915068" y="1272281"/>
              <a:ext cx="29276" cy="45147"/>
            </a:xfrm>
            <a:custGeom>
              <a:avLst/>
              <a:gdLst/>
              <a:ahLst/>
              <a:cxnLst/>
              <a:rect l="l" t="t" r="r" b="b"/>
              <a:pathLst>
                <a:path w="795" h="1226" extrusionOk="0">
                  <a:moveTo>
                    <a:pt x="326" y="1"/>
                  </a:moveTo>
                  <a:cubicBezTo>
                    <a:pt x="144" y="1"/>
                    <a:pt x="0" y="154"/>
                    <a:pt x="0" y="336"/>
                  </a:cubicBezTo>
                  <a:lnTo>
                    <a:pt x="0" y="1226"/>
                  </a:lnTo>
                  <a:cubicBezTo>
                    <a:pt x="144" y="1140"/>
                    <a:pt x="309" y="1097"/>
                    <a:pt x="475" y="1097"/>
                  </a:cubicBezTo>
                  <a:cubicBezTo>
                    <a:pt x="531" y="1097"/>
                    <a:pt x="587" y="1102"/>
                    <a:pt x="642" y="1111"/>
                  </a:cubicBezTo>
                  <a:lnTo>
                    <a:pt x="642" y="326"/>
                  </a:lnTo>
                  <a:cubicBezTo>
                    <a:pt x="642" y="221"/>
                    <a:pt x="699" y="116"/>
                    <a:pt x="795" y="58"/>
                  </a:cubicBezTo>
                  <a:cubicBezTo>
                    <a:pt x="737" y="20"/>
                    <a:pt x="680" y="1"/>
                    <a:pt x="622"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6"/>
            <p:cNvSpPr/>
            <p:nvPr/>
          </p:nvSpPr>
          <p:spPr>
            <a:xfrm>
              <a:off x="1915068" y="1377673"/>
              <a:ext cx="23273" cy="364089"/>
            </a:xfrm>
            <a:custGeom>
              <a:avLst/>
              <a:gdLst/>
              <a:ahLst/>
              <a:cxnLst/>
              <a:rect l="l" t="t" r="r" b="b"/>
              <a:pathLst>
                <a:path w="632" h="9887" extrusionOk="0">
                  <a:moveTo>
                    <a:pt x="0" y="0"/>
                  </a:moveTo>
                  <a:lnTo>
                    <a:pt x="0" y="9887"/>
                  </a:lnTo>
                  <a:lnTo>
                    <a:pt x="632" y="9887"/>
                  </a:lnTo>
                  <a:lnTo>
                    <a:pt x="632" y="115"/>
                  </a:lnTo>
                  <a:cubicBezTo>
                    <a:pt x="584" y="115"/>
                    <a:pt x="527" y="125"/>
                    <a:pt x="479" y="125"/>
                  </a:cubicBezTo>
                  <a:cubicBezTo>
                    <a:pt x="307" y="125"/>
                    <a:pt x="144" y="77"/>
                    <a:pt x="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6"/>
            <p:cNvSpPr/>
            <p:nvPr/>
          </p:nvSpPr>
          <p:spPr>
            <a:xfrm>
              <a:off x="2023258" y="1553546"/>
              <a:ext cx="204452" cy="35610"/>
            </a:xfrm>
            <a:custGeom>
              <a:avLst/>
              <a:gdLst/>
              <a:ahLst/>
              <a:cxnLst/>
              <a:rect l="l" t="t" r="r" b="b"/>
              <a:pathLst>
                <a:path w="5552" h="967" extrusionOk="0">
                  <a:moveTo>
                    <a:pt x="412" y="0"/>
                  </a:moveTo>
                  <a:cubicBezTo>
                    <a:pt x="182" y="0"/>
                    <a:pt x="0" y="182"/>
                    <a:pt x="0" y="402"/>
                  </a:cubicBezTo>
                  <a:lnTo>
                    <a:pt x="0" y="565"/>
                  </a:lnTo>
                  <a:cubicBezTo>
                    <a:pt x="0" y="785"/>
                    <a:pt x="182" y="967"/>
                    <a:pt x="412" y="967"/>
                  </a:cubicBezTo>
                  <a:lnTo>
                    <a:pt x="5149" y="967"/>
                  </a:lnTo>
                  <a:cubicBezTo>
                    <a:pt x="5369" y="967"/>
                    <a:pt x="5551" y="785"/>
                    <a:pt x="5551" y="565"/>
                  </a:cubicBezTo>
                  <a:lnTo>
                    <a:pt x="5551" y="402"/>
                  </a:lnTo>
                  <a:cubicBezTo>
                    <a:pt x="5551" y="182"/>
                    <a:pt x="5369" y="0"/>
                    <a:pt x="51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6"/>
            <p:cNvSpPr/>
            <p:nvPr/>
          </p:nvSpPr>
          <p:spPr>
            <a:xfrm>
              <a:off x="2023258" y="1559512"/>
              <a:ext cx="204784" cy="29644"/>
            </a:xfrm>
            <a:custGeom>
              <a:avLst/>
              <a:gdLst/>
              <a:ahLst/>
              <a:cxnLst/>
              <a:rect l="l" t="t" r="r" b="b"/>
              <a:pathLst>
                <a:path w="5561" h="805" extrusionOk="0">
                  <a:moveTo>
                    <a:pt x="87" y="1"/>
                  </a:moveTo>
                  <a:cubicBezTo>
                    <a:pt x="29" y="68"/>
                    <a:pt x="0" y="154"/>
                    <a:pt x="0" y="240"/>
                  </a:cubicBezTo>
                  <a:lnTo>
                    <a:pt x="0" y="393"/>
                  </a:lnTo>
                  <a:cubicBezTo>
                    <a:pt x="0" y="623"/>
                    <a:pt x="182" y="805"/>
                    <a:pt x="412" y="805"/>
                  </a:cubicBezTo>
                  <a:lnTo>
                    <a:pt x="5149" y="805"/>
                  </a:lnTo>
                  <a:cubicBezTo>
                    <a:pt x="5379" y="805"/>
                    <a:pt x="5561" y="623"/>
                    <a:pt x="5561" y="393"/>
                  </a:cubicBezTo>
                  <a:lnTo>
                    <a:pt x="5561" y="240"/>
                  </a:lnTo>
                  <a:cubicBezTo>
                    <a:pt x="5561" y="154"/>
                    <a:pt x="5532" y="68"/>
                    <a:pt x="5475" y="1"/>
                  </a:cubicBezTo>
                  <a:cubicBezTo>
                    <a:pt x="5398" y="96"/>
                    <a:pt x="5283" y="163"/>
                    <a:pt x="5149" y="163"/>
                  </a:cubicBezTo>
                  <a:lnTo>
                    <a:pt x="412" y="163"/>
                  </a:lnTo>
                  <a:cubicBezTo>
                    <a:pt x="278" y="163"/>
                    <a:pt x="163" y="96"/>
                    <a:pt x="87"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6"/>
            <p:cNvSpPr/>
            <p:nvPr/>
          </p:nvSpPr>
          <p:spPr>
            <a:xfrm>
              <a:off x="2052865" y="1589119"/>
              <a:ext cx="152640" cy="66653"/>
            </a:xfrm>
            <a:custGeom>
              <a:avLst/>
              <a:gdLst/>
              <a:ahLst/>
              <a:cxnLst/>
              <a:rect l="l" t="t" r="r" b="b"/>
              <a:pathLst>
                <a:path w="4145" h="1810" extrusionOk="0">
                  <a:moveTo>
                    <a:pt x="0" y="1"/>
                  </a:moveTo>
                  <a:cubicBezTo>
                    <a:pt x="144" y="1034"/>
                    <a:pt x="1024" y="1809"/>
                    <a:pt x="2077" y="1809"/>
                  </a:cubicBezTo>
                  <a:cubicBezTo>
                    <a:pt x="3120" y="1809"/>
                    <a:pt x="4010" y="1034"/>
                    <a:pt x="41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6"/>
            <p:cNvSpPr/>
            <p:nvPr/>
          </p:nvSpPr>
          <p:spPr>
            <a:xfrm>
              <a:off x="1660611" y="1589119"/>
              <a:ext cx="94125" cy="66653"/>
            </a:xfrm>
            <a:custGeom>
              <a:avLst/>
              <a:gdLst/>
              <a:ahLst/>
              <a:cxnLst/>
              <a:rect l="l" t="t" r="r" b="b"/>
              <a:pathLst>
                <a:path w="2556" h="1810" extrusionOk="0">
                  <a:moveTo>
                    <a:pt x="1" y="1"/>
                  </a:moveTo>
                  <a:cubicBezTo>
                    <a:pt x="149" y="1059"/>
                    <a:pt x="1048" y="1810"/>
                    <a:pt x="2067" y="1810"/>
                  </a:cubicBezTo>
                  <a:cubicBezTo>
                    <a:pt x="2228" y="1810"/>
                    <a:pt x="2392" y="1791"/>
                    <a:pt x="2556" y="1752"/>
                  </a:cubicBezTo>
                  <a:cubicBezTo>
                    <a:pt x="1714" y="1551"/>
                    <a:pt x="1082" y="862"/>
                    <a:pt x="967"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6"/>
            <p:cNvSpPr/>
            <p:nvPr/>
          </p:nvSpPr>
          <p:spPr>
            <a:xfrm>
              <a:off x="2052865" y="1589119"/>
              <a:ext cx="94125" cy="66653"/>
            </a:xfrm>
            <a:custGeom>
              <a:avLst/>
              <a:gdLst/>
              <a:ahLst/>
              <a:cxnLst/>
              <a:rect l="l" t="t" r="r" b="b"/>
              <a:pathLst>
                <a:path w="2556" h="1810" extrusionOk="0">
                  <a:moveTo>
                    <a:pt x="0" y="1"/>
                  </a:moveTo>
                  <a:cubicBezTo>
                    <a:pt x="141" y="1059"/>
                    <a:pt x="1045" y="1810"/>
                    <a:pt x="2066" y="1810"/>
                  </a:cubicBezTo>
                  <a:cubicBezTo>
                    <a:pt x="2227" y="1810"/>
                    <a:pt x="2391" y="1791"/>
                    <a:pt x="2556" y="1752"/>
                  </a:cubicBezTo>
                  <a:cubicBezTo>
                    <a:pt x="1713" y="1551"/>
                    <a:pt x="1082" y="862"/>
                    <a:pt x="967"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6"/>
            <p:cNvSpPr/>
            <p:nvPr/>
          </p:nvSpPr>
          <p:spPr>
            <a:xfrm>
              <a:off x="1716658" y="1367804"/>
              <a:ext cx="47946" cy="47615"/>
            </a:xfrm>
            <a:custGeom>
              <a:avLst/>
              <a:gdLst/>
              <a:ahLst/>
              <a:cxnLst/>
              <a:rect l="l" t="t" r="r" b="b"/>
              <a:pathLst>
                <a:path w="1302" h="1293" extrusionOk="0">
                  <a:moveTo>
                    <a:pt x="651" y="1"/>
                  </a:moveTo>
                  <a:cubicBezTo>
                    <a:pt x="297" y="1"/>
                    <a:pt x="0" y="288"/>
                    <a:pt x="0" y="651"/>
                  </a:cubicBezTo>
                  <a:cubicBezTo>
                    <a:pt x="0" y="1005"/>
                    <a:pt x="297" y="1293"/>
                    <a:pt x="651" y="1293"/>
                  </a:cubicBezTo>
                  <a:cubicBezTo>
                    <a:pt x="1005" y="1293"/>
                    <a:pt x="1302" y="1005"/>
                    <a:pt x="1302" y="651"/>
                  </a:cubicBezTo>
                  <a:cubicBezTo>
                    <a:pt x="1302" y="288"/>
                    <a:pt x="1005" y="1"/>
                    <a:pt x="6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6"/>
            <p:cNvSpPr/>
            <p:nvPr/>
          </p:nvSpPr>
          <p:spPr>
            <a:xfrm>
              <a:off x="2101841" y="1367804"/>
              <a:ext cx="47615" cy="47615"/>
            </a:xfrm>
            <a:custGeom>
              <a:avLst/>
              <a:gdLst/>
              <a:ahLst/>
              <a:cxnLst/>
              <a:rect l="l" t="t" r="r" b="b"/>
              <a:pathLst>
                <a:path w="1293" h="1293" extrusionOk="0">
                  <a:moveTo>
                    <a:pt x="642" y="1"/>
                  </a:moveTo>
                  <a:cubicBezTo>
                    <a:pt x="288" y="1"/>
                    <a:pt x="1" y="288"/>
                    <a:pt x="1" y="651"/>
                  </a:cubicBezTo>
                  <a:cubicBezTo>
                    <a:pt x="1" y="1005"/>
                    <a:pt x="288" y="1293"/>
                    <a:pt x="642" y="1293"/>
                  </a:cubicBezTo>
                  <a:cubicBezTo>
                    <a:pt x="1005" y="1293"/>
                    <a:pt x="1293" y="1005"/>
                    <a:pt x="1293" y="651"/>
                  </a:cubicBezTo>
                  <a:cubicBezTo>
                    <a:pt x="1293" y="288"/>
                    <a:pt x="1005" y="1"/>
                    <a:pt x="6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6"/>
            <p:cNvSpPr/>
            <p:nvPr/>
          </p:nvSpPr>
          <p:spPr>
            <a:xfrm>
              <a:off x="1850220" y="1738184"/>
              <a:ext cx="164608" cy="39182"/>
            </a:xfrm>
            <a:custGeom>
              <a:avLst/>
              <a:gdLst/>
              <a:ahLst/>
              <a:cxnLst/>
              <a:rect l="l" t="t" r="r" b="b"/>
              <a:pathLst>
                <a:path w="4470" h="1064" extrusionOk="0">
                  <a:moveTo>
                    <a:pt x="402" y="1"/>
                  </a:moveTo>
                  <a:cubicBezTo>
                    <a:pt x="182" y="1"/>
                    <a:pt x="0" y="183"/>
                    <a:pt x="0" y="403"/>
                  </a:cubicBezTo>
                  <a:lnTo>
                    <a:pt x="0" y="1063"/>
                  </a:lnTo>
                  <a:lnTo>
                    <a:pt x="4470" y="1063"/>
                  </a:lnTo>
                  <a:lnTo>
                    <a:pt x="4470" y="403"/>
                  </a:lnTo>
                  <a:cubicBezTo>
                    <a:pt x="4470" y="183"/>
                    <a:pt x="4288" y="1"/>
                    <a:pt x="406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6"/>
            <p:cNvSpPr/>
            <p:nvPr/>
          </p:nvSpPr>
          <p:spPr>
            <a:xfrm>
              <a:off x="1850220" y="1750188"/>
              <a:ext cx="164608" cy="27177"/>
            </a:xfrm>
            <a:custGeom>
              <a:avLst/>
              <a:gdLst/>
              <a:ahLst/>
              <a:cxnLst/>
              <a:rect l="l" t="t" r="r" b="b"/>
              <a:pathLst>
                <a:path w="4470" h="738" extrusionOk="0">
                  <a:moveTo>
                    <a:pt x="10" y="0"/>
                  </a:moveTo>
                  <a:cubicBezTo>
                    <a:pt x="0" y="19"/>
                    <a:pt x="0" y="48"/>
                    <a:pt x="0" y="77"/>
                  </a:cubicBezTo>
                  <a:lnTo>
                    <a:pt x="0" y="737"/>
                  </a:lnTo>
                  <a:lnTo>
                    <a:pt x="4470" y="737"/>
                  </a:lnTo>
                  <a:lnTo>
                    <a:pt x="4470" y="77"/>
                  </a:lnTo>
                  <a:cubicBezTo>
                    <a:pt x="4470" y="48"/>
                    <a:pt x="4470" y="19"/>
                    <a:pt x="446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6"/>
            <p:cNvSpPr/>
            <p:nvPr/>
          </p:nvSpPr>
          <p:spPr>
            <a:xfrm>
              <a:off x="1830482" y="1773793"/>
              <a:ext cx="204784" cy="35647"/>
            </a:xfrm>
            <a:custGeom>
              <a:avLst/>
              <a:gdLst/>
              <a:ahLst/>
              <a:cxnLst/>
              <a:rect l="l" t="t" r="r" b="b"/>
              <a:pathLst>
                <a:path w="5561" h="968" extrusionOk="0">
                  <a:moveTo>
                    <a:pt x="412" y="0"/>
                  </a:moveTo>
                  <a:cubicBezTo>
                    <a:pt x="182" y="0"/>
                    <a:pt x="0" y="182"/>
                    <a:pt x="0" y="402"/>
                  </a:cubicBezTo>
                  <a:lnTo>
                    <a:pt x="0" y="565"/>
                  </a:lnTo>
                  <a:cubicBezTo>
                    <a:pt x="0" y="785"/>
                    <a:pt x="182" y="967"/>
                    <a:pt x="412" y="967"/>
                  </a:cubicBezTo>
                  <a:lnTo>
                    <a:pt x="5149" y="967"/>
                  </a:lnTo>
                  <a:cubicBezTo>
                    <a:pt x="5369" y="967"/>
                    <a:pt x="5551" y="785"/>
                    <a:pt x="5561" y="565"/>
                  </a:cubicBezTo>
                  <a:lnTo>
                    <a:pt x="5561" y="402"/>
                  </a:lnTo>
                  <a:cubicBezTo>
                    <a:pt x="5551" y="182"/>
                    <a:pt x="5369" y="0"/>
                    <a:pt x="51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6"/>
            <p:cNvSpPr/>
            <p:nvPr/>
          </p:nvSpPr>
          <p:spPr>
            <a:xfrm>
              <a:off x="1830482" y="1779795"/>
              <a:ext cx="204784" cy="29644"/>
            </a:xfrm>
            <a:custGeom>
              <a:avLst/>
              <a:gdLst/>
              <a:ahLst/>
              <a:cxnLst/>
              <a:rect l="l" t="t" r="r" b="b"/>
              <a:pathLst>
                <a:path w="5561" h="805" extrusionOk="0">
                  <a:moveTo>
                    <a:pt x="87" y="0"/>
                  </a:moveTo>
                  <a:cubicBezTo>
                    <a:pt x="29" y="67"/>
                    <a:pt x="0" y="153"/>
                    <a:pt x="0" y="239"/>
                  </a:cubicBezTo>
                  <a:lnTo>
                    <a:pt x="0" y="393"/>
                  </a:lnTo>
                  <a:cubicBezTo>
                    <a:pt x="0" y="622"/>
                    <a:pt x="182" y="804"/>
                    <a:pt x="412" y="804"/>
                  </a:cubicBezTo>
                  <a:lnTo>
                    <a:pt x="5149" y="804"/>
                  </a:lnTo>
                  <a:cubicBezTo>
                    <a:pt x="5379" y="804"/>
                    <a:pt x="5561" y="622"/>
                    <a:pt x="5561" y="393"/>
                  </a:cubicBezTo>
                  <a:lnTo>
                    <a:pt x="5561" y="239"/>
                  </a:lnTo>
                  <a:cubicBezTo>
                    <a:pt x="5561" y="153"/>
                    <a:pt x="5532" y="67"/>
                    <a:pt x="5475" y="0"/>
                  </a:cubicBezTo>
                  <a:cubicBezTo>
                    <a:pt x="5398" y="105"/>
                    <a:pt x="5274" y="163"/>
                    <a:pt x="5149" y="163"/>
                  </a:cubicBezTo>
                  <a:lnTo>
                    <a:pt x="412" y="163"/>
                  </a:lnTo>
                  <a:cubicBezTo>
                    <a:pt x="278" y="163"/>
                    <a:pt x="163" y="105"/>
                    <a:pt x="8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6"/>
            <p:cNvSpPr/>
            <p:nvPr/>
          </p:nvSpPr>
          <p:spPr>
            <a:xfrm>
              <a:off x="1897797" y="1312825"/>
              <a:ext cx="69452" cy="69452"/>
            </a:xfrm>
            <a:custGeom>
              <a:avLst/>
              <a:gdLst/>
              <a:ahLst/>
              <a:cxnLst/>
              <a:rect l="l" t="t" r="r" b="b"/>
              <a:pathLst>
                <a:path w="1886" h="1886" extrusionOk="0">
                  <a:moveTo>
                    <a:pt x="938" y="1"/>
                  </a:moveTo>
                  <a:cubicBezTo>
                    <a:pt x="421" y="1"/>
                    <a:pt x="0" y="422"/>
                    <a:pt x="0" y="938"/>
                  </a:cubicBezTo>
                  <a:cubicBezTo>
                    <a:pt x="0" y="1465"/>
                    <a:pt x="421" y="1886"/>
                    <a:pt x="938" y="1886"/>
                  </a:cubicBezTo>
                  <a:cubicBezTo>
                    <a:pt x="1465" y="1886"/>
                    <a:pt x="1886" y="1465"/>
                    <a:pt x="1886" y="938"/>
                  </a:cubicBezTo>
                  <a:cubicBezTo>
                    <a:pt x="1886" y="422"/>
                    <a:pt x="1465"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6"/>
            <p:cNvSpPr/>
            <p:nvPr/>
          </p:nvSpPr>
          <p:spPr>
            <a:xfrm>
              <a:off x="1716658" y="1367951"/>
              <a:ext cx="41612" cy="47652"/>
            </a:xfrm>
            <a:custGeom>
              <a:avLst/>
              <a:gdLst/>
              <a:ahLst/>
              <a:cxnLst/>
              <a:rect l="l" t="t" r="r" b="b"/>
              <a:pathLst>
                <a:path w="1130" h="1294" extrusionOk="0">
                  <a:moveTo>
                    <a:pt x="654" y="1"/>
                  </a:moveTo>
                  <a:cubicBezTo>
                    <a:pt x="322" y="1"/>
                    <a:pt x="0" y="255"/>
                    <a:pt x="0" y="647"/>
                  </a:cubicBezTo>
                  <a:cubicBezTo>
                    <a:pt x="0" y="1040"/>
                    <a:pt x="322" y="1294"/>
                    <a:pt x="654" y="1294"/>
                  </a:cubicBezTo>
                  <a:cubicBezTo>
                    <a:pt x="824" y="1294"/>
                    <a:pt x="997" y="1227"/>
                    <a:pt x="1130" y="1078"/>
                  </a:cubicBezTo>
                  <a:cubicBezTo>
                    <a:pt x="1024" y="963"/>
                    <a:pt x="967" y="810"/>
                    <a:pt x="967" y="647"/>
                  </a:cubicBezTo>
                  <a:cubicBezTo>
                    <a:pt x="967" y="485"/>
                    <a:pt x="1024" y="331"/>
                    <a:pt x="1130" y="217"/>
                  </a:cubicBezTo>
                  <a:cubicBezTo>
                    <a:pt x="997" y="67"/>
                    <a:pt x="824" y="1"/>
                    <a:pt x="654"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6"/>
            <p:cNvSpPr/>
            <p:nvPr/>
          </p:nvSpPr>
          <p:spPr>
            <a:xfrm>
              <a:off x="2101841" y="1367951"/>
              <a:ext cx="41612" cy="47652"/>
            </a:xfrm>
            <a:custGeom>
              <a:avLst/>
              <a:gdLst/>
              <a:ahLst/>
              <a:cxnLst/>
              <a:rect l="l" t="t" r="r" b="b"/>
              <a:pathLst>
                <a:path w="1130" h="1294" extrusionOk="0">
                  <a:moveTo>
                    <a:pt x="650" y="1"/>
                  </a:moveTo>
                  <a:cubicBezTo>
                    <a:pt x="319" y="1"/>
                    <a:pt x="1" y="255"/>
                    <a:pt x="1" y="647"/>
                  </a:cubicBezTo>
                  <a:cubicBezTo>
                    <a:pt x="1" y="1040"/>
                    <a:pt x="319" y="1294"/>
                    <a:pt x="650" y="1294"/>
                  </a:cubicBezTo>
                  <a:cubicBezTo>
                    <a:pt x="820" y="1294"/>
                    <a:pt x="994" y="1227"/>
                    <a:pt x="1130" y="1078"/>
                  </a:cubicBezTo>
                  <a:cubicBezTo>
                    <a:pt x="1025" y="963"/>
                    <a:pt x="967" y="810"/>
                    <a:pt x="967" y="647"/>
                  </a:cubicBezTo>
                  <a:cubicBezTo>
                    <a:pt x="967" y="485"/>
                    <a:pt x="1025" y="331"/>
                    <a:pt x="1130" y="217"/>
                  </a:cubicBezTo>
                  <a:cubicBezTo>
                    <a:pt x="994" y="67"/>
                    <a:pt x="820" y="1"/>
                    <a:pt x="650"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6"/>
            <p:cNvSpPr/>
            <p:nvPr/>
          </p:nvSpPr>
          <p:spPr>
            <a:xfrm>
              <a:off x="1897797" y="1312862"/>
              <a:ext cx="52549" cy="69783"/>
            </a:xfrm>
            <a:custGeom>
              <a:avLst/>
              <a:gdLst/>
              <a:ahLst/>
              <a:cxnLst/>
              <a:rect l="l" t="t" r="r" b="b"/>
              <a:pathLst>
                <a:path w="1427" h="1895" extrusionOk="0">
                  <a:moveTo>
                    <a:pt x="948" y="1"/>
                  </a:moveTo>
                  <a:cubicBezTo>
                    <a:pt x="454" y="1"/>
                    <a:pt x="0" y="397"/>
                    <a:pt x="0" y="947"/>
                  </a:cubicBezTo>
                  <a:cubicBezTo>
                    <a:pt x="0" y="1502"/>
                    <a:pt x="451" y="1895"/>
                    <a:pt x="944" y="1895"/>
                  </a:cubicBezTo>
                  <a:cubicBezTo>
                    <a:pt x="1105" y="1895"/>
                    <a:pt x="1271" y="1853"/>
                    <a:pt x="1426" y="1760"/>
                  </a:cubicBezTo>
                  <a:cubicBezTo>
                    <a:pt x="1139" y="1588"/>
                    <a:pt x="967" y="1282"/>
                    <a:pt x="967" y="947"/>
                  </a:cubicBezTo>
                  <a:cubicBezTo>
                    <a:pt x="967" y="612"/>
                    <a:pt x="1139" y="306"/>
                    <a:pt x="1426" y="134"/>
                  </a:cubicBezTo>
                  <a:cubicBezTo>
                    <a:pt x="1272" y="42"/>
                    <a:pt x="1108" y="1"/>
                    <a:pt x="948"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6"/>
            <p:cNvSpPr/>
            <p:nvPr/>
          </p:nvSpPr>
          <p:spPr>
            <a:xfrm>
              <a:off x="1638406" y="1553546"/>
              <a:ext cx="204452" cy="35610"/>
            </a:xfrm>
            <a:custGeom>
              <a:avLst/>
              <a:gdLst/>
              <a:ahLst/>
              <a:cxnLst/>
              <a:rect l="l" t="t" r="r" b="b"/>
              <a:pathLst>
                <a:path w="5552" h="967" extrusionOk="0">
                  <a:moveTo>
                    <a:pt x="403" y="0"/>
                  </a:moveTo>
                  <a:cubicBezTo>
                    <a:pt x="182" y="0"/>
                    <a:pt x="1" y="182"/>
                    <a:pt x="1" y="402"/>
                  </a:cubicBezTo>
                  <a:lnTo>
                    <a:pt x="1" y="565"/>
                  </a:lnTo>
                  <a:cubicBezTo>
                    <a:pt x="1" y="785"/>
                    <a:pt x="182" y="967"/>
                    <a:pt x="403" y="967"/>
                  </a:cubicBezTo>
                  <a:lnTo>
                    <a:pt x="5149" y="967"/>
                  </a:lnTo>
                  <a:cubicBezTo>
                    <a:pt x="5370" y="967"/>
                    <a:pt x="5551" y="785"/>
                    <a:pt x="5551" y="565"/>
                  </a:cubicBezTo>
                  <a:lnTo>
                    <a:pt x="5551" y="402"/>
                  </a:lnTo>
                  <a:cubicBezTo>
                    <a:pt x="5551" y="182"/>
                    <a:pt x="5370" y="0"/>
                    <a:pt x="51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6"/>
            <p:cNvSpPr/>
            <p:nvPr/>
          </p:nvSpPr>
          <p:spPr>
            <a:xfrm>
              <a:off x="1638406" y="1559512"/>
              <a:ext cx="204452" cy="29644"/>
            </a:xfrm>
            <a:custGeom>
              <a:avLst/>
              <a:gdLst/>
              <a:ahLst/>
              <a:cxnLst/>
              <a:rect l="l" t="t" r="r" b="b"/>
              <a:pathLst>
                <a:path w="5552" h="805" extrusionOk="0">
                  <a:moveTo>
                    <a:pt x="77" y="1"/>
                  </a:moveTo>
                  <a:cubicBezTo>
                    <a:pt x="29" y="68"/>
                    <a:pt x="1" y="154"/>
                    <a:pt x="1" y="240"/>
                  </a:cubicBezTo>
                  <a:lnTo>
                    <a:pt x="1" y="393"/>
                  </a:lnTo>
                  <a:cubicBezTo>
                    <a:pt x="1" y="623"/>
                    <a:pt x="182" y="805"/>
                    <a:pt x="403" y="805"/>
                  </a:cubicBezTo>
                  <a:lnTo>
                    <a:pt x="5149" y="805"/>
                  </a:lnTo>
                  <a:cubicBezTo>
                    <a:pt x="5370" y="805"/>
                    <a:pt x="5551" y="623"/>
                    <a:pt x="5551" y="393"/>
                  </a:cubicBezTo>
                  <a:lnTo>
                    <a:pt x="5551" y="240"/>
                  </a:lnTo>
                  <a:cubicBezTo>
                    <a:pt x="5551" y="154"/>
                    <a:pt x="5523" y="68"/>
                    <a:pt x="5475" y="1"/>
                  </a:cubicBezTo>
                  <a:cubicBezTo>
                    <a:pt x="5398" y="96"/>
                    <a:pt x="5274" y="163"/>
                    <a:pt x="5149" y="163"/>
                  </a:cubicBezTo>
                  <a:lnTo>
                    <a:pt x="403" y="163"/>
                  </a:lnTo>
                  <a:cubicBezTo>
                    <a:pt x="278" y="163"/>
                    <a:pt x="154" y="96"/>
                    <a:pt x="77"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0" name="Google Shape;1150;p46"/>
          <p:cNvGrpSpPr/>
          <p:nvPr/>
        </p:nvGrpSpPr>
        <p:grpSpPr>
          <a:xfrm>
            <a:off x="4315705" y="1272266"/>
            <a:ext cx="512595" cy="537174"/>
            <a:chOff x="4315705" y="1272266"/>
            <a:chExt cx="512595" cy="537174"/>
          </a:xfrm>
        </p:grpSpPr>
        <p:sp>
          <p:nvSpPr>
            <p:cNvPr id="1151" name="Google Shape;1151;p46"/>
            <p:cNvSpPr/>
            <p:nvPr/>
          </p:nvSpPr>
          <p:spPr>
            <a:xfrm>
              <a:off x="4563342" y="1272266"/>
              <a:ext cx="264958" cy="223361"/>
            </a:xfrm>
            <a:custGeom>
              <a:avLst/>
              <a:gdLst/>
              <a:ahLst/>
              <a:cxnLst/>
              <a:rect l="l" t="t" r="r" b="b"/>
              <a:pathLst>
                <a:path w="6134" h="5171" extrusionOk="0">
                  <a:moveTo>
                    <a:pt x="3098" y="1"/>
                  </a:moveTo>
                  <a:cubicBezTo>
                    <a:pt x="3061" y="1"/>
                    <a:pt x="3024" y="2"/>
                    <a:pt x="2986" y="3"/>
                  </a:cubicBezTo>
                  <a:cubicBezTo>
                    <a:pt x="1043" y="80"/>
                    <a:pt x="0" y="2338"/>
                    <a:pt x="1216" y="3860"/>
                  </a:cubicBezTo>
                  <a:lnTo>
                    <a:pt x="1168" y="4989"/>
                  </a:lnTo>
                  <a:cubicBezTo>
                    <a:pt x="1160" y="5095"/>
                    <a:pt x="1241" y="5170"/>
                    <a:pt x="1332" y="5170"/>
                  </a:cubicBezTo>
                  <a:cubicBezTo>
                    <a:pt x="1357" y="5170"/>
                    <a:pt x="1382" y="5165"/>
                    <a:pt x="1407" y="5152"/>
                  </a:cubicBezTo>
                  <a:lnTo>
                    <a:pt x="2431" y="4674"/>
                  </a:lnTo>
                  <a:cubicBezTo>
                    <a:pt x="2649" y="4736"/>
                    <a:pt x="2870" y="4767"/>
                    <a:pt x="3088" y="4767"/>
                  </a:cubicBezTo>
                  <a:cubicBezTo>
                    <a:pt x="3868" y="4767"/>
                    <a:pt x="4616" y="4380"/>
                    <a:pt x="5073" y="3707"/>
                  </a:cubicBezTo>
                  <a:cubicBezTo>
                    <a:pt x="6133" y="2121"/>
                    <a:pt x="4985" y="1"/>
                    <a:pt x="3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6"/>
            <p:cNvSpPr/>
            <p:nvPr/>
          </p:nvSpPr>
          <p:spPr>
            <a:xfrm>
              <a:off x="4630727" y="1322286"/>
              <a:ext cx="123235" cy="107469"/>
            </a:xfrm>
            <a:custGeom>
              <a:avLst/>
              <a:gdLst/>
              <a:ahLst/>
              <a:cxnLst/>
              <a:rect l="l" t="t" r="r" b="b"/>
              <a:pathLst>
                <a:path w="2853" h="2488" extrusionOk="0">
                  <a:moveTo>
                    <a:pt x="1391" y="1"/>
                  </a:moveTo>
                  <a:cubicBezTo>
                    <a:pt x="1381" y="1"/>
                    <a:pt x="1370" y="2"/>
                    <a:pt x="1359" y="3"/>
                  </a:cubicBezTo>
                  <a:cubicBezTo>
                    <a:pt x="373" y="204"/>
                    <a:pt x="0" y="1410"/>
                    <a:pt x="708" y="2118"/>
                  </a:cubicBezTo>
                  <a:cubicBezTo>
                    <a:pt x="961" y="2371"/>
                    <a:pt x="1279" y="2487"/>
                    <a:pt x="1591" y="2487"/>
                  </a:cubicBezTo>
                  <a:cubicBezTo>
                    <a:pt x="2154" y="2487"/>
                    <a:pt x="2700" y="2111"/>
                    <a:pt x="2823" y="1477"/>
                  </a:cubicBezTo>
                  <a:cubicBezTo>
                    <a:pt x="2852" y="1353"/>
                    <a:pt x="2756" y="1238"/>
                    <a:pt x="2632" y="1238"/>
                  </a:cubicBezTo>
                  <a:lnTo>
                    <a:pt x="1799" y="1238"/>
                  </a:lnTo>
                  <a:cubicBezTo>
                    <a:pt x="1685" y="1238"/>
                    <a:pt x="1598" y="1152"/>
                    <a:pt x="1598" y="1046"/>
                  </a:cubicBezTo>
                  <a:lnTo>
                    <a:pt x="1598" y="204"/>
                  </a:lnTo>
                  <a:cubicBezTo>
                    <a:pt x="1598" y="91"/>
                    <a:pt x="1503" y="1"/>
                    <a:pt x="13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6"/>
            <p:cNvSpPr/>
            <p:nvPr/>
          </p:nvSpPr>
          <p:spPr>
            <a:xfrm>
              <a:off x="4342572" y="1345957"/>
              <a:ext cx="437825" cy="437825"/>
            </a:xfrm>
            <a:custGeom>
              <a:avLst/>
              <a:gdLst/>
              <a:ahLst/>
              <a:cxnLst/>
              <a:rect l="l" t="t" r="r" b="b"/>
              <a:pathLst>
                <a:path w="10136" h="10136" extrusionOk="0">
                  <a:moveTo>
                    <a:pt x="3283" y="1"/>
                  </a:moveTo>
                  <a:lnTo>
                    <a:pt x="1" y="3283"/>
                  </a:lnTo>
                  <a:lnTo>
                    <a:pt x="1637" y="4920"/>
                  </a:lnTo>
                  <a:cubicBezTo>
                    <a:pt x="2085" y="5368"/>
                    <a:pt x="2678" y="5601"/>
                    <a:pt x="3277" y="5601"/>
                  </a:cubicBezTo>
                  <a:cubicBezTo>
                    <a:pt x="3690" y="5601"/>
                    <a:pt x="4105" y="5491"/>
                    <a:pt x="4480" y="5264"/>
                  </a:cubicBezTo>
                  <a:lnTo>
                    <a:pt x="4862" y="5647"/>
                  </a:lnTo>
                  <a:cubicBezTo>
                    <a:pt x="4307" y="6566"/>
                    <a:pt x="4451" y="7734"/>
                    <a:pt x="5207" y="8490"/>
                  </a:cubicBezTo>
                  <a:lnTo>
                    <a:pt x="6853" y="10136"/>
                  </a:lnTo>
                  <a:lnTo>
                    <a:pt x="10136" y="6853"/>
                  </a:lnTo>
                  <a:lnTo>
                    <a:pt x="8490" y="5207"/>
                  </a:lnTo>
                  <a:cubicBezTo>
                    <a:pt x="8042" y="4760"/>
                    <a:pt x="7451" y="4530"/>
                    <a:pt x="6853" y="4530"/>
                  </a:cubicBezTo>
                  <a:cubicBezTo>
                    <a:pt x="6439" y="4530"/>
                    <a:pt x="6022" y="4640"/>
                    <a:pt x="5647" y="4863"/>
                  </a:cubicBezTo>
                  <a:lnTo>
                    <a:pt x="5264" y="4480"/>
                  </a:lnTo>
                  <a:cubicBezTo>
                    <a:pt x="5819" y="3571"/>
                    <a:pt x="5676" y="2393"/>
                    <a:pt x="4920" y="1637"/>
                  </a:cubicBezTo>
                  <a:lnTo>
                    <a:pt x="3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6"/>
            <p:cNvSpPr/>
            <p:nvPr/>
          </p:nvSpPr>
          <p:spPr>
            <a:xfrm>
              <a:off x="4462871" y="1345957"/>
              <a:ext cx="317138" cy="317138"/>
            </a:xfrm>
            <a:custGeom>
              <a:avLst/>
              <a:gdLst/>
              <a:ahLst/>
              <a:cxnLst/>
              <a:rect l="l" t="t" r="r" b="b"/>
              <a:pathLst>
                <a:path w="7342" h="7342" extrusionOk="0">
                  <a:moveTo>
                    <a:pt x="498" y="1"/>
                  </a:moveTo>
                  <a:lnTo>
                    <a:pt x="1" y="498"/>
                  </a:lnTo>
                  <a:lnTo>
                    <a:pt x="1647" y="2135"/>
                  </a:lnTo>
                  <a:cubicBezTo>
                    <a:pt x="2336" y="2824"/>
                    <a:pt x="2518" y="3867"/>
                    <a:pt x="2106" y="4748"/>
                  </a:cubicBezTo>
                  <a:cubicBezTo>
                    <a:pt x="2049" y="4891"/>
                    <a:pt x="2077" y="5054"/>
                    <a:pt x="2183" y="5159"/>
                  </a:cubicBezTo>
                  <a:cubicBezTo>
                    <a:pt x="2252" y="5229"/>
                    <a:pt x="2347" y="5265"/>
                    <a:pt x="2444" y="5265"/>
                  </a:cubicBezTo>
                  <a:cubicBezTo>
                    <a:pt x="2494" y="5265"/>
                    <a:pt x="2545" y="5255"/>
                    <a:pt x="2594" y="5236"/>
                  </a:cubicBezTo>
                  <a:cubicBezTo>
                    <a:pt x="2904" y="5091"/>
                    <a:pt x="3234" y="5021"/>
                    <a:pt x="3562" y="5021"/>
                  </a:cubicBezTo>
                  <a:cubicBezTo>
                    <a:pt x="4165" y="5021"/>
                    <a:pt x="4760" y="5258"/>
                    <a:pt x="5207" y="5705"/>
                  </a:cubicBezTo>
                  <a:lnTo>
                    <a:pt x="6853" y="7341"/>
                  </a:lnTo>
                  <a:lnTo>
                    <a:pt x="7341" y="6853"/>
                  </a:lnTo>
                  <a:lnTo>
                    <a:pt x="5705" y="5207"/>
                  </a:lnTo>
                  <a:cubicBezTo>
                    <a:pt x="5257" y="4760"/>
                    <a:pt x="4666" y="4530"/>
                    <a:pt x="4068" y="4530"/>
                  </a:cubicBezTo>
                  <a:cubicBezTo>
                    <a:pt x="3654" y="4530"/>
                    <a:pt x="3237" y="4640"/>
                    <a:pt x="2862" y="4863"/>
                  </a:cubicBezTo>
                  <a:lnTo>
                    <a:pt x="2479" y="4480"/>
                  </a:lnTo>
                  <a:cubicBezTo>
                    <a:pt x="3034" y="3571"/>
                    <a:pt x="2891" y="2393"/>
                    <a:pt x="2135" y="1637"/>
                  </a:cubicBezTo>
                  <a:lnTo>
                    <a:pt x="498"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6"/>
            <p:cNvSpPr/>
            <p:nvPr/>
          </p:nvSpPr>
          <p:spPr>
            <a:xfrm>
              <a:off x="4315705" y="1319997"/>
              <a:ext cx="195155" cy="193427"/>
            </a:xfrm>
            <a:custGeom>
              <a:avLst/>
              <a:gdLst/>
              <a:ahLst/>
              <a:cxnLst/>
              <a:rect l="l" t="t" r="r" b="b"/>
              <a:pathLst>
                <a:path w="4518" h="4478" extrusionOk="0">
                  <a:moveTo>
                    <a:pt x="3906" y="0"/>
                  </a:moveTo>
                  <a:cubicBezTo>
                    <a:pt x="3857" y="0"/>
                    <a:pt x="3809" y="19"/>
                    <a:pt x="3771" y="56"/>
                  </a:cubicBezTo>
                  <a:lnTo>
                    <a:pt x="87" y="3750"/>
                  </a:lnTo>
                  <a:cubicBezTo>
                    <a:pt x="1" y="3827"/>
                    <a:pt x="1" y="3951"/>
                    <a:pt x="87" y="4028"/>
                  </a:cubicBezTo>
                  <a:lnTo>
                    <a:pt x="470" y="4420"/>
                  </a:lnTo>
                  <a:cubicBezTo>
                    <a:pt x="508" y="4459"/>
                    <a:pt x="561" y="4478"/>
                    <a:pt x="613" y="4478"/>
                  </a:cubicBezTo>
                  <a:cubicBezTo>
                    <a:pt x="666" y="4478"/>
                    <a:pt x="718" y="4459"/>
                    <a:pt x="757" y="4420"/>
                  </a:cubicBezTo>
                  <a:lnTo>
                    <a:pt x="4441" y="736"/>
                  </a:lnTo>
                  <a:cubicBezTo>
                    <a:pt x="4518" y="659"/>
                    <a:pt x="4518" y="525"/>
                    <a:pt x="4441" y="449"/>
                  </a:cubicBezTo>
                  <a:lnTo>
                    <a:pt x="4049" y="66"/>
                  </a:lnTo>
                  <a:cubicBezTo>
                    <a:pt x="4009" y="22"/>
                    <a:pt x="3957" y="0"/>
                    <a:pt x="39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6"/>
            <p:cNvSpPr/>
            <p:nvPr/>
          </p:nvSpPr>
          <p:spPr>
            <a:xfrm>
              <a:off x="4327713" y="1331098"/>
              <a:ext cx="183147" cy="182326"/>
            </a:xfrm>
            <a:custGeom>
              <a:avLst/>
              <a:gdLst/>
              <a:ahLst/>
              <a:cxnLst/>
              <a:rect l="l" t="t" r="r" b="b"/>
              <a:pathLst>
                <a:path w="4240" h="4221" extrusionOk="0">
                  <a:moveTo>
                    <a:pt x="3972" y="0"/>
                  </a:moveTo>
                  <a:lnTo>
                    <a:pt x="0" y="3972"/>
                  </a:lnTo>
                  <a:lnTo>
                    <a:pt x="192" y="4163"/>
                  </a:lnTo>
                  <a:cubicBezTo>
                    <a:pt x="230" y="4202"/>
                    <a:pt x="283" y="4221"/>
                    <a:pt x="335" y="4221"/>
                  </a:cubicBezTo>
                  <a:cubicBezTo>
                    <a:pt x="388" y="4221"/>
                    <a:pt x="440" y="4202"/>
                    <a:pt x="479" y="4163"/>
                  </a:cubicBezTo>
                  <a:lnTo>
                    <a:pt x="4163" y="469"/>
                  </a:lnTo>
                  <a:cubicBezTo>
                    <a:pt x="4240" y="393"/>
                    <a:pt x="4240" y="268"/>
                    <a:pt x="4163" y="192"/>
                  </a:cubicBezTo>
                  <a:lnTo>
                    <a:pt x="3972"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6"/>
            <p:cNvSpPr/>
            <p:nvPr/>
          </p:nvSpPr>
          <p:spPr>
            <a:xfrm>
              <a:off x="4612110" y="1616315"/>
              <a:ext cx="194766" cy="193125"/>
            </a:xfrm>
            <a:custGeom>
              <a:avLst/>
              <a:gdLst/>
              <a:ahLst/>
              <a:cxnLst/>
              <a:rect l="l" t="t" r="r" b="b"/>
              <a:pathLst>
                <a:path w="4509" h="4471" extrusionOk="0">
                  <a:moveTo>
                    <a:pt x="3900" y="1"/>
                  </a:moveTo>
                  <a:cubicBezTo>
                    <a:pt x="3850" y="1"/>
                    <a:pt x="3800" y="20"/>
                    <a:pt x="3762" y="58"/>
                  </a:cubicBezTo>
                  <a:lnTo>
                    <a:pt x="77" y="3743"/>
                  </a:lnTo>
                  <a:cubicBezTo>
                    <a:pt x="1" y="3819"/>
                    <a:pt x="1" y="3944"/>
                    <a:pt x="77" y="4030"/>
                  </a:cubicBezTo>
                  <a:lnTo>
                    <a:pt x="460" y="4413"/>
                  </a:lnTo>
                  <a:cubicBezTo>
                    <a:pt x="498" y="4451"/>
                    <a:pt x="551" y="4470"/>
                    <a:pt x="603" y="4470"/>
                  </a:cubicBezTo>
                  <a:cubicBezTo>
                    <a:pt x="656" y="4470"/>
                    <a:pt x="709" y="4451"/>
                    <a:pt x="747" y="4413"/>
                  </a:cubicBezTo>
                  <a:lnTo>
                    <a:pt x="4432" y="728"/>
                  </a:lnTo>
                  <a:cubicBezTo>
                    <a:pt x="4508" y="652"/>
                    <a:pt x="4508" y="518"/>
                    <a:pt x="4432" y="441"/>
                  </a:cubicBezTo>
                  <a:lnTo>
                    <a:pt x="4039" y="58"/>
                  </a:lnTo>
                  <a:cubicBezTo>
                    <a:pt x="4001" y="20"/>
                    <a:pt x="3951" y="1"/>
                    <a:pt x="39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6"/>
            <p:cNvSpPr/>
            <p:nvPr/>
          </p:nvSpPr>
          <p:spPr>
            <a:xfrm>
              <a:off x="4623686" y="1627071"/>
              <a:ext cx="183190" cy="182369"/>
            </a:xfrm>
            <a:custGeom>
              <a:avLst/>
              <a:gdLst/>
              <a:ahLst/>
              <a:cxnLst/>
              <a:rect l="l" t="t" r="r" b="b"/>
              <a:pathLst>
                <a:path w="4241" h="4222" extrusionOk="0">
                  <a:moveTo>
                    <a:pt x="3972" y="1"/>
                  </a:moveTo>
                  <a:lnTo>
                    <a:pt x="1" y="3972"/>
                  </a:lnTo>
                  <a:lnTo>
                    <a:pt x="192" y="4164"/>
                  </a:lnTo>
                  <a:cubicBezTo>
                    <a:pt x="230" y="4202"/>
                    <a:pt x="283" y="4221"/>
                    <a:pt x="335" y="4221"/>
                  </a:cubicBezTo>
                  <a:cubicBezTo>
                    <a:pt x="388" y="4221"/>
                    <a:pt x="441" y="4202"/>
                    <a:pt x="479" y="4164"/>
                  </a:cubicBezTo>
                  <a:lnTo>
                    <a:pt x="4164" y="479"/>
                  </a:lnTo>
                  <a:cubicBezTo>
                    <a:pt x="4240" y="403"/>
                    <a:pt x="4240" y="269"/>
                    <a:pt x="4164" y="192"/>
                  </a:cubicBezTo>
                  <a:lnTo>
                    <a:pt x="3972"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6"/>
            <p:cNvSpPr/>
            <p:nvPr/>
          </p:nvSpPr>
          <p:spPr>
            <a:xfrm>
              <a:off x="4414492" y="1517096"/>
              <a:ext cx="129455" cy="47990"/>
            </a:xfrm>
            <a:custGeom>
              <a:avLst/>
              <a:gdLst/>
              <a:ahLst/>
              <a:cxnLst/>
              <a:rect l="l" t="t" r="r" b="b"/>
              <a:pathLst>
                <a:path w="2997" h="1111" extrusionOk="0">
                  <a:moveTo>
                    <a:pt x="259" y="1"/>
                  </a:moveTo>
                  <a:cubicBezTo>
                    <a:pt x="97" y="1"/>
                    <a:pt x="1" y="192"/>
                    <a:pt x="106" y="326"/>
                  </a:cubicBezTo>
                  <a:lnTo>
                    <a:pt x="250" y="499"/>
                  </a:lnTo>
                  <a:cubicBezTo>
                    <a:pt x="596" y="909"/>
                    <a:pt x="1044" y="1111"/>
                    <a:pt x="1494" y="1111"/>
                  </a:cubicBezTo>
                  <a:cubicBezTo>
                    <a:pt x="1977" y="1111"/>
                    <a:pt x="2462" y="878"/>
                    <a:pt x="2824" y="422"/>
                  </a:cubicBezTo>
                  <a:lnTo>
                    <a:pt x="2901" y="326"/>
                  </a:lnTo>
                  <a:cubicBezTo>
                    <a:pt x="2996" y="192"/>
                    <a:pt x="2910" y="1"/>
                    <a:pt x="27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6"/>
            <p:cNvSpPr/>
            <p:nvPr/>
          </p:nvSpPr>
          <p:spPr>
            <a:xfrm>
              <a:off x="4562090" y="1651044"/>
              <a:ext cx="135632" cy="76930"/>
            </a:xfrm>
            <a:custGeom>
              <a:avLst/>
              <a:gdLst/>
              <a:ahLst/>
              <a:cxnLst/>
              <a:rect l="l" t="t" r="r" b="b"/>
              <a:pathLst>
                <a:path w="3140" h="1781" extrusionOk="0">
                  <a:moveTo>
                    <a:pt x="1" y="1"/>
                  </a:moveTo>
                  <a:cubicBezTo>
                    <a:pt x="10" y="240"/>
                    <a:pt x="106" y="479"/>
                    <a:pt x="278" y="661"/>
                  </a:cubicBezTo>
                  <a:lnTo>
                    <a:pt x="1350" y="1723"/>
                  </a:lnTo>
                  <a:cubicBezTo>
                    <a:pt x="1388" y="1762"/>
                    <a:pt x="1438" y="1781"/>
                    <a:pt x="1489" y="1781"/>
                  </a:cubicBezTo>
                  <a:cubicBezTo>
                    <a:pt x="1539" y="1781"/>
                    <a:pt x="1589" y="1762"/>
                    <a:pt x="1628" y="1723"/>
                  </a:cubicBezTo>
                  <a:lnTo>
                    <a:pt x="3015" y="345"/>
                  </a:lnTo>
                  <a:cubicBezTo>
                    <a:pt x="3140" y="211"/>
                    <a:pt x="3053" y="1"/>
                    <a:pt x="28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1" name="Google Shape;1161;p46"/>
          <p:cNvGrpSpPr/>
          <p:nvPr/>
        </p:nvGrpSpPr>
        <p:grpSpPr>
          <a:xfrm>
            <a:off x="6954454" y="1309709"/>
            <a:ext cx="512598" cy="499734"/>
            <a:chOff x="6954454" y="1309709"/>
            <a:chExt cx="512598" cy="499734"/>
          </a:xfrm>
        </p:grpSpPr>
        <p:sp>
          <p:nvSpPr>
            <p:cNvPr id="1162" name="Google Shape;1162;p46"/>
            <p:cNvSpPr/>
            <p:nvPr/>
          </p:nvSpPr>
          <p:spPr>
            <a:xfrm>
              <a:off x="7052233" y="1404877"/>
              <a:ext cx="316997" cy="317327"/>
            </a:xfrm>
            <a:custGeom>
              <a:avLst/>
              <a:gdLst/>
              <a:ahLst/>
              <a:cxnLst/>
              <a:rect l="l" t="t" r="r" b="b"/>
              <a:pathLst>
                <a:path w="8624" h="8633" extrusionOk="0">
                  <a:moveTo>
                    <a:pt x="4317" y="0"/>
                  </a:moveTo>
                  <a:cubicBezTo>
                    <a:pt x="1924" y="0"/>
                    <a:pt x="1" y="1933"/>
                    <a:pt x="1" y="4316"/>
                  </a:cubicBezTo>
                  <a:cubicBezTo>
                    <a:pt x="1" y="6699"/>
                    <a:pt x="1924" y="8632"/>
                    <a:pt x="4317" y="8632"/>
                  </a:cubicBezTo>
                  <a:cubicBezTo>
                    <a:pt x="6700" y="8632"/>
                    <a:pt x="8624" y="6699"/>
                    <a:pt x="8624" y="4316"/>
                  </a:cubicBezTo>
                  <a:cubicBezTo>
                    <a:pt x="8624" y="1933"/>
                    <a:pt x="6700" y="0"/>
                    <a:pt x="43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6"/>
            <p:cNvSpPr/>
            <p:nvPr/>
          </p:nvSpPr>
          <p:spPr>
            <a:xfrm>
              <a:off x="7115568" y="1515668"/>
              <a:ext cx="190330" cy="190367"/>
            </a:xfrm>
            <a:custGeom>
              <a:avLst/>
              <a:gdLst/>
              <a:ahLst/>
              <a:cxnLst/>
              <a:rect l="l" t="t" r="r" b="b"/>
              <a:pathLst>
                <a:path w="5178" h="5179" extrusionOk="0">
                  <a:moveTo>
                    <a:pt x="2594" y="1"/>
                  </a:moveTo>
                  <a:cubicBezTo>
                    <a:pt x="1158" y="1"/>
                    <a:pt x="0" y="1159"/>
                    <a:pt x="0" y="2594"/>
                  </a:cubicBezTo>
                  <a:cubicBezTo>
                    <a:pt x="0" y="4020"/>
                    <a:pt x="1158" y="5178"/>
                    <a:pt x="2594" y="5178"/>
                  </a:cubicBezTo>
                  <a:cubicBezTo>
                    <a:pt x="4020" y="5178"/>
                    <a:pt x="5178" y="4020"/>
                    <a:pt x="5178" y="2594"/>
                  </a:cubicBezTo>
                  <a:cubicBezTo>
                    <a:pt x="5178" y="1159"/>
                    <a:pt x="4020" y="1"/>
                    <a:pt x="2594" y="1"/>
                  </a:cubicBezTo>
                  <a:close/>
                </a:path>
              </a:pathLst>
            </a:custGeom>
            <a:solidFill>
              <a:srgbClr val="FFFFFF">
                <a:alpha val="18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6"/>
            <p:cNvSpPr/>
            <p:nvPr/>
          </p:nvSpPr>
          <p:spPr>
            <a:xfrm>
              <a:off x="6954454" y="1555441"/>
              <a:ext cx="76713" cy="15842"/>
            </a:xfrm>
            <a:custGeom>
              <a:avLst/>
              <a:gdLst/>
              <a:ahLst/>
              <a:cxnLst/>
              <a:rect l="l" t="t" r="r" b="b"/>
              <a:pathLst>
                <a:path w="2087" h="431" extrusionOk="0">
                  <a:moveTo>
                    <a:pt x="287" y="0"/>
                  </a:moveTo>
                  <a:cubicBezTo>
                    <a:pt x="0" y="0"/>
                    <a:pt x="0" y="431"/>
                    <a:pt x="287" y="431"/>
                  </a:cubicBezTo>
                  <a:lnTo>
                    <a:pt x="1799" y="431"/>
                  </a:lnTo>
                  <a:cubicBezTo>
                    <a:pt x="2087" y="431"/>
                    <a:pt x="2087" y="0"/>
                    <a:pt x="17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6"/>
            <p:cNvSpPr/>
            <p:nvPr/>
          </p:nvSpPr>
          <p:spPr>
            <a:xfrm>
              <a:off x="7390671" y="1555441"/>
              <a:ext cx="76382" cy="15842"/>
            </a:xfrm>
            <a:custGeom>
              <a:avLst/>
              <a:gdLst/>
              <a:ahLst/>
              <a:cxnLst/>
              <a:rect l="l" t="t" r="r" b="b"/>
              <a:pathLst>
                <a:path w="2078" h="431" extrusionOk="0">
                  <a:moveTo>
                    <a:pt x="287" y="0"/>
                  </a:moveTo>
                  <a:cubicBezTo>
                    <a:pt x="0" y="0"/>
                    <a:pt x="0" y="431"/>
                    <a:pt x="287" y="431"/>
                  </a:cubicBezTo>
                  <a:lnTo>
                    <a:pt x="1790" y="431"/>
                  </a:lnTo>
                  <a:cubicBezTo>
                    <a:pt x="2077" y="431"/>
                    <a:pt x="2077" y="0"/>
                    <a:pt x="17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6"/>
            <p:cNvSpPr/>
            <p:nvPr/>
          </p:nvSpPr>
          <p:spPr>
            <a:xfrm>
              <a:off x="7202797" y="1309709"/>
              <a:ext cx="15879" cy="71273"/>
            </a:xfrm>
            <a:custGeom>
              <a:avLst/>
              <a:gdLst/>
              <a:ahLst/>
              <a:cxnLst/>
              <a:rect l="l" t="t" r="r" b="b"/>
              <a:pathLst>
                <a:path w="432" h="1939" extrusionOk="0">
                  <a:moveTo>
                    <a:pt x="216" y="0"/>
                  </a:moveTo>
                  <a:cubicBezTo>
                    <a:pt x="108" y="0"/>
                    <a:pt x="1" y="72"/>
                    <a:pt x="1" y="216"/>
                  </a:cubicBezTo>
                  <a:lnTo>
                    <a:pt x="1" y="1728"/>
                  </a:lnTo>
                  <a:cubicBezTo>
                    <a:pt x="1" y="1843"/>
                    <a:pt x="97" y="1938"/>
                    <a:pt x="221" y="1938"/>
                  </a:cubicBezTo>
                  <a:cubicBezTo>
                    <a:pt x="336" y="1938"/>
                    <a:pt x="431" y="1843"/>
                    <a:pt x="431" y="1728"/>
                  </a:cubicBezTo>
                  <a:lnTo>
                    <a:pt x="431" y="216"/>
                  </a:lnTo>
                  <a:cubicBezTo>
                    <a:pt x="431" y="72"/>
                    <a:pt x="324" y="0"/>
                    <a:pt x="2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6"/>
            <p:cNvSpPr/>
            <p:nvPr/>
          </p:nvSpPr>
          <p:spPr>
            <a:xfrm>
              <a:off x="7089874" y="1720194"/>
              <a:ext cx="36133" cy="43521"/>
            </a:xfrm>
            <a:custGeom>
              <a:avLst/>
              <a:gdLst/>
              <a:ahLst/>
              <a:cxnLst/>
              <a:rect l="l" t="t" r="r" b="b"/>
              <a:pathLst>
                <a:path w="983" h="1184" extrusionOk="0">
                  <a:moveTo>
                    <a:pt x="693" y="0"/>
                  </a:moveTo>
                  <a:cubicBezTo>
                    <a:pt x="626" y="0"/>
                    <a:pt x="560" y="33"/>
                    <a:pt x="518" y="112"/>
                  </a:cubicBezTo>
                  <a:lnTo>
                    <a:pt x="77" y="858"/>
                  </a:lnTo>
                  <a:cubicBezTo>
                    <a:pt x="1" y="1002"/>
                    <a:pt x="96" y="1184"/>
                    <a:pt x="269" y="1184"/>
                  </a:cubicBezTo>
                  <a:cubicBezTo>
                    <a:pt x="345" y="1174"/>
                    <a:pt x="412" y="1136"/>
                    <a:pt x="451" y="1069"/>
                  </a:cubicBezTo>
                  <a:lnTo>
                    <a:pt x="891" y="322"/>
                  </a:lnTo>
                  <a:cubicBezTo>
                    <a:pt x="982" y="152"/>
                    <a:pt x="837" y="0"/>
                    <a:pt x="6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6"/>
            <p:cNvSpPr/>
            <p:nvPr/>
          </p:nvSpPr>
          <p:spPr>
            <a:xfrm>
              <a:off x="7295686" y="1363119"/>
              <a:ext cx="36353" cy="43521"/>
            </a:xfrm>
            <a:custGeom>
              <a:avLst/>
              <a:gdLst/>
              <a:ahLst/>
              <a:cxnLst/>
              <a:rect l="l" t="t" r="r" b="b"/>
              <a:pathLst>
                <a:path w="989" h="1184" extrusionOk="0">
                  <a:moveTo>
                    <a:pt x="699" y="1"/>
                  </a:moveTo>
                  <a:cubicBezTo>
                    <a:pt x="631" y="1"/>
                    <a:pt x="563" y="33"/>
                    <a:pt x="517" y="112"/>
                  </a:cubicBezTo>
                  <a:lnTo>
                    <a:pt x="87" y="859"/>
                  </a:lnTo>
                  <a:cubicBezTo>
                    <a:pt x="0" y="1002"/>
                    <a:pt x="106" y="1184"/>
                    <a:pt x="278" y="1184"/>
                  </a:cubicBezTo>
                  <a:cubicBezTo>
                    <a:pt x="354" y="1184"/>
                    <a:pt x="421" y="1136"/>
                    <a:pt x="460" y="1069"/>
                  </a:cubicBezTo>
                  <a:lnTo>
                    <a:pt x="890" y="323"/>
                  </a:lnTo>
                  <a:cubicBezTo>
                    <a:pt x="988" y="153"/>
                    <a:pt x="845" y="1"/>
                    <a:pt x="6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6"/>
            <p:cNvSpPr/>
            <p:nvPr/>
          </p:nvSpPr>
          <p:spPr>
            <a:xfrm>
              <a:off x="7006872" y="1444466"/>
              <a:ext cx="50321" cy="31832"/>
            </a:xfrm>
            <a:custGeom>
              <a:avLst/>
              <a:gdLst/>
              <a:ahLst/>
              <a:cxnLst/>
              <a:rect l="l" t="t" r="r" b="b"/>
              <a:pathLst>
                <a:path w="1369" h="866" extrusionOk="0">
                  <a:moveTo>
                    <a:pt x="309" y="1"/>
                  </a:moveTo>
                  <a:cubicBezTo>
                    <a:pt x="118" y="1"/>
                    <a:pt x="1" y="284"/>
                    <a:pt x="211" y="397"/>
                  </a:cubicBezTo>
                  <a:lnTo>
                    <a:pt x="957" y="837"/>
                  </a:lnTo>
                  <a:cubicBezTo>
                    <a:pt x="986" y="856"/>
                    <a:pt x="1024" y="866"/>
                    <a:pt x="1062" y="866"/>
                  </a:cubicBezTo>
                  <a:cubicBezTo>
                    <a:pt x="1283" y="866"/>
                    <a:pt x="1369" y="569"/>
                    <a:pt x="1168" y="464"/>
                  </a:cubicBezTo>
                  <a:lnTo>
                    <a:pt x="421" y="33"/>
                  </a:lnTo>
                  <a:cubicBezTo>
                    <a:pt x="382" y="11"/>
                    <a:pt x="344" y="1"/>
                    <a:pt x="3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6"/>
            <p:cNvSpPr/>
            <p:nvPr/>
          </p:nvSpPr>
          <p:spPr>
            <a:xfrm>
              <a:off x="7363947" y="1650646"/>
              <a:ext cx="49953" cy="31832"/>
            </a:xfrm>
            <a:custGeom>
              <a:avLst/>
              <a:gdLst/>
              <a:ahLst/>
              <a:cxnLst/>
              <a:rect l="l" t="t" r="r" b="b"/>
              <a:pathLst>
                <a:path w="1359" h="866" extrusionOk="0">
                  <a:moveTo>
                    <a:pt x="318" y="0"/>
                  </a:moveTo>
                  <a:cubicBezTo>
                    <a:pt x="124" y="0"/>
                    <a:pt x="1" y="285"/>
                    <a:pt x="211" y="406"/>
                  </a:cubicBezTo>
                  <a:lnTo>
                    <a:pt x="957" y="836"/>
                  </a:lnTo>
                  <a:cubicBezTo>
                    <a:pt x="986" y="855"/>
                    <a:pt x="1024" y="865"/>
                    <a:pt x="1062" y="865"/>
                  </a:cubicBezTo>
                  <a:cubicBezTo>
                    <a:pt x="1282" y="865"/>
                    <a:pt x="1359" y="568"/>
                    <a:pt x="1168" y="463"/>
                  </a:cubicBezTo>
                  <a:lnTo>
                    <a:pt x="431" y="32"/>
                  </a:lnTo>
                  <a:cubicBezTo>
                    <a:pt x="392" y="10"/>
                    <a:pt x="353" y="0"/>
                    <a:pt x="3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6"/>
            <p:cNvSpPr/>
            <p:nvPr/>
          </p:nvSpPr>
          <p:spPr>
            <a:xfrm>
              <a:off x="7295612" y="1720194"/>
              <a:ext cx="35986" cy="43521"/>
            </a:xfrm>
            <a:custGeom>
              <a:avLst/>
              <a:gdLst/>
              <a:ahLst/>
              <a:cxnLst/>
              <a:rect l="l" t="t" r="r" b="b"/>
              <a:pathLst>
                <a:path w="979" h="1184" extrusionOk="0">
                  <a:moveTo>
                    <a:pt x="289" y="0"/>
                  </a:moveTo>
                  <a:cubicBezTo>
                    <a:pt x="143" y="0"/>
                    <a:pt x="0" y="152"/>
                    <a:pt x="98" y="322"/>
                  </a:cubicBezTo>
                  <a:lnTo>
                    <a:pt x="529" y="1069"/>
                  </a:lnTo>
                  <a:cubicBezTo>
                    <a:pt x="567" y="1136"/>
                    <a:pt x="634" y="1174"/>
                    <a:pt x="711" y="1184"/>
                  </a:cubicBezTo>
                  <a:cubicBezTo>
                    <a:pt x="883" y="1184"/>
                    <a:pt x="979" y="1002"/>
                    <a:pt x="902" y="858"/>
                  </a:cubicBezTo>
                  <a:lnTo>
                    <a:pt x="471" y="112"/>
                  </a:lnTo>
                  <a:cubicBezTo>
                    <a:pt x="426" y="33"/>
                    <a:pt x="35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6"/>
            <p:cNvSpPr/>
            <p:nvPr/>
          </p:nvSpPr>
          <p:spPr>
            <a:xfrm>
              <a:off x="7089102" y="1363119"/>
              <a:ext cx="36353" cy="43521"/>
            </a:xfrm>
            <a:custGeom>
              <a:avLst/>
              <a:gdLst/>
              <a:ahLst/>
              <a:cxnLst/>
              <a:rect l="l" t="t" r="r" b="b"/>
              <a:pathLst>
                <a:path w="989" h="1184" extrusionOk="0">
                  <a:moveTo>
                    <a:pt x="290" y="1"/>
                  </a:moveTo>
                  <a:cubicBezTo>
                    <a:pt x="143" y="1"/>
                    <a:pt x="0" y="153"/>
                    <a:pt x="98" y="323"/>
                  </a:cubicBezTo>
                  <a:lnTo>
                    <a:pt x="539" y="1069"/>
                  </a:lnTo>
                  <a:cubicBezTo>
                    <a:pt x="577" y="1136"/>
                    <a:pt x="644" y="1184"/>
                    <a:pt x="720" y="1184"/>
                  </a:cubicBezTo>
                  <a:cubicBezTo>
                    <a:pt x="883" y="1184"/>
                    <a:pt x="988" y="1002"/>
                    <a:pt x="912" y="859"/>
                  </a:cubicBezTo>
                  <a:lnTo>
                    <a:pt x="472" y="112"/>
                  </a:lnTo>
                  <a:cubicBezTo>
                    <a:pt x="426" y="33"/>
                    <a:pt x="358" y="1"/>
                    <a:pt x="2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6"/>
            <p:cNvSpPr/>
            <p:nvPr/>
          </p:nvSpPr>
          <p:spPr>
            <a:xfrm>
              <a:off x="7364645" y="1443952"/>
              <a:ext cx="50799" cy="32347"/>
            </a:xfrm>
            <a:custGeom>
              <a:avLst/>
              <a:gdLst/>
              <a:ahLst/>
              <a:cxnLst/>
              <a:rect l="l" t="t" r="r" b="b"/>
              <a:pathLst>
                <a:path w="1382" h="880" extrusionOk="0">
                  <a:moveTo>
                    <a:pt x="1059" y="0"/>
                  </a:moveTo>
                  <a:cubicBezTo>
                    <a:pt x="1021" y="0"/>
                    <a:pt x="980" y="11"/>
                    <a:pt x="938" y="38"/>
                  </a:cubicBezTo>
                  <a:lnTo>
                    <a:pt x="192" y="478"/>
                  </a:lnTo>
                  <a:cubicBezTo>
                    <a:pt x="0" y="583"/>
                    <a:pt x="77" y="880"/>
                    <a:pt x="297" y="880"/>
                  </a:cubicBezTo>
                  <a:cubicBezTo>
                    <a:pt x="335" y="880"/>
                    <a:pt x="373" y="870"/>
                    <a:pt x="402" y="851"/>
                  </a:cubicBezTo>
                  <a:lnTo>
                    <a:pt x="1149" y="411"/>
                  </a:lnTo>
                  <a:cubicBezTo>
                    <a:pt x="1381" y="307"/>
                    <a:pt x="1257" y="0"/>
                    <a:pt x="10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6"/>
            <p:cNvSpPr/>
            <p:nvPr/>
          </p:nvSpPr>
          <p:spPr>
            <a:xfrm>
              <a:off x="7007203" y="1650646"/>
              <a:ext cx="50321" cy="31832"/>
            </a:xfrm>
            <a:custGeom>
              <a:avLst/>
              <a:gdLst/>
              <a:ahLst/>
              <a:cxnLst/>
              <a:rect l="l" t="t" r="r" b="b"/>
              <a:pathLst>
                <a:path w="1369" h="866" extrusionOk="0">
                  <a:moveTo>
                    <a:pt x="1057" y="0"/>
                  </a:moveTo>
                  <a:cubicBezTo>
                    <a:pt x="1023" y="0"/>
                    <a:pt x="986" y="10"/>
                    <a:pt x="948" y="32"/>
                  </a:cubicBezTo>
                  <a:lnTo>
                    <a:pt x="202" y="463"/>
                  </a:lnTo>
                  <a:cubicBezTo>
                    <a:pt x="1" y="568"/>
                    <a:pt x="87" y="865"/>
                    <a:pt x="307" y="865"/>
                  </a:cubicBezTo>
                  <a:cubicBezTo>
                    <a:pt x="345" y="865"/>
                    <a:pt x="384" y="855"/>
                    <a:pt x="412" y="836"/>
                  </a:cubicBezTo>
                  <a:lnTo>
                    <a:pt x="1159" y="406"/>
                  </a:lnTo>
                  <a:cubicBezTo>
                    <a:pt x="1369" y="285"/>
                    <a:pt x="1245" y="0"/>
                    <a:pt x="10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6"/>
            <p:cNvSpPr/>
            <p:nvPr/>
          </p:nvSpPr>
          <p:spPr>
            <a:xfrm>
              <a:off x="7227315" y="1430314"/>
              <a:ext cx="113066" cy="95606"/>
            </a:xfrm>
            <a:custGeom>
              <a:avLst/>
              <a:gdLst/>
              <a:ahLst/>
              <a:cxnLst/>
              <a:rect l="l" t="t" r="r" b="b"/>
              <a:pathLst>
                <a:path w="3076" h="2601" extrusionOk="0">
                  <a:moveTo>
                    <a:pt x="388" y="1"/>
                  </a:moveTo>
                  <a:cubicBezTo>
                    <a:pt x="95" y="1"/>
                    <a:pt x="1" y="473"/>
                    <a:pt x="348" y="543"/>
                  </a:cubicBezTo>
                  <a:cubicBezTo>
                    <a:pt x="1324" y="791"/>
                    <a:pt x="2119" y="1490"/>
                    <a:pt x="2502" y="2428"/>
                  </a:cubicBezTo>
                  <a:cubicBezTo>
                    <a:pt x="2540" y="2533"/>
                    <a:pt x="2645" y="2600"/>
                    <a:pt x="2750" y="2600"/>
                  </a:cubicBezTo>
                  <a:cubicBezTo>
                    <a:pt x="2942" y="2600"/>
                    <a:pt x="3076" y="2399"/>
                    <a:pt x="2999" y="2227"/>
                  </a:cubicBezTo>
                  <a:cubicBezTo>
                    <a:pt x="2559" y="1136"/>
                    <a:pt x="1621" y="313"/>
                    <a:pt x="482" y="16"/>
                  </a:cubicBezTo>
                  <a:cubicBezTo>
                    <a:pt x="449" y="6"/>
                    <a:pt x="417" y="1"/>
                    <a:pt x="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6"/>
            <p:cNvSpPr/>
            <p:nvPr/>
          </p:nvSpPr>
          <p:spPr>
            <a:xfrm>
              <a:off x="7163060" y="1626826"/>
              <a:ext cx="95349" cy="142876"/>
            </a:xfrm>
            <a:custGeom>
              <a:avLst/>
              <a:gdLst/>
              <a:ahLst/>
              <a:cxnLst/>
              <a:rect l="l" t="t" r="r" b="b"/>
              <a:pathLst>
                <a:path w="2594" h="3887" extrusionOk="0">
                  <a:moveTo>
                    <a:pt x="871" y="1"/>
                  </a:moveTo>
                  <a:lnTo>
                    <a:pt x="871" y="412"/>
                  </a:lnTo>
                  <a:cubicBezTo>
                    <a:pt x="862" y="499"/>
                    <a:pt x="823" y="566"/>
                    <a:pt x="747" y="604"/>
                  </a:cubicBezTo>
                  <a:lnTo>
                    <a:pt x="230" y="872"/>
                  </a:lnTo>
                  <a:cubicBezTo>
                    <a:pt x="87" y="948"/>
                    <a:pt x="0" y="1101"/>
                    <a:pt x="0" y="1264"/>
                  </a:cubicBezTo>
                  <a:lnTo>
                    <a:pt x="0" y="2527"/>
                  </a:lnTo>
                  <a:cubicBezTo>
                    <a:pt x="0" y="2987"/>
                    <a:pt x="134" y="3446"/>
                    <a:pt x="402" y="3839"/>
                  </a:cubicBezTo>
                  <a:lnTo>
                    <a:pt x="431" y="3886"/>
                  </a:lnTo>
                  <a:lnTo>
                    <a:pt x="2154" y="3886"/>
                  </a:lnTo>
                  <a:lnTo>
                    <a:pt x="2192" y="3839"/>
                  </a:lnTo>
                  <a:cubicBezTo>
                    <a:pt x="2450" y="3446"/>
                    <a:pt x="2584" y="2987"/>
                    <a:pt x="2594" y="2527"/>
                  </a:cubicBezTo>
                  <a:lnTo>
                    <a:pt x="2594" y="1255"/>
                  </a:lnTo>
                  <a:cubicBezTo>
                    <a:pt x="2594" y="1101"/>
                    <a:pt x="2498" y="948"/>
                    <a:pt x="2364" y="872"/>
                  </a:cubicBezTo>
                  <a:lnTo>
                    <a:pt x="1847" y="613"/>
                  </a:lnTo>
                  <a:cubicBezTo>
                    <a:pt x="1771" y="575"/>
                    <a:pt x="1733" y="499"/>
                    <a:pt x="1733" y="422"/>
                  </a:cubicBezTo>
                  <a:lnTo>
                    <a:pt x="17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6"/>
            <p:cNvSpPr/>
            <p:nvPr/>
          </p:nvSpPr>
          <p:spPr>
            <a:xfrm>
              <a:off x="7163060" y="1653587"/>
              <a:ext cx="95349" cy="116117"/>
            </a:xfrm>
            <a:custGeom>
              <a:avLst/>
              <a:gdLst/>
              <a:ahLst/>
              <a:cxnLst/>
              <a:rect l="l" t="t" r="r" b="b"/>
              <a:pathLst>
                <a:path w="2594" h="3159" extrusionOk="0">
                  <a:moveTo>
                    <a:pt x="508" y="0"/>
                  </a:moveTo>
                  <a:lnTo>
                    <a:pt x="240" y="144"/>
                  </a:lnTo>
                  <a:cubicBezTo>
                    <a:pt x="96" y="220"/>
                    <a:pt x="0" y="364"/>
                    <a:pt x="10" y="527"/>
                  </a:cubicBezTo>
                  <a:lnTo>
                    <a:pt x="10" y="1799"/>
                  </a:lnTo>
                  <a:cubicBezTo>
                    <a:pt x="10" y="2259"/>
                    <a:pt x="144" y="2718"/>
                    <a:pt x="402" y="3111"/>
                  </a:cubicBezTo>
                  <a:lnTo>
                    <a:pt x="441" y="3158"/>
                  </a:lnTo>
                  <a:lnTo>
                    <a:pt x="2163" y="3158"/>
                  </a:lnTo>
                  <a:lnTo>
                    <a:pt x="2202" y="3111"/>
                  </a:lnTo>
                  <a:cubicBezTo>
                    <a:pt x="2460" y="2718"/>
                    <a:pt x="2594" y="2259"/>
                    <a:pt x="2594" y="1799"/>
                  </a:cubicBezTo>
                  <a:lnTo>
                    <a:pt x="2594" y="527"/>
                  </a:lnTo>
                  <a:cubicBezTo>
                    <a:pt x="2594" y="373"/>
                    <a:pt x="2508" y="220"/>
                    <a:pt x="2364" y="144"/>
                  </a:cubicBezTo>
                  <a:lnTo>
                    <a:pt x="2087" y="0"/>
                  </a:lnTo>
                  <a:cubicBezTo>
                    <a:pt x="1876" y="230"/>
                    <a:pt x="1589" y="345"/>
                    <a:pt x="1301" y="345"/>
                  </a:cubicBezTo>
                  <a:cubicBezTo>
                    <a:pt x="1012" y="345"/>
                    <a:pt x="723" y="230"/>
                    <a:pt x="50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6"/>
            <p:cNvSpPr/>
            <p:nvPr/>
          </p:nvSpPr>
          <p:spPr>
            <a:xfrm>
              <a:off x="7192945" y="1626826"/>
              <a:ext cx="35581" cy="23966"/>
            </a:xfrm>
            <a:custGeom>
              <a:avLst/>
              <a:gdLst/>
              <a:ahLst/>
              <a:cxnLst/>
              <a:rect l="l" t="t" r="r" b="b"/>
              <a:pathLst>
                <a:path w="968" h="652" extrusionOk="0">
                  <a:moveTo>
                    <a:pt x="58" y="1"/>
                  </a:moveTo>
                  <a:lnTo>
                    <a:pt x="58" y="412"/>
                  </a:lnTo>
                  <a:cubicBezTo>
                    <a:pt x="49" y="470"/>
                    <a:pt x="39" y="518"/>
                    <a:pt x="1" y="556"/>
                  </a:cubicBezTo>
                  <a:cubicBezTo>
                    <a:pt x="154" y="613"/>
                    <a:pt x="317" y="652"/>
                    <a:pt x="489" y="652"/>
                  </a:cubicBezTo>
                  <a:cubicBezTo>
                    <a:pt x="652" y="652"/>
                    <a:pt x="814" y="613"/>
                    <a:pt x="967" y="556"/>
                  </a:cubicBezTo>
                  <a:cubicBezTo>
                    <a:pt x="929" y="518"/>
                    <a:pt x="910" y="470"/>
                    <a:pt x="910" y="412"/>
                  </a:cubicBezTo>
                  <a:lnTo>
                    <a:pt x="910"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6"/>
            <p:cNvSpPr/>
            <p:nvPr/>
          </p:nvSpPr>
          <p:spPr>
            <a:xfrm>
              <a:off x="7178903" y="1563528"/>
              <a:ext cx="63701" cy="71457"/>
            </a:xfrm>
            <a:custGeom>
              <a:avLst/>
              <a:gdLst/>
              <a:ahLst/>
              <a:cxnLst/>
              <a:rect l="l" t="t" r="r" b="b"/>
              <a:pathLst>
                <a:path w="1733" h="1944" extrusionOk="0">
                  <a:moveTo>
                    <a:pt x="651" y="0"/>
                  </a:moveTo>
                  <a:cubicBezTo>
                    <a:pt x="297" y="0"/>
                    <a:pt x="0" y="287"/>
                    <a:pt x="0" y="641"/>
                  </a:cubicBezTo>
                  <a:lnTo>
                    <a:pt x="0" y="1072"/>
                  </a:lnTo>
                  <a:cubicBezTo>
                    <a:pt x="0" y="1551"/>
                    <a:pt x="392" y="1943"/>
                    <a:pt x="871" y="1943"/>
                  </a:cubicBezTo>
                  <a:cubicBezTo>
                    <a:pt x="1340" y="1943"/>
                    <a:pt x="1732" y="1551"/>
                    <a:pt x="1732" y="1072"/>
                  </a:cubicBezTo>
                  <a:lnTo>
                    <a:pt x="1732" y="641"/>
                  </a:lnTo>
                  <a:cubicBezTo>
                    <a:pt x="1732" y="287"/>
                    <a:pt x="1436" y="0"/>
                    <a:pt x="10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6"/>
            <p:cNvSpPr/>
            <p:nvPr/>
          </p:nvSpPr>
          <p:spPr>
            <a:xfrm>
              <a:off x="7178903" y="1563528"/>
              <a:ext cx="43631" cy="71310"/>
            </a:xfrm>
            <a:custGeom>
              <a:avLst/>
              <a:gdLst/>
              <a:ahLst/>
              <a:cxnLst/>
              <a:rect l="l" t="t" r="r" b="b"/>
              <a:pathLst>
                <a:path w="1187" h="1940" extrusionOk="0">
                  <a:moveTo>
                    <a:pt x="651" y="0"/>
                  </a:moveTo>
                  <a:cubicBezTo>
                    <a:pt x="297" y="0"/>
                    <a:pt x="0" y="287"/>
                    <a:pt x="0" y="641"/>
                  </a:cubicBezTo>
                  <a:lnTo>
                    <a:pt x="0" y="1072"/>
                  </a:lnTo>
                  <a:cubicBezTo>
                    <a:pt x="0" y="1569"/>
                    <a:pt x="409" y="1940"/>
                    <a:pt x="865" y="1940"/>
                  </a:cubicBezTo>
                  <a:cubicBezTo>
                    <a:pt x="971" y="1940"/>
                    <a:pt x="1080" y="1919"/>
                    <a:pt x="1187" y="1876"/>
                  </a:cubicBezTo>
                  <a:cubicBezTo>
                    <a:pt x="861" y="1742"/>
                    <a:pt x="651" y="1426"/>
                    <a:pt x="651" y="1072"/>
                  </a:cubicBezTo>
                  <a:lnTo>
                    <a:pt x="651" y="641"/>
                  </a:lnTo>
                  <a:cubicBezTo>
                    <a:pt x="651" y="326"/>
                    <a:pt x="881" y="58"/>
                    <a:pt x="1187" y="10"/>
                  </a:cubicBezTo>
                  <a:cubicBezTo>
                    <a:pt x="1158" y="0"/>
                    <a:pt x="1120" y="0"/>
                    <a:pt x="1081" y="0"/>
                  </a:cubicBezTo>
                  <a:close/>
                </a:path>
              </a:pathLst>
            </a:custGeom>
            <a:solidFill>
              <a:srgbClr val="151F29">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6"/>
            <p:cNvSpPr/>
            <p:nvPr/>
          </p:nvSpPr>
          <p:spPr>
            <a:xfrm>
              <a:off x="7178903" y="1769671"/>
              <a:ext cx="63701" cy="39441"/>
            </a:xfrm>
            <a:custGeom>
              <a:avLst/>
              <a:gdLst/>
              <a:ahLst/>
              <a:cxnLst/>
              <a:rect l="l" t="t" r="r" b="b"/>
              <a:pathLst>
                <a:path w="1733" h="1073" extrusionOk="0">
                  <a:moveTo>
                    <a:pt x="0" y="0"/>
                  </a:moveTo>
                  <a:lnTo>
                    <a:pt x="0" y="862"/>
                  </a:lnTo>
                  <a:cubicBezTo>
                    <a:pt x="0" y="977"/>
                    <a:pt x="96" y="1072"/>
                    <a:pt x="220" y="1072"/>
                  </a:cubicBezTo>
                  <a:lnTo>
                    <a:pt x="1512" y="1072"/>
                  </a:lnTo>
                  <a:cubicBezTo>
                    <a:pt x="1637" y="1072"/>
                    <a:pt x="1732" y="977"/>
                    <a:pt x="1732" y="862"/>
                  </a:cubicBezTo>
                  <a:lnTo>
                    <a:pt x="173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6"/>
            <p:cNvSpPr/>
            <p:nvPr/>
          </p:nvSpPr>
          <p:spPr>
            <a:xfrm>
              <a:off x="7163060" y="1664835"/>
              <a:ext cx="15879" cy="104869"/>
            </a:xfrm>
            <a:custGeom>
              <a:avLst/>
              <a:gdLst/>
              <a:ahLst/>
              <a:cxnLst/>
              <a:rect l="l" t="t" r="r" b="b"/>
              <a:pathLst>
                <a:path w="432" h="2853" extrusionOk="0">
                  <a:moveTo>
                    <a:pt x="67" y="1"/>
                  </a:moveTo>
                  <a:cubicBezTo>
                    <a:pt x="29" y="67"/>
                    <a:pt x="0" y="154"/>
                    <a:pt x="0" y="230"/>
                  </a:cubicBezTo>
                  <a:lnTo>
                    <a:pt x="0" y="1493"/>
                  </a:lnTo>
                  <a:cubicBezTo>
                    <a:pt x="0" y="1953"/>
                    <a:pt x="144" y="2412"/>
                    <a:pt x="402" y="2805"/>
                  </a:cubicBezTo>
                  <a:lnTo>
                    <a:pt x="431" y="2852"/>
                  </a:lnTo>
                  <a:lnTo>
                    <a:pt x="431" y="489"/>
                  </a:lnTo>
                  <a:cubicBezTo>
                    <a:pt x="431" y="355"/>
                    <a:pt x="374" y="230"/>
                    <a:pt x="259" y="144"/>
                  </a:cubicBezTo>
                  <a:lnTo>
                    <a:pt x="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6"/>
            <p:cNvSpPr/>
            <p:nvPr/>
          </p:nvSpPr>
          <p:spPr>
            <a:xfrm>
              <a:off x="7242570" y="1664835"/>
              <a:ext cx="15842" cy="104869"/>
            </a:xfrm>
            <a:custGeom>
              <a:avLst/>
              <a:gdLst/>
              <a:ahLst/>
              <a:cxnLst/>
              <a:rect l="l" t="t" r="r" b="b"/>
              <a:pathLst>
                <a:path w="431" h="2853" extrusionOk="0">
                  <a:moveTo>
                    <a:pt x="364" y="1"/>
                  </a:moveTo>
                  <a:lnTo>
                    <a:pt x="173" y="144"/>
                  </a:lnTo>
                  <a:cubicBezTo>
                    <a:pt x="58" y="230"/>
                    <a:pt x="0" y="355"/>
                    <a:pt x="0" y="489"/>
                  </a:cubicBezTo>
                  <a:lnTo>
                    <a:pt x="0" y="2852"/>
                  </a:lnTo>
                  <a:lnTo>
                    <a:pt x="29" y="2805"/>
                  </a:lnTo>
                  <a:cubicBezTo>
                    <a:pt x="287" y="2412"/>
                    <a:pt x="431" y="1953"/>
                    <a:pt x="431" y="1493"/>
                  </a:cubicBezTo>
                  <a:lnTo>
                    <a:pt x="431" y="230"/>
                  </a:lnTo>
                  <a:cubicBezTo>
                    <a:pt x="431" y="154"/>
                    <a:pt x="402" y="67"/>
                    <a:pt x="3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6"/>
            <p:cNvSpPr/>
            <p:nvPr/>
          </p:nvSpPr>
          <p:spPr>
            <a:xfrm>
              <a:off x="7206693" y="1785514"/>
              <a:ext cx="8123" cy="23929"/>
            </a:xfrm>
            <a:custGeom>
              <a:avLst/>
              <a:gdLst/>
              <a:ahLst/>
              <a:cxnLst/>
              <a:rect l="l" t="t" r="r" b="b"/>
              <a:pathLst>
                <a:path w="221" h="651" extrusionOk="0">
                  <a:moveTo>
                    <a:pt x="115" y="0"/>
                  </a:moveTo>
                  <a:cubicBezTo>
                    <a:pt x="48" y="0"/>
                    <a:pt x="0" y="48"/>
                    <a:pt x="0" y="105"/>
                  </a:cubicBezTo>
                  <a:lnTo>
                    <a:pt x="0" y="651"/>
                  </a:lnTo>
                  <a:lnTo>
                    <a:pt x="220" y="651"/>
                  </a:lnTo>
                  <a:lnTo>
                    <a:pt x="220" y="105"/>
                  </a:lnTo>
                  <a:cubicBezTo>
                    <a:pt x="220" y="48"/>
                    <a:pt x="172" y="0"/>
                    <a:pt x="115"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6"/>
            <p:cNvSpPr/>
            <p:nvPr/>
          </p:nvSpPr>
          <p:spPr>
            <a:xfrm>
              <a:off x="7178903" y="1563528"/>
              <a:ext cx="63701" cy="31722"/>
            </a:xfrm>
            <a:custGeom>
              <a:avLst/>
              <a:gdLst/>
              <a:ahLst/>
              <a:cxnLst/>
              <a:rect l="l" t="t" r="r" b="b"/>
              <a:pathLst>
                <a:path w="1733" h="863" extrusionOk="0">
                  <a:moveTo>
                    <a:pt x="651" y="0"/>
                  </a:moveTo>
                  <a:cubicBezTo>
                    <a:pt x="297" y="0"/>
                    <a:pt x="0" y="287"/>
                    <a:pt x="0" y="641"/>
                  </a:cubicBezTo>
                  <a:cubicBezTo>
                    <a:pt x="530" y="794"/>
                    <a:pt x="1076" y="862"/>
                    <a:pt x="1624" y="862"/>
                  </a:cubicBezTo>
                  <a:cubicBezTo>
                    <a:pt x="1660" y="862"/>
                    <a:pt x="1696" y="862"/>
                    <a:pt x="1732" y="862"/>
                  </a:cubicBezTo>
                  <a:lnTo>
                    <a:pt x="1732" y="641"/>
                  </a:lnTo>
                  <a:cubicBezTo>
                    <a:pt x="1732" y="287"/>
                    <a:pt x="1436" y="0"/>
                    <a:pt x="10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6"/>
            <p:cNvSpPr/>
            <p:nvPr/>
          </p:nvSpPr>
          <p:spPr>
            <a:xfrm>
              <a:off x="7178903" y="1563528"/>
              <a:ext cx="43631" cy="28891"/>
            </a:xfrm>
            <a:custGeom>
              <a:avLst/>
              <a:gdLst/>
              <a:ahLst/>
              <a:cxnLst/>
              <a:rect l="l" t="t" r="r" b="b"/>
              <a:pathLst>
                <a:path w="1187" h="786" extrusionOk="0">
                  <a:moveTo>
                    <a:pt x="651" y="0"/>
                  </a:moveTo>
                  <a:cubicBezTo>
                    <a:pt x="297" y="0"/>
                    <a:pt x="0" y="287"/>
                    <a:pt x="0" y="641"/>
                  </a:cubicBezTo>
                  <a:cubicBezTo>
                    <a:pt x="220" y="708"/>
                    <a:pt x="431" y="756"/>
                    <a:pt x="651" y="785"/>
                  </a:cubicBezTo>
                  <a:lnTo>
                    <a:pt x="651" y="641"/>
                  </a:lnTo>
                  <a:cubicBezTo>
                    <a:pt x="651" y="326"/>
                    <a:pt x="881" y="58"/>
                    <a:pt x="1187" y="10"/>
                  </a:cubicBezTo>
                  <a:cubicBezTo>
                    <a:pt x="1158" y="0"/>
                    <a:pt x="1120" y="0"/>
                    <a:pt x="1081" y="0"/>
                  </a:cubicBezTo>
                  <a:close/>
                </a:path>
              </a:pathLst>
            </a:custGeom>
            <a:solidFill>
              <a:srgbClr val="FFFFFF">
                <a:alpha val="18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7" name="Google Shape;1187;p46"/>
          <p:cNvGrpSpPr/>
          <p:nvPr/>
        </p:nvGrpSpPr>
        <p:grpSpPr>
          <a:xfrm>
            <a:off x="1652946" y="3439717"/>
            <a:ext cx="560568" cy="367604"/>
            <a:chOff x="1652959" y="3049601"/>
            <a:chExt cx="560568" cy="523891"/>
          </a:xfrm>
        </p:grpSpPr>
        <p:sp>
          <p:nvSpPr>
            <p:cNvPr id="1188" name="Google Shape;1188;p46"/>
            <p:cNvSpPr/>
            <p:nvPr/>
          </p:nvSpPr>
          <p:spPr>
            <a:xfrm>
              <a:off x="1652959" y="3159039"/>
              <a:ext cx="560568" cy="414453"/>
            </a:xfrm>
            <a:custGeom>
              <a:avLst/>
              <a:gdLst/>
              <a:ahLst/>
              <a:cxnLst/>
              <a:rect l="l" t="t" r="r" b="b"/>
              <a:pathLst>
                <a:path w="13476" h="9964" extrusionOk="0">
                  <a:moveTo>
                    <a:pt x="1024" y="1"/>
                  </a:moveTo>
                  <a:cubicBezTo>
                    <a:pt x="459" y="1"/>
                    <a:pt x="0" y="451"/>
                    <a:pt x="0" y="1015"/>
                  </a:cubicBezTo>
                  <a:lnTo>
                    <a:pt x="0" y="8949"/>
                  </a:lnTo>
                  <a:cubicBezTo>
                    <a:pt x="0" y="9514"/>
                    <a:pt x="459" y="9964"/>
                    <a:pt x="1024" y="9964"/>
                  </a:cubicBezTo>
                  <a:lnTo>
                    <a:pt x="12461" y="9964"/>
                  </a:lnTo>
                  <a:cubicBezTo>
                    <a:pt x="13025" y="9964"/>
                    <a:pt x="13475" y="9514"/>
                    <a:pt x="13475" y="8949"/>
                  </a:cubicBezTo>
                  <a:lnTo>
                    <a:pt x="13475" y="1015"/>
                  </a:lnTo>
                  <a:cubicBezTo>
                    <a:pt x="13475" y="451"/>
                    <a:pt x="13025" y="1"/>
                    <a:pt x="12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6"/>
            <p:cNvSpPr/>
            <p:nvPr/>
          </p:nvSpPr>
          <p:spPr>
            <a:xfrm>
              <a:off x="1652959" y="3159039"/>
              <a:ext cx="280284" cy="414453"/>
            </a:xfrm>
            <a:custGeom>
              <a:avLst/>
              <a:gdLst/>
              <a:ahLst/>
              <a:cxnLst/>
              <a:rect l="l" t="t" r="r" b="b"/>
              <a:pathLst>
                <a:path w="6738" h="9964" extrusionOk="0">
                  <a:moveTo>
                    <a:pt x="995" y="1"/>
                  </a:moveTo>
                  <a:cubicBezTo>
                    <a:pt x="440" y="1"/>
                    <a:pt x="0" y="460"/>
                    <a:pt x="0" y="1015"/>
                  </a:cubicBezTo>
                  <a:lnTo>
                    <a:pt x="0" y="8949"/>
                  </a:lnTo>
                  <a:cubicBezTo>
                    <a:pt x="0" y="9504"/>
                    <a:pt x="440" y="9964"/>
                    <a:pt x="995" y="9964"/>
                  </a:cubicBezTo>
                  <a:lnTo>
                    <a:pt x="6738" y="9964"/>
                  </a:lnTo>
                  <a:lnTo>
                    <a:pt x="6738"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6"/>
            <p:cNvSpPr/>
            <p:nvPr/>
          </p:nvSpPr>
          <p:spPr>
            <a:xfrm>
              <a:off x="1701504" y="3207623"/>
              <a:ext cx="463854" cy="317703"/>
            </a:xfrm>
            <a:custGeom>
              <a:avLst/>
              <a:gdLst/>
              <a:ahLst/>
              <a:cxnLst/>
              <a:rect l="l" t="t" r="r" b="b"/>
              <a:pathLst>
                <a:path w="11151" h="7638" extrusionOk="0">
                  <a:moveTo>
                    <a:pt x="278" y="1"/>
                  </a:moveTo>
                  <a:cubicBezTo>
                    <a:pt x="125" y="1"/>
                    <a:pt x="10" y="115"/>
                    <a:pt x="10" y="269"/>
                  </a:cubicBezTo>
                  <a:lnTo>
                    <a:pt x="10" y="7360"/>
                  </a:lnTo>
                  <a:cubicBezTo>
                    <a:pt x="1" y="7513"/>
                    <a:pt x="125" y="7628"/>
                    <a:pt x="278" y="7638"/>
                  </a:cubicBezTo>
                  <a:lnTo>
                    <a:pt x="10873" y="7638"/>
                  </a:lnTo>
                  <a:cubicBezTo>
                    <a:pt x="11026" y="7638"/>
                    <a:pt x="11150" y="7513"/>
                    <a:pt x="11141" y="7360"/>
                  </a:cubicBezTo>
                  <a:lnTo>
                    <a:pt x="11141" y="269"/>
                  </a:lnTo>
                  <a:cubicBezTo>
                    <a:pt x="11141" y="115"/>
                    <a:pt x="11026" y="1"/>
                    <a:pt x="108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6"/>
            <p:cNvSpPr/>
            <p:nvPr/>
          </p:nvSpPr>
          <p:spPr>
            <a:xfrm>
              <a:off x="1701504" y="3207623"/>
              <a:ext cx="231740" cy="317328"/>
            </a:xfrm>
            <a:custGeom>
              <a:avLst/>
              <a:gdLst/>
              <a:ahLst/>
              <a:cxnLst/>
              <a:rect l="l" t="t" r="r" b="b"/>
              <a:pathLst>
                <a:path w="5571" h="7629" extrusionOk="0">
                  <a:moveTo>
                    <a:pt x="269" y="1"/>
                  </a:moveTo>
                  <a:cubicBezTo>
                    <a:pt x="125" y="1"/>
                    <a:pt x="1" y="125"/>
                    <a:pt x="10" y="269"/>
                  </a:cubicBezTo>
                  <a:lnTo>
                    <a:pt x="10" y="7360"/>
                  </a:lnTo>
                  <a:cubicBezTo>
                    <a:pt x="1" y="7504"/>
                    <a:pt x="125" y="7628"/>
                    <a:pt x="269" y="7628"/>
                  </a:cubicBezTo>
                  <a:lnTo>
                    <a:pt x="5571" y="7628"/>
                  </a:lnTo>
                  <a:lnTo>
                    <a:pt x="5571" y="1"/>
                  </a:lnTo>
                  <a:close/>
                </a:path>
              </a:pathLst>
            </a:custGeom>
            <a:solidFill>
              <a:srgbClr val="151F29">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6"/>
            <p:cNvSpPr/>
            <p:nvPr/>
          </p:nvSpPr>
          <p:spPr>
            <a:xfrm>
              <a:off x="1823346" y="3049601"/>
              <a:ext cx="220176" cy="183559"/>
            </a:xfrm>
            <a:custGeom>
              <a:avLst/>
              <a:gdLst/>
              <a:ahLst/>
              <a:cxnLst/>
              <a:rect l="l" t="t" r="r" b="b"/>
              <a:pathLst>
                <a:path w="5293" h="4413" extrusionOk="0">
                  <a:moveTo>
                    <a:pt x="2249" y="0"/>
                  </a:moveTo>
                  <a:cubicBezTo>
                    <a:pt x="1646" y="0"/>
                    <a:pt x="1168" y="479"/>
                    <a:pt x="1168" y="1072"/>
                  </a:cubicBezTo>
                  <a:lnTo>
                    <a:pt x="1168" y="1579"/>
                  </a:lnTo>
                  <a:cubicBezTo>
                    <a:pt x="1168" y="1838"/>
                    <a:pt x="957" y="2048"/>
                    <a:pt x="699" y="2048"/>
                  </a:cubicBezTo>
                  <a:lnTo>
                    <a:pt x="498" y="2048"/>
                  </a:lnTo>
                  <a:cubicBezTo>
                    <a:pt x="220" y="2048"/>
                    <a:pt x="0" y="2268"/>
                    <a:pt x="0" y="2536"/>
                  </a:cubicBezTo>
                  <a:lnTo>
                    <a:pt x="0" y="3914"/>
                  </a:lnTo>
                  <a:cubicBezTo>
                    <a:pt x="0" y="4192"/>
                    <a:pt x="220" y="4412"/>
                    <a:pt x="498" y="4412"/>
                  </a:cubicBezTo>
                  <a:lnTo>
                    <a:pt x="4795" y="4412"/>
                  </a:lnTo>
                  <a:cubicBezTo>
                    <a:pt x="5072" y="4412"/>
                    <a:pt x="5293" y="4192"/>
                    <a:pt x="5293" y="3914"/>
                  </a:cubicBezTo>
                  <a:lnTo>
                    <a:pt x="5293" y="2536"/>
                  </a:lnTo>
                  <a:cubicBezTo>
                    <a:pt x="5293" y="2268"/>
                    <a:pt x="5072" y="2048"/>
                    <a:pt x="4795" y="2048"/>
                  </a:cubicBezTo>
                  <a:lnTo>
                    <a:pt x="4594" y="2048"/>
                  </a:lnTo>
                  <a:cubicBezTo>
                    <a:pt x="4336" y="2048"/>
                    <a:pt x="4125" y="1838"/>
                    <a:pt x="4125" y="1579"/>
                  </a:cubicBezTo>
                  <a:lnTo>
                    <a:pt x="4125" y="1072"/>
                  </a:lnTo>
                  <a:cubicBezTo>
                    <a:pt x="4125" y="479"/>
                    <a:pt x="3637" y="0"/>
                    <a:pt x="3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6"/>
            <p:cNvSpPr/>
            <p:nvPr/>
          </p:nvSpPr>
          <p:spPr>
            <a:xfrm>
              <a:off x="1872682" y="3285241"/>
              <a:ext cx="217430" cy="154900"/>
            </a:xfrm>
            <a:custGeom>
              <a:avLst/>
              <a:gdLst/>
              <a:ahLst/>
              <a:cxnLst/>
              <a:rect l="l" t="t" r="r" b="b"/>
              <a:pathLst>
                <a:path w="5227" h="3724" extrusionOk="0">
                  <a:moveTo>
                    <a:pt x="4623" y="1"/>
                  </a:moveTo>
                  <a:lnTo>
                    <a:pt x="4604" y="10"/>
                  </a:lnTo>
                  <a:lnTo>
                    <a:pt x="4020" y="297"/>
                  </a:lnTo>
                  <a:cubicBezTo>
                    <a:pt x="3915" y="355"/>
                    <a:pt x="3867" y="479"/>
                    <a:pt x="3915" y="594"/>
                  </a:cubicBezTo>
                  <a:cubicBezTo>
                    <a:pt x="3950" y="672"/>
                    <a:pt x="4032" y="718"/>
                    <a:pt x="4119" y="718"/>
                  </a:cubicBezTo>
                  <a:cubicBezTo>
                    <a:pt x="4150" y="718"/>
                    <a:pt x="4182" y="712"/>
                    <a:pt x="4212" y="699"/>
                  </a:cubicBezTo>
                  <a:lnTo>
                    <a:pt x="4365" y="623"/>
                  </a:lnTo>
                  <a:lnTo>
                    <a:pt x="4365" y="623"/>
                  </a:lnTo>
                  <a:cubicBezTo>
                    <a:pt x="4078" y="1580"/>
                    <a:pt x="3580" y="2298"/>
                    <a:pt x="2882" y="2738"/>
                  </a:cubicBezTo>
                  <a:cubicBezTo>
                    <a:pt x="2181" y="3183"/>
                    <a:pt x="1189" y="3280"/>
                    <a:pt x="523" y="3280"/>
                  </a:cubicBezTo>
                  <a:cubicBezTo>
                    <a:pt x="416" y="3280"/>
                    <a:pt x="318" y="3278"/>
                    <a:pt x="231" y="3274"/>
                  </a:cubicBezTo>
                  <a:cubicBezTo>
                    <a:pt x="225" y="3273"/>
                    <a:pt x="220" y="3273"/>
                    <a:pt x="215" y="3273"/>
                  </a:cubicBezTo>
                  <a:cubicBezTo>
                    <a:pt x="97" y="3273"/>
                    <a:pt x="1" y="3375"/>
                    <a:pt x="1" y="3494"/>
                  </a:cubicBezTo>
                  <a:cubicBezTo>
                    <a:pt x="1" y="3609"/>
                    <a:pt x="97" y="3704"/>
                    <a:pt x="211" y="3714"/>
                  </a:cubicBezTo>
                  <a:cubicBezTo>
                    <a:pt x="432" y="3714"/>
                    <a:pt x="738" y="3724"/>
                    <a:pt x="872" y="3724"/>
                  </a:cubicBezTo>
                  <a:cubicBezTo>
                    <a:pt x="889" y="3724"/>
                    <a:pt x="906" y="3724"/>
                    <a:pt x="923" y="3724"/>
                  </a:cubicBezTo>
                  <a:cubicBezTo>
                    <a:pt x="1691" y="3724"/>
                    <a:pt x="2456" y="3514"/>
                    <a:pt x="3111" y="3111"/>
                  </a:cubicBezTo>
                  <a:cubicBezTo>
                    <a:pt x="3886" y="2623"/>
                    <a:pt x="4442" y="1848"/>
                    <a:pt x="4767" y="824"/>
                  </a:cubicBezTo>
                  <a:lnTo>
                    <a:pt x="4796" y="891"/>
                  </a:lnTo>
                  <a:cubicBezTo>
                    <a:pt x="4834" y="967"/>
                    <a:pt x="4910" y="1010"/>
                    <a:pt x="4988" y="1010"/>
                  </a:cubicBezTo>
                  <a:cubicBezTo>
                    <a:pt x="5027" y="1010"/>
                    <a:pt x="5067" y="999"/>
                    <a:pt x="5102" y="977"/>
                  </a:cubicBezTo>
                  <a:cubicBezTo>
                    <a:pt x="5198" y="910"/>
                    <a:pt x="5226" y="776"/>
                    <a:pt x="5159" y="671"/>
                  </a:cubicBezTo>
                  <a:lnTo>
                    <a:pt x="4872" y="96"/>
                  </a:lnTo>
                  <a:lnTo>
                    <a:pt x="4863" y="77"/>
                  </a:lnTo>
                  <a:cubicBezTo>
                    <a:pt x="4843" y="58"/>
                    <a:pt x="4834" y="49"/>
                    <a:pt x="4824" y="39"/>
                  </a:cubicBezTo>
                  <a:lnTo>
                    <a:pt x="4796" y="20"/>
                  </a:lnTo>
                  <a:lnTo>
                    <a:pt x="4767" y="10"/>
                  </a:lnTo>
                  <a:lnTo>
                    <a:pt x="47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6"/>
            <p:cNvSpPr/>
            <p:nvPr/>
          </p:nvSpPr>
          <p:spPr>
            <a:xfrm>
              <a:off x="1808620" y="3399879"/>
              <a:ext cx="64102" cy="54697"/>
            </a:xfrm>
            <a:custGeom>
              <a:avLst/>
              <a:gdLst/>
              <a:ahLst/>
              <a:cxnLst/>
              <a:rect l="l" t="t" r="r" b="b"/>
              <a:pathLst>
                <a:path w="1541" h="1315" extrusionOk="0">
                  <a:moveTo>
                    <a:pt x="660" y="1"/>
                  </a:moveTo>
                  <a:cubicBezTo>
                    <a:pt x="297" y="1"/>
                    <a:pt x="0" y="288"/>
                    <a:pt x="0" y="652"/>
                  </a:cubicBezTo>
                  <a:cubicBezTo>
                    <a:pt x="0" y="1053"/>
                    <a:pt x="324" y="1314"/>
                    <a:pt x="664" y="1314"/>
                  </a:cubicBezTo>
                  <a:cubicBezTo>
                    <a:pt x="826" y="1314"/>
                    <a:pt x="993" y="1254"/>
                    <a:pt x="1129" y="1121"/>
                  </a:cubicBezTo>
                  <a:cubicBezTo>
                    <a:pt x="1541" y="709"/>
                    <a:pt x="1244" y="1"/>
                    <a:pt x="6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6"/>
            <p:cNvSpPr/>
            <p:nvPr/>
          </p:nvSpPr>
          <p:spPr>
            <a:xfrm>
              <a:off x="1750133" y="3271598"/>
              <a:ext cx="62563" cy="55446"/>
            </a:xfrm>
            <a:custGeom>
              <a:avLst/>
              <a:gdLst/>
              <a:ahLst/>
              <a:cxnLst/>
              <a:rect l="l" t="t" r="r" b="b"/>
              <a:pathLst>
                <a:path w="1504" h="1333" extrusionOk="0">
                  <a:moveTo>
                    <a:pt x="313" y="1"/>
                  </a:moveTo>
                  <a:cubicBezTo>
                    <a:pt x="143" y="1"/>
                    <a:pt x="0" y="222"/>
                    <a:pt x="162" y="377"/>
                  </a:cubicBezTo>
                  <a:lnTo>
                    <a:pt x="439" y="664"/>
                  </a:lnTo>
                  <a:lnTo>
                    <a:pt x="162" y="951"/>
                  </a:lnTo>
                  <a:cubicBezTo>
                    <a:pt x="66" y="1037"/>
                    <a:pt x="66" y="1181"/>
                    <a:pt x="162" y="1267"/>
                  </a:cubicBezTo>
                  <a:cubicBezTo>
                    <a:pt x="200" y="1305"/>
                    <a:pt x="255" y="1324"/>
                    <a:pt x="311" y="1324"/>
                  </a:cubicBezTo>
                  <a:cubicBezTo>
                    <a:pt x="368" y="1324"/>
                    <a:pt x="425" y="1305"/>
                    <a:pt x="468" y="1267"/>
                  </a:cubicBezTo>
                  <a:lnTo>
                    <a:pt x="755" y="980"/>
                  </a:lnTo>
                  <a:lnTo>
                    <a:pt x="1033" y="1267"/>
                  </a:lnTo>
                  <a:cubicBezTo>
                    <a:pt x="1081" y="1313"/>
                    <a:pt x="1134" y="1332"/>
                    <a:pt x="1186" y="1332"/>
                  </a:cubicBezTo>
                  <a:cubicBezTo>
                    <a:pt x="1357" y="1332"/>
                    <a:pt x="1504" y="1113"/>
                    <a:pt x="1349" y="951"/>
                  </a:cubicBezTo>
                  <a:lnTo>
                    <a:pt x="1062" y="673"/>
                  </a:lnTo>
                  <a:lnTo>
                    <a:pt x="1349" y="386"/>
                  </a:lnTo>
                  <a:cubicBezTo>
                    <a:pt x="1504" y="224"/>
                    <a:pt x="1357" y="5"/>
                    <a:pt x="1186" y="5"/>
                  </a:cubicBezTo>
                  <a:cubicBezTo>
                    <a:pt x="1134" y="5"/>
                    <a:pt x="1081" y="24"/>
                    <a:pt x="1033" y="70"/>
                  </a:cubicBezTo>
                  <a:lnTo>
                    <a:pt x="755" y="357"/>
                  </a:lnTo>
                  <a:lnTo>
                    <a:pt x="468" y="70"/>
                  </a:lnTo>
                  <a:cubicBezTo>
                    <a:pt x="419" y="21"/>
                    <a:pt x="365" y="1"/>
                    <a:pt x="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6"/>
            <p:cNvSpPr/>
            <p:nvPr/>
          </p:nvSpPr>
          <p:spPr>
            <a:xfrm>
              <a:off x="2066198" y="3417724"/>
              <a:ext cx="62604" cy="55405"/>
            </a:xfrm>
            <a:custGeom>
              <a:avLst/>
              <a:gdLst/>
              <a:ahLst/>
              <a:cxnLst/>
              <a:rect l="l" t="t" r="r" b="b"/>
              <a:pathLst>
                <a:path w="1505" h="1332" extrusionOk="0">
                  <a:moveTo>
                    <a:pt x="318" y="0"/>
                  </a:moveTo>
                  <a:cubicBezTo>
                    <a:pt x="149" y="0"/>
                    <a:pt x="1" y="222"/>
                    <a:pt x="163" y="376"/>
                  </a:cubicBezTo>
                  <a:lnTo>
                    <a:pt x="440" y="673"/>
                  </a:lnTo>
                  <a:lnTo>
                    <a:pt x="163" y="950"/>
                  </a:lnTo>
                  <a:cubicBezTo>
                    <a:pt x="1" y="1112"/>
                    <a:pt x="145" y="1331"/>
                    <a:pt x="316" y="1331"/>
                  </a:cubicBezTo>
                  <a:cubicBezTo>
                    <a:pt x="367" y="1331"/>
                    <a:pt x="421" y="1312"/>
                    <a:pt x="469" y="1266"/>
                  </a:cubicBezTo>
                  <a:lnTo>
                    <a:pt x="756" y="979"/>
                  </a:lnTo>
                  <a:lnTo>
                    <a:pt x="1034" y="1266"/>
                  </a:lnTo>
                  <a:cubicBezTo>
                    <a:pt x="1082" y="1312"/>
                    <a:pt x="1135" y="1331"/>
                    <a:pt x="1186" y="1331"/>
                  </a:cubicBezTo>
                  <a:cubicBezTo>
                    <a:pt x="1358" y="1331"/>
                    <a:pt x="1504" y="1112"/>
                    <a:pt x="1349" y="950"/>
                  </a:cubicBezTo>
                  <a:lnTo>
                    <a:pt x="1062" y="673"/>
                  </a:lnTo>
                  <a:lnTo>
                    <a:pt x="1349" y="385"/>
                  </a:lnTo>
                  <a:cubicBezTo>
                    <a:pt x="1503" y="225"/>
                    <a:pt x="1361" y="8"/>
                    <a:pt x="1191" y="8"/>
                  </a:cubicBezTo>
                  <a:cubicBezTo>
                    <a:pt x="1139" y="8"/>
                    <a:pt x="1084" y="29"/>
                    <a:pt x="1034" y="79"/>
                  </a:cubicBezTo>
                  <a:lnTo>
                    <a:pt x="756" y="357"/>
                  </a:lnTo>
                  <a:lnTo>
                    <a:pt x="469" y="70"/>
                  </a:lnTo>
                  <a:cubicBezTo>
                    <a:pt x="422" y="21"/>
                    <a:pt x="369" y="0"/>
                    <a:pt x="3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6"/>
            <p:cNvSpPr/>
            <p:nvPr/>
          </p:nvSpPr>
          <p:spPr>
            <a:xfrm>
              <a:off x="1908165" y="3296056"/>
              <a:ext cx="62895" cy="55238"/>
            </a:xfrm>
            <a:custGeom>
              <a:avLst/>
              <a:gdLst/>
              <a:ahLst/>
              <a:cxnLst/>
              <a:rect l="l" t="t" r="r" b="b"/>
              <a:pathLst>
                <a:path w="1512" h="1328" extrusionOk="0">
                  <a:moveTo>
                    <a:pt x="320" y="1"/>
                  </a:moveTo>
                  <a:cubicBezTo>
                    <a:pt x="150" y="1"/>
                    <a:pt x="0" y="220"/>
                    <a:pt x="162" y="382"/>
                  </a:cubicBezTo>
                  <a:lnTo>
                    <a:pt x="449" y="669"/>
                  </a:lnTo>
                  <a:lnTo>
                    <a:pt x="162" y="947"/>
                  </a:lnTo>
                  <a:cubicBezTo>
                    <a:pt x="76" y="1033"/>
                    <a:pt x="76" y="1176"/>
                    <a:pt x="162" y="1262"/>
                  </a:cubicBezTo>
                  <a:cubicBezTo>
                    <a:pt x="205" y="1301"/>
                    <a:pt x="260" y="1320"/>
                    <a:pt x="315" y="1320"/>
                  </a:cubicBezTo>
                  <a:cubicBezTo>
                    <a:pt x="371" y="1320"/>
                    <a:pt x="426" y="1301"/>
                    <a:pt x="469" y="1262"/>
                  </a:cubicBezTo>
                  <a:lnTo>
                    <a:pt x="756" y="975"/>
                  </a:lnTo>
                  <a:lnTo>
                    <a:pt x="1043" y="1262"/>
                  </a:lnTo>
                  <a:cubicBezTo>
                    <a:pt x="1089" y="1309"/>
                    <a:pt x="1141" y="1328"/>
                    <a:pt x="1192" y="1328"/>
                  </a:cubicBezTo>
                  <a:cubicBezTo>
                    <a:pt x="1361" y="1328"/>
                    <a:pt x="1511" y="1109"/>
                    <a:pt x="1349" y="947"/>
                  </a:cubicBezTo>
                  <a:lnTo>
                    <a:pt x="1062" y="669"/>
                  </a:lnTo>
                  <a:lnTo>
                    <a:pt x="1349" y="382"/>
                  </a:lnTo>
                  <a:cubicBezTo>
                    <a:pt x="1511" y="220"/>
                    <a:pt x="1361" y="1"/>
                    <a:pt x="1192" y="1"/>
                  </a:cubicBezTo>
                  <a:cubicBezTo>
                    <a:pt x="1141" y="1"/>
                    <a:pt x="1089" y="20"/>
                    <a:pt x="1043" y="66"/>
                  </a:cubicBezTo>
                  <a:lnTo>
                    <a:pt x="756" y="353"/>
                  </a:lnTo>
                  <a:lnTo>
                    <a:pt x="469" y="66"/>
                  </a:lnTo>
                  <a:cubicBezTo>
                    <a:pt x="423" y="20"/>
                    <a:pt x="370" y="1"/>
                    <a:pt x="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6"/>
            <p:cNvSpPr/>
            <p:nvPr/>
          </p:nvSpPr>
          <p:spPr>
            <a:xfrm>
              <a:off x="1823346" y="3049601"/>
              <a:ext cx="110317" cy="183559"/>
            </a:xfrm>
            <a:custGeom>
              <a:avLst/>
              <a:gdLst/>
              <a:ahLst/>
              <a:cxnLst/>
              <a:rect l="l" t="t" r="r" b="b"/>
              <a:pathLst>
                <a:path w="2652" h="4413" extrusionOk="0">
                  <a:moveTo>
                    <a:pt x="2249" y="0"/>
                  </a:moveTo>
                  <a:cubicBezTo>
                    <a:pt x="1646" y="0"/>
                    <a:pt x="1168" y="479"/>
                    <a:pt x="1168" y="1072"/>
                  </a:cubicBezTo>
                  <a:lnTo>
                    <a:pt x="1168" y="1579"/>
                  </a:lnTo>
                  <a:cubicBezTo>
                    <a:pt x="1168" y="1838"/>
                    <a:pt x="957" y="2048"/>
                    <a:pt x="699" y="2048"/>
                  </a:cubicBezTo>
                  <a:lnTo>
                    <a:pt x="498" y="2048"/>
                  </a:lnTo>
                  <a:cubicBezTo>
                    <a:pt x="220" y="2048"/>
                    <a:pt x="0" y="2268"/>
                    <a:pt x="0" y="2536"/>
                  </a:cubicBezTo>
                  <a:lnTo>
                    <a:pt x="0" y="3914"/>
                  </a:lnTo>
                  <a:cubicBezTo>
                    <a:pt x="0" y="4192"/>
                    <a:pt x="220" y="4412"/>
                    <a:pt x="498" y="4412"/>
                  </a:cubicBezTo>
                  <a:lnTo>
                    <a:pt x="2651" y="4412"/>
                  </a:lnTo>
                  <a:lnTo>
                    <a:pt x="2642"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6"/>
            <p:cNvSpPr/>
            <p:nvPr/>
          </p:nvSpPr>
          <p:spPr>
            <a:xfrm>
              <a:off x="1900179" y="3146768"/>
              <a:ext cx="58153" cy="50164"/>
            </a:xfrm>
            <a:custGeom>
              <a:avLst/>
              <a:gdLst/>
              <a:ahLst/>
              <a:cxnLst/>
              <a:rect l="l" t="t" r="r" b="b"/>
              <a:pathLst>
                <a:path w="1398" h="1206" extrusionOk="0">
                  <a:moveTo>
                    <a:pt x="798" y="1"/>
                  </a:moveTo>
                  <a:cubicBezTo>
                    <a:pt x="650" y="1"/>
                    <a:pt x="498" y="57"/>
                    <a:pt x="374" y="181"/>
                  </a:cubicBezTo>
                  <a:cubicBezTo>
                    <a:pt x="0" y="554"/>
                    <a:pt x="268" y="1205"/>
                    <a:pt x="795" y="1205"/>
                  </a:cubicBezTo>
                  <a:cubicBezTo>
                    <a:pt x="1130" y="1205"/>
                    <a:pt x="1398" y="937"/>
                    <a:pt x="1398" y="602"/>
                  </a:cubicBezTo>
                  <a:cubicBezTo>
                    <a:pt x="1398" y="241"/>
                    <a:pt x="1106"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0" name="Google Shape;1200;p46"/>
          <p:cNvGrpSpPr/>
          <p:nvPr/>
        </p:nvGrpSpPr>
        <p:grpSpPr>
          <a:xfrm>
            <a:off x="4213473" y="3309676"/>
            <a:ext cx="507210" cy="505722"/>
            <a:chOff x="4314639" y="3060919"/>
            <a:chExt cx="507210" cy="505722"/>
          </a:xfrm>
        </p:grpSpPr>
        <p:sp>
          <p:nvSpPr>
            <p:cNvPr id="1201" name="Google Shape;1201;p46"/>
            <p:cNvSpPr/>
            <p:nvPr/>
          </p:nvSpPr>
          <p:spPr>
            <a:xfrm>
              <a:off x="4460358" y="3341691"/>
              <a:ext cx="80826" cy="80862"/>
            </a:xfrm>
            <a:custGeom>
              <a:avLst/>
              <a:gdLst/>
              <a:ahLst/>
              <a:cxnLst/>
              <a:rect l="l" t="t" r="r" b="b"/>
              <a:pathLst>
                <a:path w="1943" h="1944" extrusionOk="0">
                  <a:moveTo>
                    <a:pt x="1196" y="0"/>
                  </a:moveTo>
                  <a:lnTo>
                    <a:pt x="0" y="1197"/>
                  </a:lnTo>
                  <a:cubicBezTo>
                    <a:pt x="86" y="1216"/>
                    <a:pt x="172" y="1254"/>
                    <a:pt x="239" y="1321"/>
                  </a:cubicBezTo>
                  <a:lnTo>
                    <a:pt x="622" y="1704"/>
                  </a:lnTo>
                  <a:cubicBezTo>
                    <a:pt x="689" y="1771"/>
                    <a:pt x="727" y="1857"/>
                    <a:pt x="747" y="1943"/>
                  </a:cubicBezTo>
                  <a:lnTo>
                    <a:pt x="1943" y="747"/>
                  </a:lnTo>
                  <a:cubicBezTo>
                    <a:pt x="1656" y="536"/>
                    <a:pt x="1407" y="287"/>
                    <a:pt x="11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6"/>
            <p:cNvSpPr/>
            <p:nvPr/>
          </p:nvSpPr>
          <p:spPr>
            <a:xfrm>
              <a:off x="4460733" y="3342065"/>
              <a:ext cx="64935" cy="80488"/>
            </a:xfrm>
            <a:custGeom>
              <a:avLst/>
              <a:gdLst/>
              <a:ahLst/>
              <a:cxnLst/>
              <a:rect l="l" t="t" r="r" b="b"/>
              <a:pathLst>
                <a:path w="1561" h="1935" extrusionOk="0">
                  <a:moveTo>
                    <a:pt x="1197" y="1"/>
                  </a:moveTo>
                  <a:lnTo>
                    <a:pt x="1" y="1197"/>
                  </a:lnTo>
                  <a:cubicBezTo>
                    <a:pt x="87" y="1207"/>
                    <a:pt x="173" y="1245"/>
                    <a:pt x="240" y="1312"/>
                  </a:cubicBezTo>
                  <a:lnTo>
                    <a:pt x="623" y="1695"/>
                  </a:lnTo>
                  <a:cubicBezTo>
                    <a:pt x="690" y="1762"/>
                    <a:pt x="728" y="1848"/>
                    <a:pt x="747" y="1934"/>
                  </a:cubicBezTo>
                  <a:lnTo>
                    <a:pt x="1197" y="1484"/>
                  </a:lnTo>
                  <a:lnTo>
                    <a:pt x="1034" y="1312"/>
                  </a:lnTo>
                  <a:lnTo>
                    <a:pt x="1015" y="1312"/>
                  </a:lnTo>
                  <a:cubicBezTo>
                    <a:pt x="910" y="1216"/>
                    <a:pt x="910" y="1063"/>
                    <a:pt x="1015" y="968"/>
                  </a:cubicBezTo>
                  <a:lnTo>
                    <a:pt x="1561" y="412"/>
                  </a:lnTo>
                  <a:cubicBezTo>
                    <a:pt x="1427" y="288"/>
                    <a:pt x="1312" y="145"/>
                    <a:pt x="1197"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6"/>
            <p:cNvSpPr/>
            <p:nvPr/>
          </p:nvSpPr>
          <p:spPr>
            <a:xfrm>
              <a:off x="4453578" y="3060919"/>
              <a:ext cx="368271" cy="351485"/>
            </a:xfrm>
            <a:custGeom>
              <a:avLst/>
              <a:gdLst/>
              <a:ahLst/>
              <a:cxnLst/>
              <a:rect l="l" t="t" r="r" b="b"/>
              <a:pathLst>
                <a:path w="8853" h="8450" extrusionOk="0">
                  <a:moveTo>
                    <a:pt x="4639" y="0"/>
                  </a:moveTo>
                  <a:cubicBezTo>
                    <a:pt x="3537" y="0"/>
                    <a:pt x="2454" y="430"/>
                    <a:pt x="1646" y="1238"/>
                  </a:cubicBezTo>
                  <a:cubicBezTo>
                    <a:pt x="0" y="2894"/>
                    <a:pt x="0" y="5564"/>
                    <a:pt x="1646" y="7210"/>
                  </a:cubicBezTo>
                  <a:cubicBezTo>
                    <a:pt x="2452" y="8022"/>
                    <a:pt x="3532" y="8450"/>
                    <a:pt x="4631" y="8450"/>
                  </a:cubicBezTo>
                  <a:cubicBezTo>
                    <a:pt x="5176" y="8450"/>
                    <a:pt x="5726" y="8344"/>
                    <a:pt x="6250" y="8128"/>
                  </a:cubicBezTo>
                  <a:cubicBezTo>
                    <a:pt x="7829" y="7478"/>
                    <a:pt x="8853" y="5937"/>
                    <a:pt x="8853" y="4224"/>
                  </a:cubicBezTo>
                  <a:cubicBezTo>
                    <a:pt x="8853" y="2520"/>
                    <a:pt x="7829" y="980"/>
                    <a:pt x="6250" y="319"/>
                  </a:cubicBezTo>
                  <a:cubicBezTo>
                    <a:pt x="5729" y="104"/>
                    <a:pt x="5182" y="0"/>
                    <a:pt x="4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6"/>
            <p:cNvSpPr/>
            <p:nvPr/>
          </p:nvSpPr>
          <p:spPr>
            <a:xfrm>
              <a:off x="4446423" y="3061127"/>
              <a:ext cx="215022" cy="351318"/>
            </a:xfrm>
            <a:custGeom>
              <a:avLst/>
              <a:gdLst/>
              <a:ahLst/>
              <a:cxnLst/>
              <a:rect l="l" t="t" r="r" b="b"/>
              <a:pathLst>
                <a:path w="5169" h="8446" extrusionOk="0">
                  <a:moveTo>
                    <a:pt x="4787" y="0"/>
                  </a:moveTo>
                  <a:cubicBezTo>
                    <a:pt x="2484" y="0"/>
                    <a:pt x="574" y="1869"/>
                    <a:pt x="574" y="4219"/>
                  </a:cubicBezTo>
                  <a:cubicBezTo>
                    <a:pt x="574" y="6574"/>
                    <a:pt x="2492" y="8445"/>
                    <a:pt x="4802" y="8445"/>
                  </a:cubicBezTo>
                  <a:cubicBezTo>
                    <a:pt x="4923" y="8445"/>
                    <a:pt x="5045" y="8440"/>
                    <a:pt x="5168" y="8430"/>
                  </a:cubicBezTo>
                  <a:cubicBezTo>
                    <a:pt x="4173" y="8344"/>
                    <a:pt x="3244" y="7913"/>
                    <a:pt x="2546" y="7205"/>
                  </a:cubicBezTo>
                  <a:cubicBezTo>
                    <a:pt x="0" y="4669"/>
                    <a:pt x="1589" y="314"/>
                    <a:pt x="5168" y="17"/>
                  </a:cubicBezTo>
                  <a:cubicBezTo>
                    <a:pt x="5040" y="6"/>
                    <a:pt x="4913" y="0"/>
                    <a:pt x="478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6"/>
            <p:cNvSpPr/>
            <p:nvPr/>
          </p:nvSpPr>
          <p:spPr>
            <a:xfrm>
              <a:off x="4504120" y="3094320"/>
              <a:ext cx="298219" cy="284682"/>
            </a:xfrm>
            <a:custGeom>
              <a:avLst/>
              <a:gdLst/>
              <a:ahLst/>
              <a:cxnLst/>
              <a:rect l="l" t="t" r="r" b="b"/>
              <a:pathLst>
                <a:path w="7169" h="6844" extrusionOk="0">
                  <a:moveTo>
                    <a:pt x="3443" y="0"/>
                  </a:moveTo>
                  <a:cubicBezTo>
                    <a:pt x="1686" y="0"/>
                    <a:pt x="1" y="1362"/>
                    <a:pt x="1" y="3421"/>
                  </a:cubicBezTo>
                  <a:cubicBezTo>
                    <a:pt x="1" y="4809"/>
                    <a:pt x="833" y="6053"/>
                    <a:pt x="2106" y="6579"/>
                  </a:cubicBezTo>
                  <a:cubicBezTo>
                    <a:pt x="2532" y="6757"/>
                    <a:pt x="2978" y="6843"/>
                    <a:pt x="3419" y="6843"/>
                  </a:cubicBezTo>
                  <a:cubicBezTo>
                    <a:pt x="4308" y="6843"/>
                    <a:pt x="5180" y="6494"/>
                    <a:pt x="5839" y="5842"/>
                  </a:cubicBezTo>
                  <a:cubicBezTo>
                    <a:pt x="7169" y="4502"/>
                    <a:pt x="7169" y="2339"/>
                    <a:pt x="5839" y="1009"/>
                  </a:cubicBezTo>
                  <a:cubicBezTo>
                    <a:pt x="5142" y="312"/>
                    <a:pt x="4284" y="0"/>
                    <a:pt x="3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6"/>
            <p:cNvSpPr/>
            <p:nvPr/>
          </p:nvSpPr>
          <p:spPr>
            <a:xfrm>
              <a:off x="4491807" y="3094404"/>
              <a:ext cx="169639" cy="284391"/>
            </a:xfrm>
            <a:custGeom>
              <a:avLst/>
              <a:gdLst/>
              <a:ahLst/>
              <a:cxnLst/>
              <a:rect l="l" t="t" r="r" b="b"/>
              <a:pathLst>
                <a:path w="4078" h="6837" extrusionOk="0">
                  <a:moveTo>
                    <a:pt x="3703" y="1"/>
                  </a:moveTo>
                  <a:cubicBezTo>
                    <a:pt x="1844" y="1"/>
                    <a:pt x="287" y="1516"/>
                    <a:pt x="287" y="3419"/>
                  </a:cubicBezTo>
                  <a:cubicBezTo>
                    <a:pt x="287" y="5330"/>
                    <a:pt x="1843" y="6837"/>
                    <a:pt x="3701" y="6837"/>
                  </a:cubicBezTo>
                  <a:cubicBezTo>
                    <a:pt x="3825" y="6837"/>
                    <a:pt x="3951" y="6830"/>
                    <a:pt x="4077" y="6816"/>
                  </a:cubicBezTo>
                  <a:cubicBezTo>
                    <a:pt x="3302" y="6740"/>
                    <a:pt x="2584" y="6395"/>
                    <a:pt x="2029" y="5840"/>
                  </a:cubicBezTo>
                  <a:cubicBezTo>
                    <a:pt x="0" y="3811"/>
                    <a:pt x="1225" y="328"/>
                    <a:pt x="4077" y="21"/>
                  </a:cubicBezTo>
                  <a:cubicBezTo>
                    <a:pt x="3951" y="8"/>
                    <a:pt x="3826" y="1"/>
                    <a:pt x="370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6"/>
            <p:cNvSpPr/>
            <p:nvPr/>
          </p:nvSpPr>
          <p:spPr>
            <a:xfrm>
              <a:off x="4607242" y="3150600"/>
              <a:ext cx="78080" cy="77659"/>
            </a:xfrm>
            <a:custGeom>
              <a:avLst/>
              <a:gdLst/>
              <a:ahLst/>
              <a:cxnLst/>
              <a:rect l="l" t="t" r="r" b="b"/>
              <a:pathLst>
                <a:path w="1877" h="1867" extrusionOk="0">
                  <a:moveTo>
                    <a:pt x="938" y="1"/>
                  </a:moveTo>
                  <a:cubicBezTo>
                    <a:pt x="422" y="1"/>
                    <a:pt x="0" y="422"/>
                    <a:pt x="0" y="939"/>
                  </a:cubicBezTo>
                  <a:cubicBezTo>
                    <a:pt x="0" y="1455"/>
                    <a:pt x="422" y="1867"/>
                    <a:pt x="938" y="1867"/>
                  </a:cubicBezTo>
                  <a:cubicBezTo>
                    <a:pt x="1455" y="1867"/>
                    <a:pt x="1876" y="1455"/>
                    <a:pt x="1876" y="939"/>
                  </a:cubicBezTo>
                  <a:cubicBezTo>
                    <a:pt x="1876" y="422"/>
                    <a:pt x="1455" y="1"/>
                    <a:pt x="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6"/>
            <p:cNvSpPr/>
            <p:nvPr/>
          </p:nvSpPr>
          <p:spPr>
            <a:xfrm>
              <a:off x="4607242" y="3150724"/>
              <a:ext cx="54203" cy="77826"/>
            </a:xfrm>
            <a:custGeom>
              <a:avLst/>
              <a:gdLst/>
              <a:ahLst/>
              <a:cxnLst/>
              <a:rect l="l" t="t" r="r" b="b"/>
              <a:pathLst>
                <a:path w="1303" h="1871" extrusionOk="0">
                  <a:moveTo>
                    <a:pt x="940" y="0"/>
                  </a:moveTo>
                  <a:cubicBezTo>
                    <a:pt x="446" y="0"/>
                    <a:pt x="0" y="397"/>
                    <a:pt x="0" y="936"/>
                  </a:cubicBezTo>
                  <a:cubicBezTo>
                    <a:pt x="0" y="1474"/>
                    <a:pt x="446" y="1871"/>
                    <a:pt x="940" y="1871"/>
                  </a:cubicBezTo>
                  <a:cubicBezTo>
                    <a:pt x="1059" y="1871"/>
                    <a:pt x="1182" y="1847"/>
                    <a:pt x="1302" y="1797"/>
                  </a:cubicBezTo>
                  <a:cubicBezTo>
                    <a:pt x="958" y="1644"/>
                    <a:pt x="737" y="1309"/>
                    <a:pt x="737" y="936"/>
                  </a:cubicBezTo>
                  <a:cubicBezTo>
                    <a:pt x="737" y="562"/>
                    <a:pt x="958" y="218"/>
                    <a:pt x="1302" y="74"/>
                  </a:cubicBezTo>
                  <a:cubicBezTo>
                    <a:pt x="1182" y="24"/>
                    <a:pt x="1059" y="0"/>
                    <a:pt x="94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6"/>
            <p:cNvSpPr/>
            <p:nvPr/>
          </p:nvSpPr>
          <p:spPr>
            <a:xfrm>
              <a:off x="4582575" y="3228217"/>
              <a:ext cx="127413" cy="81651"/>
            </a:xfrm>
            <a:custGeom>
              <a:avLst/>
              <a:gdLst/>
              <a:ahLst/>
              <a:cxnLst/>
              <a:rect l="l" t="t" r="r" b="b"/>
              <a:pathLst>
                <a:path w="3063" h="1963" extrusionOk="0">
                  <a:moveTo>
                    <a:pt x="1005" y="1"/>
                  </a:moveTo>
                  <a:cubicBezTo>
                    <a:pt x="450" y="10"/>
                    <a:pt x="0" y="451"/>
                    <a:pt x="0" y="1006"/>
                  </a:cubicBezTo>
                  <a:lnTo>
                    <a:pt x="0" y="1790"/>
                  </a:lnTo>
                  <a:cubicBezTo>
                    <a:pt x="0" y="1886"/>
                    <a:pt x="77" y="1963"/>
                    <a:pt x="172" y="1963"/>
                  </a:cubicBezTo>
                  <a:lnTo>
                    <a:pt x="2890" y="1963"/>
                  </a:lnTo>
                  <a:cubicBezTo>
                    <a:pt x="2986" y="1963"/>
                    <a:pt x="3063" y="1886"/>
                    <a:pt x="3063" y="1790"/>
                  </a:cubicBezTo>
                  <a:lnTo>
                    <a:pt x="3063" y="1006"/>
                  </a:lnTo>
                  <a:cubicBezTo>
                    <a:pt x="3063" y="451"/>
                    <a:pt x="2613" y="10"/>
                    <a:pt x="2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6"/>
            <p:cNvSpPr/>
            <p:nvPr/>
          </p:nvSpPr>
          <p:spPr>
            <a:xfrm>
              <a:off x="4582575" y="3228217"/>
              <a:ext cx="72465" cy="81653"/>
            </a:xfrm>
            <a:custGeom>
              <a:avLst/>
              <a:gdLst/>
              <a:ahLst/>
              <a:cxnLst/>
              <a:rect l="l" t="t" r="r" b="b"/>
              <a:pathLst>
                <a:path w="1742" h="1963" extrusionOk="0">
                  <a:moveTo>
                    <a:pt x="1005" y="1"/>
                  </a:moveTo>
                  <a:cubicBezTo>
                    <a:pt x="450" y="10"/>
                    <a:pt x="0" y="451"/>
                    <a:pt x="0" y="1006"/>
                  </a:cubicBezTo>
                  <a:lnTo>
                    <a:pt x="0" y="1790"/>
                  </a:lnTo>
                  <a:cubicBezTo>
                    <a:pt x="0" y="1886"/>
                    <a:pt x="77" y="1963"/>
                    <a:pt x="172" y="1963"/>
                  </a:cubicBezTo>
                  <a:lnTo>
                    <a:pt x="909" y="1963"/>
                  </a:lnTo>
                  <a:cubicBezTo>
                    <a:pt x="814" y="1963"/>
                    <a:pt x="737" y="1886"/>
                    <a:pt x="737" y="1790"/>
                  </a:cubicBezTo>
                  <a:lnTo>
                    <a:pt x="737" y="1006"/>
                  </a:lnTo>
                  <a:cubicBezTo>
                    <a:pt x="737" y="451"/>
                    <a:pt x="1187" y="10"/>
                    <a:pt x="1742"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6"/>
            <p:cNvSpPr/>
            <p:nvPr/>
          </p:nvSpPr>
          <p:spPr>
            <a:xfrm>
              <a:off x="4606826" y="3260995"/>
              <a:ext cx="15599" cy="48875"/>
            </a:xfrm>
            <a:custGeom>
              <a:avLst/>
              <a:gdLst/>
              <a:ahLst/>
              <a:cxnLst/>
              <a:rect l="l" t="t" r="r" b="b"/>
              <a:pathLst>
                <a:path w="375" h="1175" extrusionOk="0">
                  <a:moveTo>
                    <a:pt x="188" y="0"/>
                  </a:moveTo>
                  <a:cubicBezTo>
                    <a:pt x="94" y="0"/>
                    <a:pt x="1" y="60"/>
                    <a:pt x="1" y="179"/>
                  </a:cubicBezTo>
                  <a:lnTo>
                    <a:pt x="1" y="1175"/>
                  </a:lnTo>
                  <a:lnTo>
                    <a:pt x="374" y="1175"/>
                  </a:lnTo>
                  <a:lnTo>
                    <a:pt x="374" y="179"/>
                  </a:lnTo>
                  <a:cubicBezTo>
                    <a:pt x="374" y="60"/>
                    <a:pt x="281" y="0"/>
                    <a:pt x="18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6"/>
            <p:cNvSpPr/>
            <p:nvPr/>
          </p:nvSpPr>
          <p:spPr>
            <a:xfrm>
              <a:off x="4670139" y="3260995"/>
              <a:ext cx="15558" cy="48875"/>
            </a:xfrm>
            <a:custGeom>
              <a:avLst/>
              <a:gdLst/>
              <a:ahLst/>
              <a:cxnLst/>
              <a:rect l="l" t="t" r="r" b="b"/>
              <a:pathLst>
                <a:path w="374" h="1175" extrusionOk="0">
                  <a:moveTo>
                    <a:pt x="187" y="0"/>
                  </a:moveTo>
                  <a:cubicBezTo>
                    <a:pt x="94" y="0"/>
                    <a:pt x="1" y="60"/>
                    <a:pt x="1" y="179"/>
                  </a:cubicBezTo>
                  <a:lnTo>
                    <a:pt x="1" y="1175"/>
                  </a:lnTo>
                  <a:lnTo>
                    <a:pt x="374" y="1175"/>
                  </a:lnTo>
                  <a:lnTo>
                    <a:pt x="374" y="179"/>
                  </a:lnTo>
                  <a:cubicBezTo>
                    <a:pt x="374" y="60"/>
                    <a:pt x="281" y="0"/>
                    <a:pt x="18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6"/>
            <p:cNvSpPr/>
            <p:nvPr/>
          </p:nvSpPr>
          <p:spPr>
            <a:xfrm>
              <a:off x="4314639" y="3386240"/>
              <a:ext cx="184360" cy="180398"/>
            </a:xfrm>
            <a:custGeom>
              <a:avLst/>
              <a:gdLst/>
              <a:ahLst/>
              <a:cxnLst/>
              <a:rect l="l" t="t" r="r" b="b"/>
              <a:pathLst>
                <a:path w="4432" h="4337" extrusionOk="0">
                  <a:moveTo>
                    <a:pt x="3517" y="0"/>
                  </a:moveTo>
                  <a:cubicBezTo>
                    <a:pt x="3391" y="0"/>
                    <a:pt x="3265" y="48"/>
                    <a:pt x="3168" y="145"/>
                  </a:cubicBezTo>
                  <a:lnTo>
                    <a:pt x="192" y="3121"/>
                  </a:lnTo>
                  <a:cubicBezTo>
                    <a:pt x="0" y="3313"/>
                    <a:pt x="0" y="3619"/>
                    <a:pt x="192" y="3810"/>
                  </a:cubicBezTo>
                  <a:lnTo>
                    <a:pt x="575" y="4193"/>
                  </a:lnTo>
                  <a:cubicBezTo>
                    <a:pt x="670" y="4289"/>
                    <a:pt x="795" y="4337"/>
                    <a:pt x="919" y="4337"/>
                  </a:cubicBezTo>
                  <a:cubicBezTo>
                    <a:pt x="1043" y="4337"/>
                    <a:pt x="1168" y="4289"/>
                    <a:pt x="1264" y="4193"/>
                  </a:cubicBezTo>
                  <a:lnTo>
                    <a:pt x="4240" y="1207"/>
                  </a:lnTo>
                  <a:cubicBezTo>
                    <a:pt x="4431" y="1016"/>
                    <a:pt x="4431" y="709"/>
                    <a:pt x="4240" y="528"/>
                  </a:cubicBezTo>
                  <a:lnTo>
                    <a:pt x="3857" y="135"/>
                  </a:lnTo>
                  <a:cubicBezTo>
                    <a:pt x="3763" y="45"/>
                    <a:pt x="3640" y="0"/>
                    <a:pt x="35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6"/>
            <p:cNvSpPr/>
            <p:nvPr/>
          </p:nvSpPr>
          <p:spPr>
            <a:xfrm>
              <a:off x="4314639" y="3386282"/>
              <a:ext cx="161277" cy="180360"/>
            </a:xfrm>
            <a:custGeom>
              <a:avLst/>
              <a:gdLst/>
              <a:ahLst/>
              <a:cxnLst/>
              <a:rect l="l" t="t" r="r" b="b"/>
              <a:pathLst>
                <a:path w="3877" h="4336" extrusionOk="0">
                  <a:moveTo>
                    <a:pt x="3513" y="0"/>
                  </a:moveTo>
                  <a:cubicBezTo>
                    <a:pt x="3388" y="0"/>
                    <a:pt x="3264" y="48"/>
                    <a:pt x="3168" y="144"/>
                  </a:cubicBezTo>
                  <a:lnTo>
                    <a:pt x="192" y="3120"/>
                  </a:lnTo>
                  <a:cubicBezTo>
                    <a:pt x="0" y="3312"/>
                    <a:pt x="0" y="3618"/>
                    <a:pt x="192" y="3809"/>
                  </a:cubicBezTo>
                  <a:lnTo>
                    <a:pt x="575" y="4192"/>
                  </a:lnTo>
                  <a:cubicBezTo>
                    <a:pt x="670" y="4288"/>
                    <a:pt x="795" y="4336"/>
                    <a:pt x="919" y="4336"/>
                  </a:cubicBezTo>
                  <a:cubicBezTo>
                    <a:pt x="1043" y="4336"/>
                    <a:pt x="1168" y="4288"/>
                    <a:pt x="1264" y="4192"/>
                  </a:cubicBezTo>
                  <a:lnTo>
                    <a:pt x="1283" y="4163"/>
                  </a:lnTo>
                  <a:lnTo>
                    <a:pt x="919" y="3809"/>
                  </a:lnTo>
                  <a:cubicBezTo>
                    <a:pt x="728" y="3618"/>
                    <a:pt x="728" y="3312"/>
                    <a:pt x="919" y="3120"/>
                  </a:cubicBezTo>
                  <a:lnTo>
                    <a:pt x="3876" y="163"/>
                  </a:lnTo>
                  <a:lnTo>
                    <a:pt x="3857" y="144"/>
                  </a:lnTo>
                  <a:cubicBezTo>
                    <a:pt x="3761" y="48"/>
                    <a:pt x="3637" y="0"/>
                    <a:pt x="3513"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6"/>
            <p:cNvSpPr/>
            <p:nvPr/>
          </p:nvSpPr>
          <p:spPr>
            <a:xfrm>
              <a:off x="4431655" y="3385866"/>
              <a:ext cx="67348" cy="65721"/>
            </a:xfrm>
            <a:custGeom>
              <a:avLst/>
              <a:gdLst/>
              <a:ahLst/>
              <a:cxnLst/>
              <a:rect l="l" t="t" r="r" b="b"/>
              <a:pathLst>
                <a:path w="1619" h="1580" extrusionOk="0">
                  <a:moveTo>
                    <a:pt x="700" y="1"/>
                  </a:moveTo>
                  <a:cubicBezTo>
                    <a:pt x="575" y="1"/>
                    <a:pt x="451" y="49"/>
                    <a:pt x="355" y="144"/>
                  </a:cubicBezTo>
                  <a:lnTo>
                    <a:pt x="1" y="508"/>
                  </a:lnTo>
                  <a:lnTo>
                    <a:pt x="1073" y="1580"/>
                  </a:lnTo>
                  <a:lnTo>
                    <a:pt x="1437" y="1226"/>
                  </a:lnTo>
                  <a:cubicBezTo>
                    <a:pt x="1618" y="1034"/>
                    <a:pt x="1618" y="728"/>
                    <a:pt x="1437" y="537"/>
                  </a:cubicBezTo>
                  <a:lnTo>
                    <a:pt x="1044" y="144"/>
                  </a:lnTo>
                  <a:cubicBezTo>
                    <a:pt x="948" y="49"/>
                    <a:pt x="824" y="1"/>
                    <a:pt x="7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6"/>
            <p:cNvSpPr/>
            <p:nvPr/>
          </p:nvSpPr>
          <p:spPr>
            <a:xfrm>
              <a:off x="4431655" y="3385866"/>
              <a:ext cx="44261" cy="36272"/>
            </a:xfrm>
            <a:custGeom>
              <a:avLst/>
              <a:gdLst/>
              <a:ahLst/>
              <a:cxnLst/>
              <a:rect l="l" t="t" r="r" b="b"/>
              <a:pathLst>
                <a:path w="1064" h="872" extrusionOk="0">
                  <a:moveTo>
                    <a:pt x="652" y="1"/>
                  </a:moveTo>
                  <a:lnTo>
                    <a:pt x="604" y="10"/>
                  </a:lnTo>
                  <a:cubicBezTo>
                    <a:pt x="508" y="29"/>
                    <a:pt x="422" y="77"/>
                    <a:pt x="355" y="144"/>
                  </a:cubicBezTo>
                  <a:lnTo>
                    <a:pt x="87" y="412"/>
                  </a:lnTo>
                  <a:lnTo>
                    <a:pt x="1" y="498"/>
                  </a:lnTo>
                  <a:lnTo>
                    <a:pt x="374" y="872"/>
                  </a:lnTo>
                  <a:lnTo>
                    <a:pt x="1063" y="173"/>
                  </a:lnTo>
                  <a:lnTo>
                    <a:pt x="1044" y="144"/>
                  </a:lnTo>
                  <a:lnTo>
                    <a:pt x="1015" y="116"/>
                  </a:lnTo>
                  <a:lnTo>
                    <a:pt x="996" y="106"/>
                  </a:lnTo>
                  <a:cubicBezTo>
                    <a:pt x="910" y="39"/>
                    <a:pt x="805" y="10"/>
                    <a:pt x="700"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7" name="Google Shape;1217;p46"/>
          <p:cNvGrpSpPr/>
          <p:nvPr/>
        </p:nvGrpSpPr>
        <p:grpSpPr>
          <a:xfrm>
            <a:off x="6907162" y="3314403"/>
            <a:ext cx="560598" cy="500987"/>
            <a:chOff x="6922947" y="3061056"/>
            <a:chExt cx="560598" cy="500987"/>
          </a:xfrm>
        </p:grpSpPr>
        <p:sp>
          <p:nvSpPr>
            <p:cNvPr id="1218" name="Google Shape;1218;p46"/>
            <p:cNvSpPr/>
            <p:nvPr/>
          </p:nvSpPr>
          <p:spPr>
            <a:xfrm>
              <a:off x="7021808" y="3130110"/>
              <a:ext cx="361430" cy="361392"/>
            </a:xfrm>
            <a:custGeom>
              <a:avLst/>
              <a:gdLst/>
              <a:ahLst/>
              <a:cxnLst/>
              <a:rect l="l" t="t" r="r" b="b"/>
              <a:pathLst>
                <a:path w="9725" h="9724" extrusionOk="0">
                  <a:moveTo>
                    <a:pt x="4863" y="0"/>
                  </a:moveTo>
                  <a:cubicBezTo>
                    <a:pt x="2183" y="0"/>
                    <a:pt x="1" y="2182"/>
                    <a:pt x="1" y="4862"/>
                  </a:cubicBezTo>
                  <a:cubicBezTo>
                    <a:pt x="1" y="7551"/>
                    <a:pt x="2183" y="9724"/>
                    <a:pt x="4863" y="9724"/>
                  </a:cubicBezTo>
                  <a:cubicBezTo>
                    <a:pt x="7552" y="9724"/>
                    <a:pt x="9724" y="7551"/>
                    <a:pt x="9724" y="4862"/>
                  </a:cubicBezTo>
                  <a:cubicBezTo>
                    <a:pt x="9724" y="2182"/>
                    <a:pt x="7552" y="0"/>
                    <a:pt x="48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6"/>
            <p:cNvSpPr/>
            <p:nvPr/>
          </p:nvSpPr>
          <p:spPr>
            <a:xfrm>
              <a:off x="6985906" y="3134012"/>
              <a:ext cx="343962" cy="357639"/>
            </a:xfrm>
            <a:custGeom>
              <a:avLst/>
              <a:gdLst/>
              <a:ahLst/>
              <a:cxnLst/>
              <a:rect l="l" t="t" r="r" b="b"/>
              <a:pathLst>
                <a:path w="9255" h="9623" extrusionOk="0">
                  <a:moveTo>
                    <a:pt x="4843" y="1"/>
                  </a:moveTo>
                  <a:lnTo>
                    <a:pt x="4843" y="1"/>
                  </a:lnTo>
                  <a:cubicBezTo>
                    <a:pt x="1656" y="661"/>
                    <a:pt x="0" y="4202"/>
                    <a:pt x="1541" y="7063"/>
                  </a:cubicBezTo>
                  <a:cubicBezTo>
                    <a:pt x="2439" y="8731"/>
                    <a:pt x="4128" y="9622"/>
                    <a:pt x="5836" y="9622"/>
                  </a:cubicBezTo>
                  <a:cubicBezTo>
                    <a:pt x="7059" y="9622"/>
                    <a:pt x="8293" y="9166"/>
                    <a:pt x="9255" y="8212"/>
                  </a:cubicBezTo>
                  <a:lnTo>
                    <a:pt x="9255" y="8212"/>
                  </a:lnTo>
                  <a:cubicBezTo>
                    <a:pt x="8929" y="8279"/>
                    <a:pt x="8594" y="8308"/>
                    <a:pt x="8260" y="8308"/>
                  </a:cubicBezTo>
                  <a:cubicBezTo>
                    <a:pt x="6288" y="8308"/>
                    <a:pt x="4518" y="7121"/>
                    <a:pt x="3771" y="5302"/>
                  </a:cubicBezTo>
                  <a:cubicBezTo>
                    <a:pt x="3015" y="3484"/>
                    <a:pt x="3436" y="1388"/>
                    <a:pt x="484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6"/>
            <p:cNvSpPr/>
            <p:nvPr/>
          </p:nvSpPr>
          <p:spPr>
            <a:xfrm>
              <a:off x="7096883" y="3131894"/>
              <a:ext cx="286691" cy="357118"/>
            </a:xfrm>
            <a:custGeom>
              <a:avLst/>
              <a:gdLst/>
              <a:ahLst/>
              <a:cxnLst/>
              <a:rect l="l" t="t" r="r" b="b"/>
              <a:pathLst>
                <a:path w="7714" h="9609" extrusionOk="0">
                  <a:moveTo>
                    <a:pt x="3551" y="0"/>
                  </a:moveTo>
                  <a:lnTo>
                    <a:pt x="3886" y="402"/>
                  </a:lnTo>
                  <a:cubicBezTo>
                    <a:pt x="3924" y="450"/>
                    <a:pt x="3934" y="517"/>
                    <a:pt x="3905" y="574"/>
                  </a:cubicBezTo>
                  <a:lnTo>
                    <a:pt x="3685" y="1101"/>
                  </a:lnTo>
                  <a:cubicBezTo>
                    <a:pt x="3669" y="1133"/>
                    <a:pt x="3640" y="1150"/>
                    <a:pt x="3611" y="1150"/>
                  </a:cubicBezTo>
                  <a:cubicBezTo>
                    <a:pt x="3589" y="1150"/>
                    <a:pt x="3567" y="1141"/>
                    <a:pt x="3551" y="1120"/>
                  </a:cubicBezTo>
                  <a:lnTo>
                    <a:pt x="3340" y="823"/>
                  </a:lnTo>
                  <a:cubicBezTo>
                    <a:pt x="3315" y="781"/>
                    <a:pt x="3269" y="754"/>
                    <a:pt x="3219" y="754"/>
                  </a:cubicBezTo>
                  <a:cubicBezTo>
                    <a:pt x="3212" y="754"/>
                    <a:pt x="3204" y="755"/>
                    <a:pt x="3197" y="756"/>
                  </a:cubicBezTo>
                  <a:lnTo>
                    <a:pt x="2967" y="766"/>
                  </a:lnTo>
                  <a:cubicBezTo>
                    <a:pt x="2891" y="766"/>
                    <a:pt x="2814" y="814"/>
                    <a:pt x="2766" y="881"/>
                  </a:cubicBezTo>
                  <a:lnTo>
                    <a:pt x="2144" y="1818"/>
                  </a:lnTo>
                  <a:cubicBezTo>
                    <a:pt x="2087" y="1905"/>
                    <a:pt x="2134" y="2019"/>
                    <a:pt x="2240" y="2039"/>
                  </a:cubicBezTo>
                  <a:lnTo>
                    <a:pt x="2527" y="2096"/>
                  </a:lnTo>
                  <a:cubicBezTo>
                    <a:pt x="2539" y="2098"/>
                    <a:pt x="2552" y="2100"/>
                    <a:pt x="2564" y="2100"/>
                  </a:cubicBezTo>
                  <a:cubicBezTo>
                    <a:pt x="2647" y="2100"/>
                    <a:pt x="2723" y="2046"/>
                    <a:pt x="2757" y="1972"/>
                  </a:cubicBezTo>
                  <a:lnTo>
                    <a:pt x="2900" y="1589"/>
                  </a:lnTo>
                  <a:cubicBezTo>
                    <a:pt x="2922" y="1528"/>
                    <a:pt x="2977" y="1492"/>
                    <a:pt x="3034" y="1492"/>
                  </a:cubicBezTo>
                  <a:cubicBezTo>
                    <a:pt x="3075" y="1492"/>
                    <a:pt x="3117" y="1510"/>
                    <a:pt x="3149" y="1550"/>
                  </a:cubicBezTo>
                  <a:lnTo>
                    <a:pt x="3273" y="1713"/>
                  </a:lnTo>
                  <a:lnTo>
                    <a:pt x="3206" y="2220"/>
                  </a:lnTo>
                  <a:cubicBezTo>
                    <a:pt x="3197" y="2259"/>
                    <a:pt x="3168" y="2278"/>
                    <a:pt x="3139" y="2287"/>
                  </a:cubicBezTo>
                  <a:lnTo>
                    <a:pt x="2489" y="2383"/>
                  </a:lnTo>
                  <a:cubicBezTo>
                    <a:pt x="2460" y="2383"/>
                    <a:pt x="2431" y="2402"/>
                    <a:pt x="2412" y="2412"/>
                  </a:cubicBezTo>
                  <a:lnTo>
                    <a:pt x="1761" y="2890"/>
                  </a:lnTo>
                  <a:cubicBezTo>
                    <a:pt x="1694" y="2938"/>
                    <a:pt x="1646" y="3015"/>
                    <a:pt x="1627" y="3091"/>
                  </a:cubicBezTo>
                  <a:lnTo>
                    <a:pt x="1570" y="3350"/>
                  </a:lnTo>
                  <a:cubicBezTo>
                    <a:pt x="1552" y="3430"/>
                    <a:pt x="1485" y="3485"/>
                    <a:pt x="1407" y="3485"/>
                  </a:cubicBezTo>
                  <a:cubicBezTo>
                    <a:pt x="1401" y="3485"/>
                    <a:pt x="1394" y="3484"/>
                    <a:pt x="1388" y="3484"/>
                  </a:cubicBezTo>
                  <a:lnTo>
                    <a:pt x="1091" y="3445"/>
                  </a:lnTo>
                  <a:cubicBezTo>
                    <a:pt x="1085" y="3445"/>
                    <a:pt x="1078" y="3444"/>
                    <a:pt x="1072" y="3444"/>
                  </a:cubicBezTo>
                  <a:cubicBezTo>
                    <a:pt x="1002" y="3444"/>
                    <a:pt x="937" y="3489"/>
                    <a:pt x="919" y="3551"/>
                  </a:cubicBezTo>
                  <a:lnTo>
                    <a:pt x="756" y="3991"/>
                  </a:lnTo>
                  <a:cubicBezTo>
                    <a:pt x="718" y="4087"/>
                    <a:pt x="766" y="4182"/>
                    <a:pt x="862" y="4211"/>
                  </a:cubicBezTo>
                  <a:lnTo>
                    <a:pt x="1235" y="4316"/>
                  </a:lnTo>
                  <a:cubicBezTo>
                    <a:pt x="1252" y="4322"/>
                    <a:pt x="1270" y="4325"/>
                    <a:pt x="1287" y="4325"/>
                  </a:cubicBezTo>
                  <a:cubicBezTo>
                    <a:pt x="1360" y="4325"/>
                    <a:pt x="1434" y="4280"/>
                    <a:pt x="1465" y="4211"/>
                  </a:cubicBezTo>
                  <a:lnTo>
                    <a:pt x="1704" y="3685"/>
                  </a:lnTo>
                  <a:cubicBezTo>
                    <a:pt x="1742" y="3599"/>
                    <a:pt x="1819" y="3532"/>
                    <a:pt x="1905" y="3503"/>
                  </a:cubicBezTo>
                  <a:lnTo>
                    <a:pt x="2307" y="3378"/>
                  </a:lnTo>
                  <a:lnTo>
                    <a:pt x="2833" y="4010"/>
                  </a:lnTo>
                  <a:lnTo>
                    <a:pt x="2785" y="4154"/>
                  </a:lnTo>
                  <a:cubicBezTo>
                    <a:pt x="2747" y="4249"/>
                    <a:pt x="2795" y="4345"/>
                    <a:pt x="2891" y="4374"/>
                  </a:cubicBezTo>
                  <a:cubicBezTo>
                    <a:pt x="2910" y="4383"/>
                    <a:pt x="2929" y="4383"/>
                    <a:pt x="2948" y="4383"/>
                  </a:cubicBezTo>
                  <a:cubicBezTo>
                    <a:pt x="3015" y="4383"/>
                    <a:pt x="3082" y="4335"/>
                    <a:pt x="3111" y="4268"/>
                  </a:cubicBezTo>
                  <a:lnTo>
                    <a:pt x="3159" y="4115"/>
                  </a:lnTo>
                  <a:cubicBezTo>
                    <a:pt x="3197" y="4000"/>
                    <a:pt x="3178" y="3886"/>
                    <a:pt x="3101" y="3790"/>
                  </a:cubicBezTo>
                  <a:lnTo>
                    <a:pt x="2661" y="3244"/>
                  </a:lnTo>
                  <a:lnTo>
                    <a:pt x="2776" y="3216"/>
                  </a:lnTo>
                  <a:lnTo>
                    <a:pt x="3159" y="3455"/>
                  </a:lnTo>
                  <a:cubicBezTo>
                    <a:pt x="3235" y="3503"/>
                    <a:pt x="3292" y="3579"/>
                    <a:pt x="3312" y="3675"/>
                  </a:cubicBezTo>
                  <a:lnTo>
                    <a:pt x="3398" y="4087"/>
                  </a:lnTo>
                  <a:cubicBezTo>
                    <a:pt x="3407" y="4163"/>
                    <a:pt x="3484" y="4221"/>
                    <a:pt x="3570" y="4221"/>
                  </a:cubicBezTo>
                  <a:lnTo>
                    <a:pt x="3599" y="4221"/>
                  </a:lnTo>
                  <a:cubicBezTo>
                    <a:pt x="3694" y="4201"/>
                    <a:pt x="3752" y="4106"/>
                    <a:pt x="3733" y="4020"/>
                  </a:cubicBezTo>
                  <a:lnTo>
                    <a:pt x="3694" y="3780"/>
                  </a:lnTo>
                  <a:cubicBezTo>
                    <a:pt x="3675" y="3704"/>
                    <a:pt x="3733" y="3627"/>
                    <a:pt x="3809" y="3618"/>
                  </a:cubicBezTo>
                  <a:cubicBezTo>
                    <a:pt x="3876" y="3599"/>
                    <a:pt x="3924" y="3551"/>
                    <a:pt x="3934" y="3493"/>
                  </a:cubicBezTo>
                  <a:lnTo>
                    <a:pt x="4010" y="3082"/>
                  </a:lnTo>
                  <a:cubicBezTo>
                    <a:pt x="4037" y="3012"/>
                    <a:pt x="4095" y="2966"/>
                    <a:pt x="4163" y="2966"/>
                  </a:cubicBezTo>
                  <a:cubicBezTo>
                    <a:pt x="4170" y="2966"/>
                    <a:pt x="4176" y="2966"/>
                    <a:pt x="4183" y="2967"/>
                  </a:cubicBezTo>
                  <a:lnTo>
                    <a:pt x="4269" y="2967"/>
                  </a:lnTo>
                  <a:cubicBezTo>
                    <a:pt x="4277" y="2969"/>
                    <a:pt x="4286" y="2969"/>
                    <a:pt x="4294" y="2969"/>
                  </a:cubicBezTo>
                  <a:cubicBezTo>
                    <a:pt x="4333" y="2969"/>
                    <a:pt x="4371" y="2952"/>
                    <a:pt x="4403" y="2929"/>
                  </a:cubicBezTo>
                  <a:cubicBezTo>
                    <a:pt x="4431" y="2890"/>
                    <a:pt x="4470" y="2871"/>
                    <a:pt x="4517" y="2871"/>
                  </a:cubicBezTo>
                  <a:lnTo>
                    <a:pt x="4785" y="2900"/>
                  </a:lnTo>
                  <a:cubicBezTo>
                    <a:pt x="4833" y="2919"/>
                    <a:pt x="4881" y="2957"/>
                    <a:pt x="4891" y="3015"/>
                  </a:cubicBezTo>
                  <a:lnTo>
                    <a:pt x="4919" y="3130"/>
                  </a:lnTo>
                  <a:cubicBezTo>
                    <a:pt x="4939" y="3216"/>
                    <a:pt x="4881" y="3302"/>
                    <a:pt x="4795" y="3321"/>
                  </a:cubicBezTo>
                  <a:lnTo>
                    <a:pt x="4039" y="3551"/>
                  </a:lnTo>
                  <a:cubicBezTo>
                    <a:pt x="3953" y="3570"/>
                    <a:pt x="3924" y="3675"/>
                    <a:pt x="3982" y="3742"/>
                  </a:cubicBezTo>
                  <a:lnTo>
                    <a:pt x="4049" y="3828"/>
                  </a:lnTo>
                  <a:cubicBezTo>
                    <a:pt x="4087" y="3857"/>
                    <a:pt x="4125" y="3876"/>
                    <a:pt x="4173" y="3876"/>
                  </a:cubicBezTo>
                  <a:lnTo>
                    <a:pt x="4613" y="3838"/>
                  </a:lnTo>
                  <a:cubicBezTo>
                    <a:pt x="4619" y="3837"/>
                    <a:pt x="4626" y="3837"/>
                    <a:pt x="4632" y="3837"/>
                  </a:cubicBezTo>
                  <a:cubicBezTo>
                    <a:pt x="4710" y="3837"/>
                    <a:pt x="4777" y="3892"/>
                    <a:pt x="4795" y="3972"/>
                  </a:cubicBezTo>
                  <a:lnTo>
                    <a:pt x="4814" y="4087"/>
                  </a:lnTo>
                  <a:cubicBezTo>
                    <a:pt x="4852" y="4278"/>
                    <a:pt x="4709" y="4469"/>
                    <a:pt x="4508" y="4479"/>
                  </a:cubicBezTo>
                  <a:lnTo>
                    <a:pt x="3666" y="4546"/>
                  </a:lnTo>
                  <a:cubicBezTo>
                    <a:pt x="3570" y="4556"/>
                    <a:pt x="3503" y="4651"/>
                    <a:pt x="3532" y="4747"/>
                  </a:cubicBezTo>
                  <a:cubicBezTo>
                    <a:pt x="3565" y="4845"/>
                    <a:pt x="3485" y="4937"/>
                    <a:pt x="3389" y="4937"/>
                  </a:cubicBezTo>
                  <a:cubicBezTo>
                    <a:pt x="3373" y="4937"/>
                    <a:pt x="3357" y="4934"/>
                    <a:pt x="3340" y="4929"/>
                  </a:cubicBezTo>
                  <a:lnTo>
                    <a:pt x="2718" y="4728"/>
                  </a:lnTo>
                  <a:cubicBezTo>
                    <a:pt x="2632" y="4699"/>
                    <a:pt x="2575" y="4623"/>
                    <a:pt x="2556" y="4536"/>
                  </a:cubicBezTo>
                  <a:cubicBezTo>
                    <a:pt x="2536" y="4422"/>
                    <a:pt x="2441" y="4335"/>
                    <a:pt x="2316" y="4335"/>
                  </a:cubicBezTo>
                  <a:lnTo>
                    <a:pt x="1723" y="4345"/>
                  </a:lnTo>
                  <a:cubicBezTo>
                    <a:pt x="1503" y="4355"/>
                    <a:pt x="1292" y="4402"/>
                    <a:pt x="1101" y="4489"/>
                  </a:cubicBezTo>
                  <a:lnTo>
                    <a:pt x="890" y="4584"/>
                  </a:lnTo>
                  <a:cubicBezTo>
                    <a:pt x="775" y="4632"/>
                    <a:pt x="689" y="4747"/>
                    <a:pt x="689" y="4871"/>
                  </a:cubicBezTo>
                  <a:lnTo>
                    <a:pt x="680" y="5044"/>
                  </a:lnTo>
                  <a:lnTo>
                    <a:pt x="86" y="5733"/>
                  </a:lnTo>
                  <a:cubicBezTo>
                    <a:pt x="29" y="5790"/>
                    <a:pt x="0" y="5867"/>
                    <a:pt x="0" y="5953"/>
                  </a:cubicBezTo>
                  <a:lnTo>
                    <a:pt x="0" y="6690"/>
                  </a:lnTo>
                  <a:cubicBezTo>
                    <a:pt x="0" y="6824"/>
                    <a:pt x="58" y="6948"/>
                    <a:pt x="153" y="7044"/>
                  </a:cubicBezTo>
                  <a:lnTo>
                    <a:pt x="689" y="7561"/>
                  </a:lnTo>
                  <a:cubicBezTo>
                    <a:pt x="766" y="7637"/>
                    <a:pt x="871" y="7685"/>
                    <a:pt x="996" y="7695"/>
                  </a:cubicBezTo>
                  <a:lnTo>
                    <a:pt x="2565" y="7838"/>
                  </a:lnTo>
                  <a:cubicBezTo>
                    <a:pt x="2670" y="7838"/>
                    <a:pt x="2737" y="7934"/>
                    <a:pt x="2728" y="8030"/>
                  </a:cubicBezTo>
                  <a:lnTo>
                    <a:pt x="2718" y="8106"/>
                  </a:lnTo>
                  <a:cubicBezTo>
                    <a:pt x="2699" y="8221"/>
                    <a:pt x="2757" y="8345"/>
                    <a:pt x="2852" y="8412"/>
                  </a:cubicBezTo>
                  <a:lnTo>
                    <a:pt x="3235" y="8699"/>
                  </a:lnTo>
                  <a:lnTo>
                    <a:pt x="3178" y="8891"/>
                  </a:lnTo>
                  <a:cubicBezTo>
                    <a:pt x="3139" y="9025"/>
                    <a:pt x="3178" y="9168"/>
                    <a:pt x="3283" y="9255"/>
                  </a:cubicBezTo>
                  <a:lnTo>
                    <a:pt x="3694" y="9609"/>
                  </a:lnTo>
                  <a:cubicBezTo>
                    <a:pt x="4096" y="9542"/>
                    <a:pt x="4489" y="9417"/>
                    <a:pt x="4862" y="9255"/>
                  </a:cubicBezTo>
                  <a:lnTo>
                    <a:pt x="5503" y="8479"/>
                  </a:lnTo>
                  <a:cubicBezTo>
                    <a:pt x="5599" y="8355"/>
                    <a:pt x="5685" y="8221"/>
                    <a:pt x="5752" y="8077"/>
                  </a:cubicBezTo>
                  <a:lnTo>
                    <a:pt x="6470" y="6422"/>
                  </a:lnTo>
                  <a:cubicBezTo>
                    <a:pt x="6546" y="6249"/>
                    <a:pt x="6422" y="6049"/>
                    <a:pt x="6231" y="6039"/>
                  </a:cubicBezTo>
                  <a:cubicBezTo>
                    <a:pt x="6020" y="6039"/>
                    <a:pt x="5829" y="5953"/>
                    <a:pt x="5695" y="5790"/>
                  </a:cubicBezTo>
                  <a:lnTo>
                    <a:pt x="4977" y="4938"/>
                  </a:lnTo>
                  <a:cubicBezTo>
                    <a:pt x="4864" y="4805"/>
                    <a:pt x="4979" y="4650"/>
                    <a:pt x="5109" y="4650"/>
                  </a:cubicBezTo>
                  <a:cubicBezTo>
                    <a:pt x="5156" y="4650"/>
                    <a:pt x="5204" y="4670"/>
                    <a:pt x="5245" y="4718"/>
                  </a:cubicBezTo>
                  <a:lnTo>
                    <a:pt x="5963" y="5570"/>
                  </a:lnTo>
                  <a:cubicBezTo>
                    <a:pt x="6020" y="5637"/>
                    <a:pt x="6116" y="5685"/>
                    <a:pt x="6211" y="5685"/>
                  </a:cubicBezTo>
                  <a:cubicBezTo>
                    <a:pt x="6317" y="5685"/>
                    <a:pt x="6422" y="5618"/>
                    <a:pt x="6470" y="5522"/>
                  </a:cubicBezTo>
                  <a:lnTo>
                    <a:pt x="6881" y="4709"/>
                  </a:lnTo>
                  <a:cubicBezTo>
                    <a:pt x="6920" y="4632"/>
                    <a:pt x="6900" y="4536"/>
                    <a:pt x="6833" y="4489"/>
                  </a:cubicBezTo>
                  <a:lnTo>
                    <a:pt x="6709" y="4412"/>
                  </a:lnTo>
                  <a:cubicBezTo>
                    <a:pt x="6671" y="4374"/>
                    <a:pt x="6652" y="4316"/>
                    <a:pt x="6680" y="4268"/>
                  </a:cubicBezTo>
                  <a:lnTo>
                    <a:pt x="6747" y="4182"/>
                  </a:lnTo>
                  <a:cubicBezTo>
                    <a:pt x="6808" y="4078"/>
                    <a:pt x="6918" y="4024"/>
                    <a:pt x="7031" y="4024"/>
                  </a:cubicBezTo>
                  <a:cubicBezTo>
                    <a:pt x="7114" y="4024"/>
                    <a:pt x="7199" y="4054"/>
                    <a:pt x="7264" y="4115"/>
                  </a:cubicBezTo>
                  <a:lnTo>
                    <a:pt x="7714" y="4565"/>
                  </a:lnTo>
                  <a:cubicBezTo>
                    <a:pt x="7695" y="4364"/>
                    <a:pt x="7676" y="4163"/>
                    <a:pt x="7637" y="3972"/>
                  </a:cubicBezTo>
                  <a:cubicBezTo>
                    <a:pt x="7274" y="1905"/>
                    <a:pt x="5628" y="306"/>
                    <a:pt x="35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6"/>
            <p:cNvSpPr/>
            <p:nvPr/>
          </p:nvSpPr>
          <p:spPr>
            <a:xfrm>
              <a:off x="7139550" y="3198384"/>
              <a:ext cx="23154" cy="37054"/>
            </a:xfrm>
            <a:custGeom>
              <a:avLst/>
              <a:gdLst/>
              <a:ahLst/>
              <a:cxnLst/>
              <a:rect l="l" t="t" r="r" b="b"/>
              <a:pathLst>
                <a:path w="623" h="997" extrusionOk="0">
                  <a:moveTo>
                    <a:pt x="441" y="1"/>
                  </a:moveTo>
                  <a:cubicBezTo>
                    <a:pt x="345" y="1"/>
                    <a:pt x="269" y="77"/>
                    <a:pt x="269" y="173"/>
                  </a:cubicBezTo>
                  <a:lnTo>
                    <a:pt x="269" y="546"/>
                  </a:lnTo>
                  <a:lnTo>
                    <a:pt x="116" y="699"/>
                  </a:lnTo>
                  <a:cubicBezTo>
                    <a:pt x="1" y="805"/>
                    <a:pt x="77" y="996"/>
                    <a:pt x="230" y="996"/>
                  </a:cubicBezTo>
                  <a:cubicBezTo>
                    <a:pt x="278" y="996"/>
                    <a:pt x="326" y="977"/>
                    <a:pt x="355" y="948"/>
                  </a:cubicBezTo>
                  <a:lnTo>
                    <a:pt x="565" y="747"/>
                  </a:lnTo>
                  <a:cubicBezTo>
                    <a:pt x="604" y="719"/>
                    <a:pt x="623" y="671"/>
                    <a:pt x="623" y="623"/>
                  </a:cubicBezTo>
                  <a:lnTo>
                    <a:pt x="613" y="173"/>
                  </a:lnTo>
                  <a:cubicBezTo>
                    <a:pt x="613" y="77"/>
                    <a:pt x="537" y="1"/>
                    <a:pt x="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6"/>
            <p:cNvSpPr/>
            <p:nvPr/>
          </p:nvSpPr>
          <p:spPr>
            <a:xfrm>
              <a:off x="7096883" y="3319693"/>
              <a:ext cx="207381" cy="169324"/>
            </a:xfrm>
            <a:custGeom>
              <a:avLst/>
              <a:gdLst/>
              <a:ahLst/>
              <a:cxnLst/>
              <a:rect l="l" t="t" r="r" b="b"/>
              <a:pathLst>
                <a:path w="5580" h="4556" extrusionOk="0">
                  <a:moveTo>
                    <a:pt x="670" y="0"/>
                  </a:moveTo>
                  <a:lnTo>
                    <a:pt x="77" y="670"/>
                  </a:lnTo>
                  <a:cubicBezTo>
                    <a:pt x="29" y="737"/>
                    <a:pt x="0" y="814"/>
                    <a:pt x="0" y="890"/>
                  </a:cubicBezTo>
                  <a:lnTo>
                    <a:pt x="0" y="1627"/>
                  </a:lnTo>
                  <a:cubicBezTo>
                    <a:pt x="0" y="1761"/>
                    <a:pt x="58" y="1895"/>
                    <a:pt x="153" y="1991"/>
                  </a:cubicBezTo>
                  <a:lnTo>
                    <a:pt x="680" y="2498"/>
                  </a:lnTo>
                  <a:cubicBezTo>
                    <a:pt x="766" y="2575"/>
                    <a:pt x="871" y="2622"/>
                    <a:pt x="986" y="2642"/>
                  </a:cubicBezTo>
                  <a:lnTo>
                    <a:pt x="2565" y="2785"/>
                  </a:lnTo>
                  <a:cubicBezTo>
                    <a:pt x="2670" y="2785"/>
                    <a:pt x="2737" y="2881"/>
                    <a:pt x="2728" y="2977"/>
                  </a:cubicBezTo>
                  <a:lnTo>
                    <a:pt x="2718" y="3053"/>
                  </a:lnTo>
                  <a:cubicBezTo>
                    <a:pt x="2699" y="3168"/>
                    <a:pt x="2757" y="3292"/>
                    <a:pt x="2852" y="3359"/>
                  </a:cubicBezTo>
                  <a:lnTo>
                    <a:pt x="3235" y="3646"/>
                  </a:lnTo>
                  <a:lnTo>
                    <a:pt x="3178" y="3838"/>
                  </a:lnTo>
                  <a:cubicBezTo>
                    <a:pt x="3139" y="3972"/>
                    <a:pt x="3178" y="4115"/>
                    <a:pt x="3283" y="4202"/>
                  </a:cubicBezTo>
                  <a:lnTo>
                    <a:pt x="3694" y="4556"/>
                  </a:lnTo>
                  <a:lnTo>
                    <a:pt x="3704" y="4556"/>
                  </a:lnTo>
                  <a:cubicBezTo>
                    <a:pt x="3991" y="4508"/>
                    <a:pt x="4278" y="4422"/>
                    <a:pt x="4556" y="4316"/>
                  </a:cubicBezTo>
                  <a:lnTo>
                    <a:pt x="4623" y="4297"/>
                  </a:lnTo>
                  <a:cubicBezTo>
                    <a:pt x="4690" y="4269"/>
                    <a:pt x="4747" y="4249"/>
                    <a:pt x="4805" y="4221"/>
                  </a:cubicBezTo>
                  <a:lnTo>
                    <a:pt x="4862" y="4192"/>
                  </a:lnTo>
                  <a:lnTo>
                    <a:pt x="5503" y="3426"/>
                  </a:lnTo>
                  <a:cubicBezTo>
                    <a:pt x="5532" y="3388"/>
                    <a:pt x="5561" y="3350"/>
                    <a:pt x="5580" y="3312"/>
                  </a:cubicBezTo>
                  <a:lnTo>
                    <a:pt x="5274" y="3312"/>
                  </a:lnTo>
                  <a:cubicBezTo>
                    <a:pt x="3187" y="3312"/>
                    <a:pt x="1331" y="1981"/>
                    <a:pt x="67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6"/>
            <p:cNvSpPr/>
            <p:nvPr/>
          </p:nvSpPr>
          <p:spPr>
            <a:xfrm>
              <a:off x="6994194" y="3199164"/>
              <a:ext cx="489352" cy="362879"/>
            </a:xfrm>
            <a:custGeom>
              <a:avLst/>
              <a:gdLst/>
              <a:ahLst/>
              <a:cxnLst/>
              <a:rect l="l" t="t" r="r" b="b"/>
              <a:pathLst>
                <a:path w="13167" h="9764" extrusionOk="0">
                  <a:moveTo>
                    <a:pt x="11542" y="0"/>
                  </a:moveTo>
                  <a:cubicBezTo>
                    <a:pt x="11407" y="0"/>
                    <a:pt x="11274" y="126"/>
                    <a:pt x="11338" y="286"/>
                  </a:cubicBezTo>
                  <a:cubicBezTo>
                    <a:pt x="12697" y="3148"/>
                    <a:pt x="11740" y="6574"/>
                    <a:pt x="9089" y="8306"/>
                  </a:cubicBezTo>
                  <a:cubicBezTo>
                    <a:pt x="8022" y="9007"/>
                    <a:pt x="6813" y="9347"/>
                    <a:pt x="5613" y="9347"/>
                  </a:cubicBezTo>
                  <a:cubicBezTo>
                    <a:pt x="3834" y="9347"/>
                    <a:pt x="2076" y="8600"/>
                    <a:pt x="830" y="7177"/>
                  </a:cubicBezTo>
                  <a:lnTo>
                    <a:pt x="830" y="7177"/>
                  </a:lnTo>
                  <a:lnTo>
                    <a:pt x="1567" y="7416"/>
                  </a:lnTo>
                  <a:cubicBezTo>
                    <a:pt x="1599" y="7429"/>
                    <a:pt x="1629" y="7435"/>
                    <a:pt x="1656" y="7435"/>
                  </a:cubicBezTo>
                  <a:cubicBezTo>
                    <a:pt x="1872" y="7435"/>
                    <a:pt x="1955" y="7082"/>
                    <a:pt x="1701" y="7014"/>
                  </a:cubicBezTo>
                  <a:lnTo>
                    <a:pt x="294" y="6545"/>
                  </a:lnTo>
                  <a:cubicBezTo>
                    <a:pt x="272" y="6538"/>
                    <a:pt x="249" y="6535"/>
                    <a:pt x="228" y="6535"/>
                  </a:cubicBezTo>
                  <a:cubicBezTo>
                    <a:pt x="102" y="6535"/>
                    <a:pt x="0" y="6645"/>
                    <a:pt x="17" y="6784"/>
                  </a:cubicBezTo>
                  <a:lnTo>
                    <a:pt x="256" y="8421"/>
                  </a:lnTo>
                  <a:cubicBezTo>
                    <a:pt x="275" y="8526"/>
                    <a:pt x="361" y="8603"/>
                    <a:pt x="466" y="8603"/>
                  </a:cubicBezTo>
                  <a:lnTo>
                    <a:pt x="495" y="8603"/>
                  </a:lnTo>
                  <a:cubicBezTo>
                    <a:pt x="610" y="8583"/>
                    <a:pt x="696" y="8478"/>
                    <a:pt x="677" y="8363"/>
                  </a:cubicBezTo>
                  <a:lnTo>
                    <a:pt x="553" y="7492"/>
                  </a:lnTo>
                  <a:lnTo>
                    <a:pt x="553" y="7492"/>
                  </a:lnTo>
                  <a:cubicBezTo>
                    <a:pt x="1880" y="8985"/>
                    <a:pt x="3736" y="9764"/>
                    <a:pt x="5614" y="9764"/>
                  </a:cubicBezTo>
                  <a:cubicBezTo>
                    <a:pt x="6903" y="9764"/>
                    <a:pt x="8202" y="9397"/>
                    <a:pt x="9348" y="8641"/>
                  </a:cubicBezTo>
                  <a:cubicBezTo>
                    <a:pt x="12152" y="6794"/>
                    <a:pt x="13166" y="3157"/>
                    <a:pt x="11731" y="114"/>
                  </a:cubicBezTo>
                  <a:lnTo>
                    <a:pt x="11721" y="104"/>
                  </a:lnTo>
                  <a:cubicBezTo>
                    <a:pt x="11677" y="31"/>
                    <a:pt x="11609" y="0"/>
                    <a:pt x="11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6"/>
            <p:cNvSpPr/>
            <p:nvPr/>
          </p:nvSpPr>
          <p:spPr>
            <a:xfrm>
              <a:off x="6922947" y="3061056"/>
              <a:ext cx="488014" cy="361615"/>
            </a:xfrm>
            <a:custGeom>
              <a:avLst/>
              <a:gdLst/>
              <a:ahLst/>
              <a:cxnLst/>
              <a:rect l="l" t="t" r="r" b="b"/>
              <a:pathLst>
                <a:path w="13131" h="9730" extrusionOk="0">
                  <a:moveTo>
                    <a:pt x="7544" y="0"/>
                  </a:moveTo>
                  <a:cubicBezTo>
                    <a:pt x="6257" y="0"/>
                    <a:pt x="4960" y="367"/>
                    <a:pt x="3819" y="1121"/>
                  </a:cubicBezTo>
                  <a:cubicBezTo>
                    <a:pt x="1024" y="2968"/>
                    <a:pt x="0" y="6586"/>
                    <a:pt x="1417" y="9620"/>
                  </a:cubicBezTo>
                  <a:cubicBezTo>
                    <a:pt x="1459" y="9697"/>
                    <a:pt x="1526" y="9730"/>
                    <a:pt x="1593" y="9730"/>
                  </a:cubicBezTo>
                  <a:cubicBezTo>
                    <a:pt x="1725" y="9730"/>
                    <a:pt x="1857" y="9603"/>
                    <a:pt x="1800" y="9438"/>
                  </a:cubicBezTo>
                  <a:cubicBezTo>
                    <a:pt x="1388" y="8586"/>
                    <a:pt x="1178" y="7658"/>
                    <a:pt x="1187" y="6720"/>
                  </a:cubicBezTo>
                  <a:cubicBezTo>
                    <a:pt x="1187" y="4079"/>
                    <a:pt x="2824" y="1715"/>
                    <a:pt x="5302" y="786"/>
                  </a:cubicBezTo>
                  <a:cubicBezTo>
                    <a:pt x="6026" y="514"/>
                    <a:pt x="6777" y="383"/>
                    <a:pt x="7521" y="383"/>
                  </a:cubicBezTo>
                  <a:cubicBezTo>
                    <a:pt x="9317" y="383"/>
                    <a:pt x="11073" y="1149"/>
                    <a:pt x="12298" y="2557"/>
                  </a:cubicBezTo>
                  <a:lnTo>
                    <a:pt x="11571" y="2318"/>
                  </a:lnTo>
                  <a:cubicBezTo>
                    <a:pt x="11549" y="2312"/>
                    <a:pt x="11529" y="2309"/>
                    <a:pt x="11509" y="2309"/>
                  </a:cubicBezTo>
                  <a:cubicBezTo>
                    <a:pt x="11294" y="2309"/>
                    <a:pt x="11209" y="2623"/>
                    <a:pt x="11437" y="2720"/>
                  </a:cubicBezTo>
                  <a:lnTo>
                    <a:pt x="12844" y="3179"/>
                  </a:lnTo>
                  <a:cubicBezTo>
                    <a:pt x="12863" y="3189"/>
                    <a:pt x="12882" y="3198"/>
                    <a:pt x="12911" y="3198"/>
                  </a:cubicBezTo>
                  <a:cubicBezTo>
                    <a:pt x="13035" y="3189"/>
                    <a:pt x="13131" y="3083"/>
                    <a:pt x="13121" y="2959"/>
                  </a:cubicBezTo>
                  <a:lnTo>
                    <a:pt x="12882" y="1313"/>
                  </a:lnTo>
                  <a:cubicBezTo>
                    <a:pt x="12869" y="1181"/>
                    <a:pt x="12773" y="1121"/>
                    <a:pt x="12676" y="1121"/>
                  </a:cubicBezTo>
                  <a:cubicBezTo>
                    <a:pt x="12554" y="1121"/>
                    <a:pt x="12429" y="1215"/>
                    <a:pt x="12461" y="1380"/>
                  </a:cubicBezTo>
                  <a:lnTo>
                    <a:pt x="12576" y="2241"/>
                  </a:lnTo>
                  <a:cubicBezTo>
                    <a:pt x="11251" y="769"/>
                    <a:pt x="9407" y="0"/>
                    <a:pt x="75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5" name="Google Shape;1225;p46"/>
          <p:cNvSpPr/>
          <p:nvPr/>
        </p:nvSpPr>
        <p:spPr>
          <a:xfrm rot="-1701150">
            <a:off x="8033848" y="265912"/>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6" name="Google Shape;1226;p46"/>
          <p:cNvGrpSpPr/>
          <p:nvPr/>
        </p:nvGrpSpPr>
        <p:grpSpPr>
          <a:xfrm>
            <a:off x="160871" y="1013051"/>
            <a:ext cx="680400" cy="638700"/>
            <a:chOff x="160871" y="936851"/>
            <a:chExt cx="680400" cy="638700"/>
          </a:xfrm>
        </p:grpSpPr>
        <p:sp>
          <p:nvSpPr>
            <p:cNvPr id="1227" name="Google Shape;1227;p46"/>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8" name="Google Shape;1228;p46"/>
            <p:cNvGrpSpPr/>
            <p:nvPr/>
          </p:nvGrpSpPr>
          <p:grpSpPr>
            <a:xfrm>
              <a:off x="336500" y="1150250"/>
              <a:ext cx="317850" cy="209175"/>
              <a:chOff x="336500" y="1150250"/>
              <a:chExt cx="317850" cy="209175"/>
            </a:xfrm>
          </p:grpSpPr>
          <p:sp>
            <p:nvSpPr>
              <p:cNvPr id="1229" name="Google Shape;1229;p46"/>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6"/>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6"/>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2" name="Google Shape;1232;p46"/>
          <p:cNvGrpSpPr/>
          <p:nvPr/>
        </p:nvGrpSpPr>
        <p:grpSpPr>
          <a:xfrm flipH="1">
            <a:off x="6578" y="3483007"/>
            <a:ext cx="727535" cy="1710819"/>
            <a:chOff x="8416475" y="3483007"/>
            <a:chExt cx="727535" cy="1710819"/>
          </a:xfrm>
        </p:grpSpPr>
        <p:sp>
          <p:nvSpPr>
            <p:cNvPr id="1233" name="Google Shape;1233;p46"/>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6"/>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6"/>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50"/>
        <p:cNvGrpSpPr/>
        <p:nvPr/>
      </p:nvGrpSpPr>
      <p:grpSpPr>
        <a:xfrm>
          <a:off x="0" y="0"/>
          <a:ext cx="0" cy="0"/>
          <a:chOff x="0" y="0"/>
          <a:chExt cx="0" cy="0"/>
        </a:xfrm>
      </p:grpSpPr>
      <p:sp>
        <p:nvSpPr>
          <p:cNvPr id="1751" name="Google Shape;1751;p55"/>
          <p:cNvSpPr txBox="1">
            <a:spLocks noGrp="1"/>
          </p:cNvSpPr>
          <p:nvPr>
            <p:ph type="ctrTitle"/>
          </p:nvPr>
        </p:nvSpPr>
        <p:spPr>
          <a:xfrm flipH="1">
            <a:off x="5316274" y="1444305"/>
            <a:ext cx="3092700" cy="576000"/>
          </a:xfrm>
          <a:prstGeom prst="rect">
            <a:avLst/>
          </a:prstGeom>
        </p:spPr>
        <p:txBody>
          <a:bodyPr spcFirstLastPara="1" wrap="square" lIns="91425" tIns="91425" rIns="91425" bIns="91425" anchor="t" anchorCtr="0">
            <a:noAutofit/>
          </a:bodyPr>
          <a:lstStyle/>
          <a:p>
            <a:pPr lvl="0"/>
            <a:r>
              <a:rPr lang="en" dirty="0"/>
              <a:t>Power BI </a:t>
            </a:r>
            <a:r>
              <a:rPr lang="en-US" sz="2800" b="1" dirty="0"/>
              <a:t>Dashboard</a:t>
            </a:r>
            <a:endParaRPr dirty="0"/>
          </a:p>
        </p:txBody>
      </p:sp>
      <p:sp>
        <p:nvSpPr>
          <p:cNvPr id="1752" name="Google Shape;1752;p55"/>
          <p:cNvSpPr txBox="1">
            <a:spLocks noGrp="1"/>
          </p:cNvSpPr>
          <p:nvPr>
            <p:ph type="subTitle" idx="1"/>
          </p:nvPr>
        </p:nvSpPr>
        <p:spPr>
          <a:xfrm flipH="1">
            <a:off x="5323975" y="2371475"/>
            <a:ext cx="2820900" cy="106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Build your data model, write DAX measures, and design dashboard layouts in Power BI Desktop before publishing to the cloud.</a:t>
            </a:r>
            <a:endParaRPr/>
          </a:p>
        </p:txBody>
      </p:sp>
      <p:grpSp>
        <p:nvGrpSpPr>
          <p:cNvPr id="1753" name="Google Shape;1753;p55"/>
          <p:cNvGrpSpPr/>
          <p:nvPr/>
        </p:nvGrpSpPr>
        <p:grpSpPr>
          <a:xfrm>
            <a:off x="8192025" y="2797485"/>
            <a:ext cx="785377" cy="2421158"/>
            <a:chOff x="7825375" y="2447285"/>
            <a:chExt cx="785377" cy="2421158"/>
          </a:xfrm>
        </p:grpSpPr>
        <p:sp>
          <p:nvSpPr>
            <p:cNvPr id="1754" name="Google Shape;1754;p5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1" name="Google Shape;1761;p55"/>
          <p:cNvGrpSpPr/>
          <p:nvPr/>
        </p:nvGrpSpPr>
        <p:grpSpPr>
          <a:xfrm>
            <a:off x="727532" y="1388772"/>
            <a:ext cx="4111186" cy="2522251"/>
            <a:chOff x="790876" y="1327786"/>
            <a:chExt cx="3717838" cy="2280928"/>
          </a:xfrm>
        </p:grpSpPr>
        <p:grpSp>
          <p:nvGrpSpPr>
            <p:cNvPr id="1762" name="Google Shape;1762;p55"/>
            <p:cNvGrpSpPr/>
            <p:nvPr/>
          </p:nvGrpSpPr>
          <p:grpSpPr>
            <a:xfrm>
              <a:off x="790876" y="1327786"/>
              <a:ext cx="3717838" cy="2280928"/>
              <a:chOff x="790876" y="1327786"/>
              <a:chExt cx="3717838" cy="2280928"/>
            </a:xfrm>
          </p:grpSpPr>
          <p:sp>
            <p:nvSpPr>
              <p:cNvPr id="1763" name="Google Shape;1763;p55"/>
              <p:cNvSpPr/>
              <p:nvPr/>
            </p:nvSpPr>
            <p:spPr>
              <a:xfrm>
                <a:off x="923821" y="1327786"/>
                <a:ext cx="3451947" cy="2153883"/>
              </a:xfrm>
              <a:custGeom>
                <a:avLst/>
                <a:gdLst/>
                <a:ahLst/>
                <a:cxnLst/>
                <a:rect l="l" t="t" r="r" b="b"/>
                <a:pathLst>
                  <a:path w="253913" h="158432" extrusionOk="0">
                    <a:moveTo>
                      <a:pt x="5615" y="0"/>
                    </a:moveTo>
                    <a:cubicBezTo>
                      <a:pt x="2464" y="0"/>
                      <a:pt x="1" y="2536"/>
                      <a:pt x="1" y="5614"/>
                    </a:cubicBezTo>
                    <a:lnTo>
                      <a:pt x="1" y="158431"/>
                    </a:lnTo>
                    <a:lnTo>
                      <a:pt x="253912" y="158431"/>
                    </a:lnTo>
                    <a:lnTo>
                      <a:pt x="253912" y="5614"/>
                    </a:lnTo>
                    <a:cubicBezTo>
                      <a:pt x="253912" y="2499"/>
                      <a:pt x="251341" y="0"/>
                      <a:pt x="2482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55"/>
              <p:cNvSpPr/>
              <p:nvPr/>
            </p:nvSpPr>
            <p:spPr>
              <a:xfrm>
                <a:off x="976026" y="1378006"/>
                <a:ext cx="3347048" cy="182703"/>
              </a:xfrm>
              <a:custGeom>
                <a:avLst/>
                <a:gdLst/>
                <a:ahLst/>
                <a:cxnLst/>
                <a:rect l="l" t="t" r="r" b="b"/>
                <a:pathLst>
                  <a:path w="246197" h="13439" extrusionOk="0">
                    <a:moveTo>
                      <a:pt x="4057" y="1"/>
                    </a:moveTo>
                    <a:cubicBezTo>
                      <a:pt x="1811" y="1"/>
                      <a:pt x="0" y="1812"/>
                      <a:pt x="0" y="4057"/>
                    </a:cubicBezTo>
                    <a:lnTo>
                      <a:pt x="0" y="13439"/>
                    </a:lnTo>
                    <a:lnTo>
                      <a:pt x="246197" y="13439"/>
                    </a:lnTo>
                    <a:lnTo>
                      <a:pt x="246197" y="4057"/>
                    </a:lnTo>
                    <a:cubicBezTo>
                      <a:pt x="246197" y="1812"/>
                      <a:pt x="244385" y="1"/>
                      <a:pt x="242140" y="1"/>
                    </a:cubicBezTo>
                    <a:close/>
                  </a:path>
                </a:pathLst>
              </a:custGeom>
              <a:solidFill>
                <a:srgbClr val="2F8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55"/>
              <p:cNvSpPr/>
              <p:nvPr/>
            </p:nvSpPr>
            <p:spPr>
              <a:xfrm>
                <a:off x="790876" y="3452603"/>
                <a:ext cx="3717838" cy="156111"/>
              </a:xfrm>
              <a:custGeom>
                <a:avLst/>
                <a:gdLst/>
                <a:ahLst/>
                <a:cxnLst/>
                <a:rect l="l" t="t" r="r" b="b"/>
                <a:pathLst>
                  <a:path w="273471" h="11483" extrusionOk="0">
                    <a:moveTo>
                      <a:pt x="0" y="0"/>
                    </a:moveTo>
                    <a:lnTo>
                      <a:pt x="72" y="688"/>
                    </a:lnTo>
                    <a:cubicBezTo>
                      <a:pt x="1123" y="6882"/>
                      <a:pt x="6520" y="11482"/>
                      <a:pt x="12786" y="11482"/>
                    </a:cubicBezTo>
                    <a:lnTo>
                      <a:pt x="260649" y="11482"/>
                    </a:lnTo>
                    <a:cubicBezTo>
                      <a:pt x="266951" y="11482"/>
                      <a:pt x="272312" y="6955"/>
                      <a:pt x="273326" y="688"/>
                    </a:cubicBezTo>
                    <a:lnTo>
                      <a:pt x="27347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5"/>
              <p:cNvSpPr/>
              <p:nvPr/>
            </p:nvSpPr>
            <p:spPr>
              <a:xfrm>
                <a:off x="975963" y="3164253"/>
                <a:ext cx="3347100" cy="287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7" name="Google Shape;1767;p55"/>
            <p:cNvSpPr/>
            <p:nvPr/>
          </p:nvSpPr>
          <p:spPr>
            <a:xfrm>
              <a:off x="923325" y="3389075"/>
              <a:ext cx="3451589" cy="63751"/>
            </a:xfrm>
            <a:custGeom>
              <a:avLst/>
              <a:gdLst/>
              <a:ahLst/>
              <a:cxnLst/>
              <a:rect l="l" t="t" r="r" b="b"/>
              <a:pathLst>
                <a:path w="253840" h="6811" extrusionOk="0">
                  <a:moveTo>
                    <a:pt x="1" y="1"/>
                  </a:moveTo>
                  <a:lnTo>
                    <a:pt x="1" y="6810"/>
                  </a:lnTo>
                  <a:lnTo>
                    <a:pt x="253840" y="6810"/>
                  </a:lnTo>
                  <a:lnTo>
                    <a:pt x="25384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D4EBB897-A0F4-9751-BBE9-BDA127D96227}"/>
              </a:ext>
            </a:extLst>
          </p:cNvPr>
          <p:cNvPicPr>
            <a:picLocks noChangeAspect="1"/>
          </p:cNvPicPr>
          <p:nvPr/>
        </p:nvPicPr>
        <p:blipFill>
          <a:blip r:embed="rId3"/>
          <a:stretch>
            <a:fillRect/>
          </a:stretch>
        </p:blipFill>
        <p:spPr>
          <a:xfrm>
            <a:off x="932201" y="1646337"/>
            <a:ext cx="3701224" cy="174130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E8A9DB-F464-D37F-28B8-2E682B862269}"/>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3748270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E90F60-D7F1-0FEF-C112-242EA14BF0AE}"/>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1986220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07">
          <a:extLst>
            <a:ext uri="{FF2B5EF4-FFF2-40B4-BE49-F238E27FC236}">
              <a16:creationId xmlns:a16="http://schemas.microsoft.com/office/drawing/2014/main" id="{DB7FCF01-9F93-DAA8-B8C5-A5FAE5425F35}"/>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64F9B63C-B8E0-3758-036E-962AA5A9D09E}"/>
              </a:ext>
            </a:extLst>
          </p:cNvPr>
          <p:cNvSpPr txBox="1"/>
          <p:nvPr/>
        </p:nvSpPr>
        <p:spPr>
          <a:xfrm>
            <a:off x="111512" y="421013"/>
            <a:ext cx="8787161" cy="3785652"/>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Market Overview Dashboard – InsightRx</a:t>
            </a:r>
            <a:r>
              <a:rPr lang="ar-EG" sz="2400" dirty="0">
                <a:latin typeface="Calibri" panose="020F0502020204030204" pitchFamily="34" charset="0"/>
                <a:ea typeface="Calibri" panose="020F0502020204030204" pitchFamily="34" charset="0"/>
                <a:cs typeface="Calibri" panose="020F0502020204030204" pitchFamily="34" charset="0"/>
              </a:rPr>
              <a:t> </a:t>
            </a:r>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This dashboard provides a high-level snapshot of the pharmaceutical market, covering 797 corporations and 3,190 products across Egypt. Total market value stands at $330.90bn with a quantity of 5.07bn units, supplied by 1,164 manufacturers at a CAGR of 1.14%. Sales are mapped by region (Alexandria, Canal, Delta, Greater Cairo, Upper Egypt), while unit trends show a recovery to 1.06bn units in 2026 after a 2024 dip. Top therapeutic categories include Alimentary &amp; Metabolism and Nervous System. Pharmacies dominate distribution at 66.87%, and oral solid forms lead dosage types at 3.02bn units.</a:t>
            </a:r>
          </a:p>
        </p:txBody>
      </p:sp>
    </p:spTree>
    <p:extLst>
      <p:ext uri="{BB962C8B-B14F-4D97-AF65-F5344CB8AC3E}">
        <p14:creationId xmlns:p14="http://schemas.microsoft.com/office/powerpoint/2010/main" val="23072930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5209F9-2B10-9686-4484-2228CA399DED}"/>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639231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0AEC9-1729-DDA8-F108-A631DF930BAF}"/>
              </a:ext>
            </a:extLst>
          </p:cNvPr>
          <p:cNvSpPr txBox="1"/>
          <p:nvPr/>
        </p:nvSpPr>
        <p:spPr>
          <a:xfrm>
            <a:off x="152400" y="129489"/>
            <a:ext cx="8839200" cy="4154984"/>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Alimentary T.&amp; Metabolism Dashboard – InsightRx</a:t>
            </a:r>
          </a:p>
          <a:p>
            <a:r>
              <a:rPr lang="en-US" sz="2400" dirty="0">
                <a:latin typeface="Calibri" panose="020F0502020204030204" pitchFamily="34" charset="0"/>
                <a:ea typeface="Calibri" panose="020F0502020204030204" pitchFamily="34" charset="0"/>
                <a:cs typeface="Calibri" panose="020F0502020204030204" pitchFamily="34" charset="0"/>
              </a:rPr>
              <a:t>This dashboard focuses on the Alimentary &amp; Metabolism therapeutic category, representing 21.65% of total market units. It covers 359 corporations, 794 products, and 435 manufacturers, with a total value of $102.54bn and 1.10bn units. The ATC2 breakdown highlights key sub-categories led by Acid/</a:t>
            </a:r>
            <a:r>
              <a:rPr lang="en-US" sz="2400" dirty="0" err="1">
                <a:latin typeface="Calibri" panose="020F0502020204030204" pitchFamily="34" charset="0"/>
                <a:ea typeface="Calibri" panose="020F0502020204030204" pitchFamily="34" charset="0"/>
                <a:cs typeface="Calibri" panose="020F0502020204030204" pitchFamily="34" charset="0"/>
              </a:rPr>
              <a:t>Ulcerants</a:t>
            </a:r>
            <a:r>
              <a:rPr lang="en-US" sz="2400" dirty="0">
                <a:latin typeface="Calibri" panose="020F0502020204030204" pitchFamily="34" charset="0"/>
                <a:ea typeface="Calibri" panose="020F0502020204030204" pitchFamily="34" charset="0"/>
                <a:cs typeface="Calibri" panose="020F0502020204030204" pitchFamily="34" charset="0"/>
              </a:rPr>
              <a:t> (469.56M), Drugs Used in Diabetes (155.91M), and Vitamins (154.64M). Market value shows strong growth, reaching $37.69bn in 2026. Oral solid forms dominate dosage types at 0.809bn units. Top products include </a:t>
            </a:r>
            <a:r>
              <a:rPr lang="en-US" sz="2400" dirty="0" err="1">
                <a:latin typeface="Calibri" panose="020F0502020204030204" pitchFamily="34" charset="0"/>
                <a:ea typeface="Calibri" panose="020F0502020204030204" pitchFamily="34" charset="0"/>
                <a:cs typeface="Calibri" panose="020F0502020204030204" pitchFamily="34" charset="0"/>
              </a:rPr>
              <a:t>Zurcal</a:t>
            </a:r>
            <a:r>
              <a:rPr lang="en-US" sz="2400" dirty="0">
                <a:latin typeface="Calibri" panose="020F0502020204030204" pitchFamily="34" charset="0"/>
                <a:ea typeface="Calibri" panose="020F0502020204030204" pitchFamily="34" charset="0"/>
                <a:cs typeface="Calibri" panose="020F0502020204030204" pitchFamily="34" charset="0"/>
              </a:rPr>
              <a:t> (Aug Pharma) ranked #1 with ~100M units, followed by </a:t>
            </a:r>
            <a:r>
              <a:rPr lang="en-US" sz="2400" dirty="0" err="1">
                <a:latin typeface="Calibri" panose="020F0502020204030204" pitchFamily="34" charset="0"/>
                <a:ea typeface="Calibri" panose="020F0502020204030204" pitchFamily="34" charset="0"/>
                <a:cs typeface="Calibri" panose="020F0502020204030204" pitchFamily="34" charset="0"/>
              </a:rPr>
              <a:t>Antinal</a:t>
            </a:r>
            <a:r>
              <a:rPr lang="en-US" sz="2400" dirty="0">
                <a:latin typeface="Calibri" panose="020F0502020204030204" pitchFamily="34" charset="0"/>
                <a:ea typeface="Calibri" panose="020F0502020204030204" pitchFamily="34" charset="0"/>
                <a:cs typeface="Calibri" panose="020F0502020204030204" pitchFamily="34" charset="0"/>
              </a:rPr>
              <a:t> (Amoun) and </a:t>
            </a:r>
            <a:r>
              <a:rPr lang="en-US" sz="2400" dirty="0" err="1">
                <a:latin typeface="Calibri" panose="020F0502020204030204" pitchFamily="34" charset="0"/>
                <a:ea typeface="Calibri" panose="020F0502020204030204" pitchFamily="34" charset="0"/>
                <a:cs typeface="Calibri" panose="020F0502020204030204" pitchFamily="34" charset="0"/>
              </a:rPr>
              <a:t>Contraloc</a:t>
            </a:r>
            <a:r>
              <a:rPr lang="en-US" sz="2400" dirty="0">
                <a:latin typeface="Calibri" panose="020F0502020204030204" pitchFamily="34" charset="0"/>
                <a:ea typeface="Calibri" panose="020F0502020204030204" pitchFamily="34" charset="0"/>
                <a:cs typeface="Calibri" panose="020F0502020204030204" pitchFamily="34" charset="0"/>
              </a:rPr>
              <a:t> (Acino).</a:t>
            </a:r>
          </a:p>
        </p:txBody>
      </p:sp>
    </p:spTree>
    <p:extLst>
      <p:ext uri="{BB962C8B-B14F-4D97-AF65-F5344CB8AC3E}">
        <p14:creationId xmlns:p14="http://schemas.microsoft.com/office/powerpoint/2010/main" val="14559641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B3FF01-9206-AF9E-9B23-D18D347CB867}"/>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946832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07">
          <a:extLst>
            <a:ext uri="{FF2B5EF4-FFF2-40B4-BE49-F238E27FC236}">
              <a16:creationId xmlns:a16="http://schemas.microsoft.com/office/drawing/2014/main" id="{3954BEF4-C85E-4C82-ABA5-C8EF977FFD61}"/>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F13FE42E-AED2-1066-BF1C-C807AEC2C4E8}"/>
              </a:ext>
            </a:extLst>
          </p:cNvPr>
          <p:cNvSpPr txBox="1"/>
          <p:nvPr/>
        </p:nvSpPr>
        <p:spPr>
          <a:xfrm>
            <a:off x="122319" y="255951"/>
            <a:ext cx="8899361" cy="4154984"/>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Nervous System Dashboard – InsightRx</a:t>
            </a:r>
          </a:p>
          <a:p>
            <a:r>
              <a:rPr lang="en-US" sz="2400" dirty="0">
                <a:latin typeface="Calibri" panose="020F0502020204030204" pitchFamily="34" charset="0"/>
                <a:ea typeface="Calibri" panose="020F0502020204030204" pitchFamily="34" charset="0"/>
                <a:cs typeface="Calibri" panose="020F0502020204030204" pitchFamily="34" charset="0"/>
              </a:rPr>
              <a:t>This dashboard covers the Nervous System therapeutic category, contributing 20.17% of total market units. It includes 122 corporations, 429 products, and 185 manufacturers, with a total value of $48.33bn and 1.02bn units. The ATC2 breakdown is dominated by Analgesics (729.22M units), followed by Anti-Epileptics (101.31M), </a:t>
            </a:r>
            <a:r>
              <a:rPr lang="en-US" sz="2400" dirty="0" err="1">
                <a:latin typeface="Calibri" panose="020F0502020204030204" pitchFamily="34" charset="0"/>
                <a:ea typeface="Calibri" panose="020F0502020204030204" pitchFamily="34" charset="0"/>
                <a:cs typeface="Calibri" panose="020F0502020204030204" pitchFamily="34" charset="0"/>
              </a:rPr>
              <a:t>Psychoanaleptics</a:t>
            </a:r>
            <a:r>
              <a:rPr lang="en-US" sz="2400" dirty="0">
                <a:latin typeface="Calibri" panose="020F0502020204030204" pitchFamily="34" charset="0"/>
                <a:ea typeface="Calibri" panose="020F0502020204030204" pitchFamily="34" charset="0"/>
                <a:cs typeface="Calibri" panose="020F0502020204030204" pitchFamily="34" charset="0"/>
              </a:rPr>
              <a:t> (97.62M), and </a:t>
            </a:r>
            <a:r>
              <a:rPr lang="en-US" sz="2400" dirty="0" err="1">
                <a:latin typeface="Calibri" panose="020F0502020204030204" pitchFamily="34" charset="0"/>
                <a:ea typeface="Calibri" panose="020F0502020204030204" pitchFamily="34" charset="0"/>
                <a:cs typeface="Calibri" panose="020F0502020204030204" pitchFamily="34" charset="0"/>
              </a:rPr>
              <a:t>Psycholeptics</a:t>
            </a:r>
            <a:r>
              <a:rPr lang="en-US" sz="2400" dirty="0">
                <a:latin typeface="Calibri" panose="020F0502020204030204" pitchFamily="34" charset="0"/>
                <a:ea typeface="Calibri" panose="020F0502020204030204" pitchFamily="34" charset="0"/>
                <a:cs typeface="Calibri" panose="020F0502020204030204" pitchFamily="34" charset="0"/>
              </a:rPr>
              <a:t> (88.96M). Market value grew sharply to $15.44bn in 2026. Oral solid forms lead dosage types at 0.637bn units. Top products include </a:t>
            </a:r>
            <a:r>
              <a:rPr lang="en-US" sz="2400" dirty="0" err="1">
                <a:latin typeface="Calibri" panose="020F0502020204030204" pitchFamily="34" charset="0"/>
                <a:ea typeface="Calibri" panose="020F0502020204030204" pitchFamily="34" charset="0"/>
                <a:cs typeface="Calibri" panose="020F0502020204030204" pitchFamily="34" charset="0"/>
              </a:rPr>
              <a:t>Cetal</a:t>
            </a:r>
            <a:r>
              <a:rPr lang="en-US" sz="2400" dirty="0">
                <a:latin typeface="Calibri" panose="020F0502020204030204" pitchFamily="34" charset="0"/>
                <a:ea typeface="Calibri" panose="020F0502020204030204" pitchFamily="34" charset="0"/>
                <a:cs typeface="Calibri" panose="020F0502020204030204" pitchFamily="34" charset="0"/>
              </a:rPr>
              <a:t> (EIPICO/ACDIMA) at #1 with ~161M units, followed by Panadol (</a:t>
            </a:r>
            <a:r>
              <a:rPr lang="en-US" sz="2400" dirty="0" err="1">
                <a:latin typeface="Calibri" panose="020F0502020204030204" pitchFamily="34" charset="0"/>
                <a:ea typeface="Calibri" panose="020F0502020204030204" pitchFamily="34" charset="0"/>
                <a:cs typeface="Calibri" panose="020F0502020204030204" pitchFamily="34" charset="0"/>
              </a:rPr>
              <a:t>Haleon</a:t>
            </a:r>
            <a:r>
              <a:rPr lang="en-US" sz="2400" dirty="0">
                <a:latin typeface="Calibri" panose="020F0502020204030204" pitchFamily="34" charset="0"/>
                <a:ea typeface="Calibri" panose="020F0502020204030204" pitchFamily="34" charset="0"/>
                <a:cs typeface="Calibri" panose="020F0502020204030204" pitchFamily="34" charset="0"/>
              </a:rPr>
              <a:t>) and </a:t>
            </a:r>
            <a:r>
              <a:rPr lang="en-US" sz="2400" dirty="0" err="1">
                <a:latin typeface="Calibri" panose="020F0502020204030204" pitchFamily="34" charset="0"/>
                <a:ea typeface="Calibri" panose="020F0502020204030204" pitchFamily="34" charset="0"/>
                <a:cs typeface="Calibri" panose="020F0502020204030204" pitchFamily="34" charset="0"/>
              </a:rPr>
              <a:t>Doliprane</a:t>
            </a:r>
            <a:r>
              <a:rPr lang="en-US" sz="2400" dirty="0">
                <a:latin typeface="Calibri" panose="020F0502020204030204" pitchFamily="34" charset="0"/>
                <a:ea typeface="Calibri" panose="020F0502020204030204" pitchFamily="34" charset="0"/>
                <a:cs typeface="Calibri" panose="020F0502020204030204" pitchFamily="34" charset="0"/>
              </a:rPr>
              <a:t> (Opella).Sonnet 4.6</a:t>
            </a:r>
          </a:p>
        </p:txBody>
      </p:sp>
    </p:spTree>
    <p:extLst>
      <p:ext uri="{BB962C8B-B14F-4D97-AF65-F5344CB8AC3E}">
        <p14:creationId xmlns:p14="http://schemas.microsoft.com/office/powerpoint/2010/main" val="5779690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FC9622-D6DD-8A04-A401-341E11F26BB7}"/>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33531395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07">
          <a:extLst>
            <a:ext uri="{FF2B5EF4-FFF2-40B4-BE49-F238E27FC236}">
              <a16:creationId xmlns:a16="http://schemas.microsoft.com/office/drawing/2014/main" id="{0F427C32-9EB3-8DD8-3D44-F0AB3273D28D}"/>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27E0B24C-27EE-00C0-03C1-6EC9FFDF684D}"/>
              </a:ext>
            </a:extLst>
          </p:cNvPr>
          <p:cNvSpPr txBox="1"/>
          <p:nvPr/>
        </p:nvSpPr>
        <p:spPr>
          <a:xfrm>
            <a:off x="158118" y="304800"/>
            <a:ext cx="8827764" cy="3785652"/>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Musculo-Skeletal System Dashboard – InsightRx</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This dashboard covers the Musculo-Skeletal System category, contributing 18.76% of total market units. It includes 266 corporations, 468 products, and 317 manufacturers, with a total value of $50.45bn and 951.58M units. The ATC2 breakdown is heavily dominated by Antirheumatic System products (903.04M units). Market value grew steadily to $15.30bn in 2026. Oral solid forms lead dosage types at 0.398bn units, followed by Parenteral (0.187bn). Top products include </a:t>
            </a:r>
            <a:r>
              <a:rPr lang="en-US" sz="2400" dirty="0" err="1">
                <a:latin typeface="Calibri" panose="020F0502020204030204" pitchFamily="34" charset="0"/>
                <a:ea typeface="Calibri" panose="020F0502020204030204" pitchFamily="34" charset="0"/>
                <a:cs typeface="Calibri" panose="020F0502020204030204" pitchFamily="34" charset="0"/>
              </a:rPr>
              <a:t>Brufen</a:t>
            </a:r>
            <a:r>
              <a:rPr lang="en-US" sz="2400" dirty="0">
                <a:latin typeface="Calibri" panose="020F0502020204030204" pitchFamily="34" charset="0"/>
                <a:ea typeface="Calibri" panose="020F0502020204030204" pitchFamily="34" charset="0"/>
                <a:cs typeface="Calibri" panose="020F0502020204030204" pitchFamily="34" charset="0"/>
              </a:rPr>
              <a:t> (Abbott) at #1 with ~124M units, followed by </a:t>
            </a:r>
            <a:r>
              <a:rPr lang="en-US" sz="2400" dirty="0" err="1">
                <a:latin typeface="Calibri" panose="020F0502020204030204" pitchFamily="34" charset="0"/>
                <a:ea typeface="Calibri" panose="020F0502020204030204" pitchFamily="34" charset="0"/>
                <a:cs typeface="Calibri" panose="020F0502020204030204" pitchFamily="34" charset="0"/>
              </a:rPr>
              <a:t>Cataflam</a:t>
            </a:r>
            <a:r>
              <a:rPr lang="en-US" sz="2400" dirty="0">
                <a:latin typeface="Calibri" panose="020F0502020204030204" pitchFamily="34" charset="0"/>
                <a:ea typeface="Calibri" panose="020F0502020204030204" pitchFamily="34" charset="0"/>
                <a:cs typeface="Calibri" panose="020F0502020204030204" pitchFamily="34" charset="0"/>
              </a:rPr>
              <a:t> and </a:t>
            </a:r>
            <a:r>
              <a:rPr lang="en-US" sz="2400" dirty="0" err="1">
                <a:latin typeface="Calibri" panose="020F0502020204030204" pitchFamily="34" charset="0"/>
                <a:ea typeface="Calibri" panose="020F0502020204030204" pitchFamily="34" charset="0"/>
                <a:cs typeface="Calibri" panose="020F0502020204030204" pitchFamily="34" charset="0"/>
              </a:rPr>
              <a:t>Voltaren</a:t>
            </a:r>
            <a:r>
              <a:rPr lang="en-US" sz="2400" dirty="0">
                <a:latin typeface="Calibri" panose="020F0502020204030204" pitchFamily="34" charset="0"/>
                <a:ea typeface="Calibri" panose="020F0502020204030204" pitchFamily="34" charset="0"/>
                <a:cs typeface="Calibri" panose="020F0502020204030204" pitchFamily="34" charset="0"/>
              </a:rPr>
              <a:t> (both Novartis).</a:t>
            </a:r>
          </a:p>
        </p:txBody>
      </p:sp>
    </p:spTree>
    <p:extLst>
      <p:ext uri="{BB962C8B-B14F-4D97-AF65-F5344CB8AC3E}">
        <p14:creationId xmlns:p14="http://schemas.microsoft.com/office/powerpoint/2010/main" val="903681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D447F5-4653-50F3-72D0-889EA763EB50}"/>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42714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07">
          <a:extLst>
            <a:ext uri="{FF2B5EF4-FFF2-40B4-BE49-F238E27FC236}">
              <a16:creationId xmlns:a16="http://schemas.microsoft.com/office/drawing/2014/main" id="{629AD446-EF37-D170-8820-8A71A5F379F7}"/>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F0D79412-5B7A-A05C-24A4-46D8875567D2}"/>
              </a:ext>
            </a:extLst>
          </p:cNvPr>
          <p:cNvSpPr txBox="1"/>
          <p:nvPr/>
        </p:nvSpPr>
        <p:spPr>
          <a:xfrm>
            <a:off x="141249" y="199451"/>
            <a:ext cx="8861502" cy="4832092"/>
          </a:xfrm>
          <a:prstGeom prst="rect">
            <a:avLst/>
          </a:prstGeom>
          <a:noFill/>
        </p:spPr>
        <p:txBody>
          <a:bodyPr wrap="square">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Respiratory System Dashboard – InsightRx</a:t>
            </a:r>
          </a:p>
          <a:p>
            <a:r>
              <a:rPr lang="en-US" sz="2800" dirty="0">
                <a:latin typeface="Calibri" panose="020F0502020204030204" pitchFamily="34" charset="0"/>
                <a:ea typeface="Calibri" panose="020F0502020204030204" pitchFamily="34" charset="0"/>
                <a:cs typeface="Calibri" panose="020F0502020204030204" pitchFamily="34" charset="0"/>
              </a:rPr>
              <a:t>This dashboard covers the Respiratory System category, contributing 14.01% of total market units. It includes 220 corporations, 360 products, and 250 manufacturers, with a total value of $25.23bn and 710.37M units. The ATC2 breakdown is split between Cough &amp; Cold Preparations (372.20M) and Antihistamines Systemic (338.17M). Market value grew strongly to $8.21bn in 2026. Oral liquid forms lead dosage types at 0.484bn units. Top products include </a:t>
            </a:r>
            <a:r>
              <a:rPr lang="en-US" sz="2800" dirty="0" err="1">
                <a:latin typeface="Calibri" panose="020F0502020204030204" pitchFamily="34" charset="0"/>
                <a:ea typeface="Calibri" panose="020F0502020204030204" pitchFamily="34" charset="0"/>
                <a:cs typeface="Calibri" panose="020F0502020204030204" pitchFamily="34" charset="0"/>
              </a:rPr>
              <a:t>Triactin</a:t>
            </a:r>
            <a:r>
              <a:rPr lang="en-US" sz="2800" dirty="0">
                <a:latin typeface="Calibri" panose="020F0502020204030204" pitchFamily="34" charset="0"/>
                <a:ea typeface="Calibri" panose="020F0502020204030204" pitchFamily="34" charset="0"/>
                <a:cs typeface="Calibri" panose="020F0502020204030204" pitchFamily="34" charset="0"/>
              </a:rPr>
              <a:t> (Kahira) at #1 with ~56M units, followed by </a:t>
            </a:r>
            <a:r>
              <a:rPr lang="en-US" sz="2800" dirty="0" err="1">
                <a:latin typeface="Calibri" panose="020F0502020204030204" pitchFamily="34" charset="0"/>
                <a:ea typeface="Calibri" panose="020F0502020204030204" pitchFamily="34" charset="0"/>
                <a:cs typeface="Calibri" panose="020F0502020204030204" pitchFamily="34" charset="0"/>
              </a:rPr>
              <a:t>Telfast</a:t>
            </a:r>
            <a:r>
              <a:rPr lang="en-US" sz="2800" dirty="0">
                <a:latin typeface="Calibri" panose="020F0502020204030204" pitchFamily="34" charset="0"/>
                <a:ea typeface="Calibri" panose="020F0502020204030204" pitchFamily="34" charset="0"/>
                <a:cs typeface="Calibri" panose="020F0502020204030204" pitchFamily="34" charset="0"/>
              </a:rPr>
              <a:t> (Opella) and All-Vent (Borg).</a:t>
            </a:r>
          </a:p>
        </p:txBody>
      </p:sp>
    </p:spTree>
    <p:extLst>
      <p:ext uri="{BB962C8B-B14F-4D97-AF65-F5344CB8AC3E}">
        <p14:creationId xmlns:p14="http://schemas.microsoft.com/office/powerpoint/2010/main" val="39604084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CB7852-666C-6BF8-DE24-6DA762288D95}"/>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748698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07">
          <a:extLst>
            <a:ext uri="{FF2B5EF4-FFF2-40B4-BE49-F238E27FC236}">
              <a16:creationId xmlns:a16="http://schemas.microsoft.com/office/drawing/2014/main" id="{D74537FE-7776-C75C-D5F1-992253FF5BDA}"/>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6F6F2852-7467-4BC2-D543-B690D773F567}"/>
              </a:ext>
            </a:extLst>
          </p:cNvPr>
          <p:cNvSpPr txBox="1"/>
          <p:nvPr/>
        </p:nvSpPr>
        <p:spPr>
          <a:xfrm>
            <a:off x="96644" y="247377"/>
            <a:ext cx="8824332" cy="4154984"/>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Cardiovascular System Dashboard – InsightRx</a:t>
            </a:r>
          </a:p>
          <a:p>
            <a:r>
              <a:rPr lang="en-US" sz="2400" dirty="0">
                <a:latin typeface="Calibri" panose="020F0502020204030204" pitchFamily="34" charset="0"/>
                <a:ea typeface="Calibri" panose="020F0502020204030204" pitchFamily="34" charset="0"/>
                <a:cs typeface="Calibri" panose="020F0502020204030204" pitchFamily="34" charset="0"/>
              </a:rPr>
              <a:t>This dashboard covers the Cardiovascular System category, contributing 10.58% of total market units. It includes 140 corporations, 338 products, and 178 manufacturers, with a total value of $45.01bn and 536.64M units. The ATC2 breakdown highlights Beta Blocking Agents (161.40M), Renin-Angiotensin System Agents (135.20M), Lipid-Regulating/Atheroma Products (133.18M), and Diuretics (52.00M). Market value grew sharply to $14.96bn in 2026. Oral solid forms dominate at 0.495bn units. Top products include Concor (Merck) at #1 with ~65M units, followed by Nevilob (</a:t>
            </a:r>
            <a:r>
              <a:rPr lang="en-US" sz="2400" dirty="0" err="1">
                <a:latin typeface="Calibri" panose="020F0502020204030204" pitchFamily="34" charset="0"/>
                <a:ea typeface="Calibri" panose="020F0502020204030204" pitchFamily="34" charset="0"/>
                <a:cs typeface="Calibri" panose="020F0502020204030204" pitchFamily="34" charset="0"/>
              </a:rPr>
              <a:t>Marcyrl</a:t>
            </a:r>
            <a:r>
              <a:rPr lang="en-US" sz="2400" dirty="0">
                <a:latin typeface="Calibri" panose="020F0502020204030204" pitchFamily="34" charset="0"/>
                <a:ea typeface="Calibri" panose="020F0502020204030204" pitchFamily="34" charset="0"/>
                <a:cs typeface="Calibri" panose="020F0502020204030204" pitchFamily="34" charset="0"/>
              </a:rPr>
              <a:t>) and Ator (EIPICO/ACDIMA).</a:t>
            </a:r>
          </a:p>
        </p:txBody>
      </p:sp>
    </p:spTree>
    <p:extLst>
      <p:ext uri="{BB962C8B-B14F-4D97-AF65-F5344CB8AC3E}">
        <p14:creationId xmlns:p14="http://schemas.microsoft.com/office/powerpoint/2010/main" val="23813871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9C65DF-83C9-C452-829D-D31C844FD0D2}"/>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15193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07">
          <a:extLst>
            <a:ext uri="{FF2B5EF4-FFF2-40B4-BE49-F238E27FC236}">
              <a16:creationId xmlns:a16="http://schemas.microsoft.com/office/drawing/2014/main" id="{76C1BF5D-C10F-FFB9-43E4-2AFE7241EDE8}"/>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E5410EE-6016-1F76-B45C-494204BC50D3}"/>
              </a:ext>
            </a:extLst>
          </p:cNvPr>
          <p:cNvSpPr txBox="1"/>
          <p:nvPr/>
        </p:nvSpPr>
        <p:spPr>
          <a:xfrm>
            <a:off x="152400" y="114423"/>
            <a:ext cx="8839199" cy="4154984"/>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Corporation Performance Dashboard – InsightRx</a:t>
            </a:r>
          </a:p>
          <a:p>
            <a:r>
              <a:rPr lang="en-US" sz="2400" dirty="0">
                <a:latin typeface="Calibri" panose="020F0502020204030204" pitchFamily="34" charset="0"/>
                <a:ea typeface="Calibri" panose="020F0502020204030204" pitchFamily="34" charset="0"/>
                <a:cs typeface="Calibri" panose="020F0502020204030204" pitchFamily="34" charset="0"/>
              </a:rPr>
              <a:t>This dashboard evaluates performance across 797 corporations and 3,190 products. Novartis leads as market leader, while Egypt Pharm is flagged as underperforming and </a:t>
            </a:r>
            <a:r>
              <a:rPr lang="en-US" sz="2400" dirty="0" err="1">
                <a:latin typeface="Calibri" panose="020F0502020204030204" pitchFamily="34" charset="0"/>
                <a:ea typeface="Calibri" panose="020F0502020204030204" pitchFamily="34" charset="0"/>
                <a:cs typeface="Calibri" panose="020F0502020204030204" pitchFamily="34" charset="0"/>
              </a:rPr>
              <a:t>Stada</a:t>
            </a:r>
            <a:r>
              <a:rPr lang="en-US" sz="2400" dirty="0">
                <a:latin typeface="Calibri" panose="020F0502020204030204" pitchFamily="34" charset="0"/>
                <a:ea typeface="Calibri" panose="020F0502020204030204" pitchFamily="34" charset="0"/>
                <a:cs typeface="Calibri" panose="020F0502020204030204" pitchFamily="34" charset="0"/>
              </a:rPr>
              <a:t> is the fastest growing corporation with a remarkable 2,957.86% growth. Overall market CAGR stands at 1.14%, with total value reaching $111bn in 2026. Top corporations by units are </a:t>
            </a:r>
            <a:r>
              <a:rPr lang="en-US" sz="2400" dirty="0" err="1">
                <a:latin typeface="Calibri" panose="020F0502020204030204" pitchFamily="34" charset="0"/>
                <a:ea typeface="Calibri" panose="020F0502020204030204" pitchFamily="34" charset="0"/>
                <a:cs typeface="Calibri" panose="020F0502020204030204" pitchFamily="34" charset="0"/>
              </a:rPr>
              <a:t>Pharco</a:t>
            </a:r>
            <a:r>
              <a:rPr lang="en-US" sz="2400" dirty="0">
                <a:latin typeface="Calibri" panose="020F0502020204030204" pitchFamily="34" charset="0"/>
                <a:ea typeface="Calibri" panose="020F0502020204030204" pitchFamily="34" charset="0"/>
                <a:cs typeface="Calibri" panose="020F0502020204030204" pitchFamily="34" charset="0"/>
              </a:rPr>
              <a:t> (0.32bn), Amoun (0.30bn), and Novartis (0.27bn). The top 5 market share is led by Novartis (27%), followed by Aug Pharma (21%), Amoun (18%), Apex Pharma (18%), and </a:t>
            </a:r>
            <a:r>
              <a:rPr lang="en-US" sz="2400" dirty="0" err="1">
                <a:latin typeface="Calibri" panose="020F0502020204030204" pitchFamily="34" charset="0"/>
                <a:ea typeface="Calibri" panose="020F0502020204030204" pitchFamily="34" charset="0"/>
                <a:cs typeface="Calibri" panose="020F0502020204030204" pitchFamily="34" charset="0"/>
              </a:rPr>
              <a:t>Marcyrl</a:t>
            </a:r>
            <a:r>
              <a:rPr lang="en-US" sz="2400" dirty="0">
                <a:latin typeface="Calibri" panose="020F0502020204030204" pitchFamily="34" charset="0"/>
                <a:ea typeface="Calibri" panose="020F0502020204030204" pitchFamily="34" charset="0"/>
                <a:cs typeface="Calibri" panose="020F0502020204030204" pitchFamily="34" charset="0"/>
              </a:rPr>
              <a:t> (17%). Key contributors to value growth include Aug Pharma, Novartis, and Utopia.</a:t>
            </a:r>
          </a:p>
        </p:txBody>
      </p:sp>
    </p:spTree>
    <p:extLst>
      <p:ext uri="{BB962C8B-B14F-4D97-AF65-F5344CB8AC3E}">
        <p14:creationId xmlns:p14="http://schemas.microsoft.com/office/powerpoint/2010/main" val="250118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E9954D-A713-663F-3930-67F80038A940}"/>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9470981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07">
          <a:extLst>
            <a:ext uri="{FF2B5EF4-FFF2-40B4-BE49-F238E27FC236}">
              <a16:creationId xmlns:a16="http://schemas.microsoft.com/office/drawing/2014/main" id="{B4A8EEB3-2ADF-5C01-0690-53F19A926C6B}"/>
            </a:ext>
          </a:extLst>
        </p:cNvPr>
        <p:cNvGrpSpPr/>
        <p:nvPr/>
      </p:nvGrpSpPr>
      <p:grpSpPr>
        <a:xfrm>
          <a:off x="0" y="0"/>
          <a:ext cx="0" cy="0"/>
          <a:chOff x="0" y="0"/>
          <a:chExt cx="0" cy="0"/>
        </a:xfrm>
      </p:grpSpPr>
      <p:sp>
        <p:nvSpPr>
          <p:cNvPr id="34" name="TextBox 33">
            <a:extLst>
              <a:ext uri="{FF2B5EF4-FFF2-40B4-BE49-F238E27FC236}">
                <a16:creationId xmlns:a16="http://schemas.microsoft.com/office/drawing/2014/main" id="{CC1E9205-5625-82D1-2C9C-1120ACBED6D8}"/>
              </a:ext>
            </a:extLst>
          </p:cNvPr>
          <p:cNvSpPr txBox="1"/>
          <p:nvPr/>
        </p:nvSpPr>
        <p:spPr>
          <a:xfrm>
            <a:off x="111512" y="226404"/>
            <a:ext cx="8920976" cy="3785652"/>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Product Performance Dashboard – InsightRx</a:t>
            </a:r>
          </a:p>
          <a:p>
            <a:r>
              <a:rPr lang="en-US" sz="2400" dirty="0">
                <a:latin typeface="Calibri" panose="020F0502020204030204" pitchFamily="34" charset="0"/>
                <a:ea typeface="Calibri" panose="020F0502020204030204" pitchFamily="34" charset="0"/>
                <a:cs typeface="Calibri" panose="020F0502020204030204" pitchFamily="34" charset="0"/>
              </a:rPr>
              <a:t>This dashboard analyzes 3,190 products with an average retail price of $213.67. </a:t>
            </a:r>
            <a:r>
              <a:rPr lang="en-US" sz="2400" dirty="0" err="1">
                <a:latin typeface="Calibri" panose="020F0502020204030204" pitchFamily="34" charset="0"/>
                <a:ea typeface="Calibri" panose="020F0502020204030204" pitchFamily="34" charset="0"/>
                <a:cs typeface="Calibri" panose="020F0502020204030204" pitchFamily="34" charset="0"/>
              </a:rPr>
              <a:t>Trigastcare</a:t>
            </a:r>
            <a:r>
              <a:rPr lang="en-US" sz="2400" dirty="0">
                <a:latin typeface="Calibri" panose="020F0502020204030204" pitchFamily="34" charset="0"/>
                <a:ea typeface="Calibri" panose="020F0502020204030204" pitchFamily="34" charset="0"/>
                <a:cs typeface="Calibri" panose="020F0502020204030204" pitchFamily="34" charset="0"/>
              </a:rPr>
              <a:t> is the fastest growing product, </a:t>
            </a:r>
            <a:r>
              <a:rPr lang="en-US" sz="2400" dirty="0" err="1">
                <a:latin typeface="Calibri" panose="020F0502020204030204" pitchFamily="34" charset="0"/>
                <a:ea typeface="Calibri" panose="020F0502020204030204" pitchFamily="34" charset="0"/>
                <a:cs typeface="Calibri" panose="020F0502020204030204" pitchFamily="34" charset="0"/>
              </a:rPr>
              <a:t>Zurcal</a:t>
            </a:r>
            <a:r>
              <a:rPr lang="en-US" sz="2400" dirty="0">
                <a:latin typeface="Calibri" panose="020F0502020204030204" pitchFamily="34" charset="0"/>
                <a:ea typeface="Calibri" panose="020F0502020204030204" pitchFamily="34" charset="0"/>
                <a:cs typeface="Calibri" panose="020F0502020204030204" pitchFamily="34" charset="0"/>
              </a:rPr>
              <a:t> is the top product by value, and Erythromycin </a:t>
            </a:r>
            <a:r>
              <a:rPr lang="en-US" sz="2400" dirty="0" err="1">
                <a:latin typeface="Calibri" panose="020F0502020204030204" pitchFamily="34" charset="0"/>
                <a:ea typeface="Calibri" panose="020F0502020204030204" pitchFamily="34" charset="0"/>
                <a:cs typeface="Calibri" panose="020F0502020204030204" pitchFamily="34" charset="0"/>
              </a:rPr>
              <a:t>Pharc</a:t>
            </a:r>
            <a:r>
              <a:rPr lang="en-US" sz="2400" dirty="0">
                <a:latin typeface="Calibri" panose="020F0502020204030204" pitchFamily="34" charset="0"/>
                <a:ea typeface="Calibri" panose="020F0502020204030204" pitchFamily="34" charset="0"/>
                <a:cs typeface="Calibri" panose="020F0502020204030204" pitchFamily="34" charset="0"/>
              </a:rPr>
              <a:t> ranks lowest. </a:t>
            </a:r>
            <a:r>
              <a:rPr lang="en-US" sz="2400" dirty="0" err="1">
                <a:latin typeface="Calibri" panose="020F0502020204030204" pitchFamily="34" charset="0"/>
                <a:ea typeface="Calibri" panose="020F0502020204030204" pitchFamily="34" charset="0"/>
                <a:cs typeface="Calibri" panose="020F0502020204030204" pitchFamily="34" charset="0"/>
              </a:rPr>
              <a:t>Zurcal</a:t>
            </a:r>
            <a:r>
              <a:rPr lang="en-US" sz="2400" dirty="0">
                <a:latin typeface="Calibri" panose="020F0502020204030204" pitchFamily="34" charset="0"/>
                <a:ea typeface="Calibri" panose="020F0502020204030204" pitchFamily="34" charset="0"/>
                <a:cs typeface="Calibri" panose="020F0502020204030204" pitchFamily="34" charset="0"/>
              </a:rPr>
              <a:t> leads dominance at 100%, followed by </a:t>
            </a:r>
            <a:r>
              <a:rPr lang="en-US" sz="2400" dirty="0" err="1">
                <a:latin typeface="Calibri" panose="020F0502020204030204" pitchFamily="34" charset="0"/>
                <a:ea typeface="Calibri" panose="020F0502020204030204" pitchFamily="34" charset="0"/>
                <a:cs typeface="Calibri" panose="020F0502020204030204" pitchFamily="34" charset="0"/>
              </a:rPr>
              <a:t>Controloc</a:t>
            </a:r>
            <a:r>
              <a:rPr lang="en-US" sz="2400" dirty="0">
                <a:latin typeface="Calibri" panose="020F0502020204030204" pitchFamily="34" charset="0"/>
                <a:ea typeface="Calibri" panose="020F0502020204030204" pitchFamily="34" charset="0"/>
                <a:cs typeface="Calibri" panose="020F0502020204030204" pitchFamily="34" charset="0"/>
              </a:rPr>
              <a:t> (82.14%), Panadol (77.57%), and </a:t>
            </a:r>
            <a:r>
              <a:rPr lang="en-US" sz="2400" dirty="0" err="1">
                <a:latin typeface="Calibri" panose="020F0502020204030204" pitchFamily="34" charset="0"/>
                <a:ea typeface="Calibri" panose="020F0502020204030204" pitchFamily="34" charset="0"/>
                <a:cs typeface="Calibri" panose="020F0502020204030204" pitchFamily="34" charset="0"/>
              </a:rPr>
              <a:t>Brufen</a:t>
            </a:r>
            <a:r>
              <a:rPr lang="en-US" sz="2400" dirty="0">
                <a:latin typeface="Calibri" panose="020F0502020204030204" pitchFamily="34" charset="0"/>
                <a:ea typeface="Calibri" panose="020F0502020204030204" pitchFamily="34" charset="0"/>
                <a:cs typeface="Calibri" panose="020F0502020204030204" pitchFamily="34" charset="0"/>
              </a:rPr>
              <a:t> (67.3%). By value, the top products are </a:t>
            </a:r>
            <a:r>
              <a:rPr lang="en-US" sz="2400" dirty="0" err="1">
                <a:latin typeface="Calibri" panose="020F0502020204030204" pitchFamily="34" charset="0"/>
                <a:ea typeface="Calibri" panose="020F0502020204030204" pitchFamily="34" charset="0"/>
                <a:cs typeface="Calibri" panose="020F0502020204030204" pitchFamily="34" charset="0"/>
              </a:rPr>
              <a:t>Zurcal</a:t>
            </a:r>
            <a:r>
              <a:rPr lang="en-US" sz="2400" dirty="0">
                <a:latin typeface="Calibri" panose="020F0502020204030204" pitchFamily="34" charset="0"/>
                <a:ea typeface="Calibri" panose="020F0502020204030204" pitchFamily="34" charset="0"/>
                <a:cs typeface="Calibri" panose="020F0502020204030204" pitchFamily="34" charset="0"/>
              </a:rPr>
              <a:t> ($7.9bn), </a:t>
            </a:r>
            <a:r>
              <a:rPr lang="en-US" sz="2400" dirty="0" err="1">
                <a:latin typeface="Calibri" panose="020F0502020204030204" pitchFamily="34" charset="0"/>
                <a:ea typeface="Calibri" panose="020F0502020204030204" pitchFamily="34" charset="0"/>
                <a:cs typeface="Calibri" panose="020F0502020204030204" pitchFamily="34" charset="0"/>
              </a:rPr>
              <a:t>Controloc</a:t>
            </a:r>
            <a:r>
              <a:rPr lang="en-US" sz="2400" dirty="0">
                <a:latin typeface="Calibri" panose="020F0502020204030204" pitchFamily="34" charset="0"/>
                <a:ea typeface="Calibri" panose="020F0502020204030204" pitchFamily="34" charset="0"/>
                <a:cs typeface="Calibri" panose="020F0502020204030204" pitchFamily="34" charset="0"/>
              </a:rPr>
              <a:t> ($6.4bn), and Panadol ($6.1bn). The product lifecycle shows 44.29% in Maturity, 30.21% in Decline, 19.84% in Growth, and 5.65% in Launch stage. Top performers by growth include </a:t>
            </a:r>
            <a:r>
              <a:rPr lang="en-US" sz="2400" dirty="0" err="1">
                <a:latin typeface="Calibri" panose="020F0502020204030204" pitchFamily="34" charset="0"/>
                <a:ea typeface="Calibri" panose="020F0502020204030204" pitchFamily="34" charset="0"/>
                <a:cs typeface="Calibri" panose="020F0502020204030204" pitchFamily="34" charset="0"/>
              </a:rPr>
              <a:t>Zurcal</a:t>
            </a:r>
            <a:r>
              <a:rPr lang="en-US" sz="2400" dirty="0">
                <a:latin typeface="Calibri" panose="020F0502020204030204" pitchFamily="34" charset="0"/>
                <a:ea typeface="Calibri" panose="020F0502020204030204" pitchFamily="34" charset="0"/>
                <a:cs typeface="Calibri" panose="020F0502020204030204" pitchFamily="34" charset="0"/>
              </a:rPr>
              <a:t> (60.73%), </a:t>
            </a:r>
            <a:r>
              <a:rPr lang="en-US" sz="2400" dirty="0" err="1">
                <a:latin typeface="Calibri" panose="020F0502020204030204" pitchFamily="34" charset="0"/>
                <a:ea typeface="Calibri" panose="020F0502020204030204" pitchFamily="34" charset="0"/>
                <a:cs typeface="Calibri" panose="020F0502020204030204" pitchFamily="34" charset="0"/>
              </a:rPr>
              <a:t>Controloc</a:t>
            </a:r>
            <a:r>
              <a:rPr lang="en-US" sz="2400" dirty="0">
                <a:latin typeface="Calibri" panose="020F0502020204030204" pitchFamily="34" charset="0"/>
                <a:ea typeface="Calibri" panose="020F0502020204030204" pitchFamily="34" charset="0"/>
                <a:cs typeface="Calibri" panose="020F0502020204030204" pitchFamily="34" charset="0"/>
              </a:rPr>
              <a:t> (40.88%), and Panadol (45.54%).</a:t>
            </a:r>
          </a:p>
        </p:txBody>
      </p:sp>
    </p:spTree>
    <p:extLst>
      <p:ext uri="{BB962C8B-B14F-4D97-AF65-F5344CB8AC3E}">
        <p14:creationId xmlns:p14="http://schemas.microsoft.com/office/powerpoint/2010/main" val="37298253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F52CBE-5846-3F24-0E53-5CD1380DAE4C}"/>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27710016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07">
          <a:extLst>
            <a:ext uri="{FF2B5EF4-FFF2-40B4-BE49-F238E27FC236}">
              <a16:creationId xmlns:a16="http://schemas.microsoft.com/office/drawing/2014/main" id="{320D551F-18F3-3742-98F9-1FCD7086144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2C21D1F-8A95-F162-8861-3C68A2290031}"/>
              </a:ext>
            </a:extLst>
          </p:cNvPr>
          <p:cNvSpPr txBox="1"/>
          <p:nvPr/>
        </p:nvSpPr>
        <p:spPr>
          <a:xfrm>
            <a:off x="167268" y="273504"/>
            <a:ext cx="8913542" cy="3785652"/>
          </a:xfrm>
          <a:prstGeom prst="rect">
            <a:avLst/>
          </a:prstGeom>
          <a:noFill/>
        </p:spPr>
        <p:txBody>
          <a:bodyPr wrap="square">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Manufacturer Performance Dashboard – InsightRx</a:t>
            </a:r>
          </a:p>
          <a:p>
            <a:r>
              <a:rPr lang="en-US" sz="2400" dirty="0">
                <a:latin typeface="Calibri" panose="020F0502020204030204" pitchFamily="34" charset="0"/>
                <a:ea typeface="Calibri" panose="020F0502020204030204" pitchFamily="34" charset="0"/>
                <a:cs typeface="Calibri" panose="020F0502020204030204" pitchFamily="34" charset="0"/>
              </a:rPr>
              <a:t>This dashboard covers 1,164 manufacturers with a total market value of $330.90bn and 5.07bn units. Aug Pharma is the largest manufacturer with a 4.47% market share. Top manufacturers by product count are </a:t>
            </a:r>
            <a:r>
              <a:rPr lang="en-US" sz="2400" dirty="0" err="1">
                <a:latin typeface="Calibri" panose="020F0502020204030204" pitchFamily="34" charset="0"/>
                <a:ea typeface="Calibri" panose="020F0502020204030204" pitchFamily="34" charset="0"/>
                <a:cs typeface="Calibri" panose="020F0502020204030204" pitchFamily="34" charset="0"/>
              </a:rPr>
              <a:t>Marcyrl</a:t>
            </a:r>
            <a:r>
              <a:rPr lang="en-US" sz="2400" dirty="0">
                <a:latin typeface="Calibri" panose="020F0502020204030204" pitchFamily="34" charset="0"/>
                <a:ea typeface="Calibri" panose="020F0502020204030204" pitchFamily="34" charset="0"/>
                <a:cs typeface="Calibri" panose="020F0502020204030204" pitchFamily="34" charset="0"/>
              </a:rPr>
              <a:t> (56), Eva Pharma (54), Mash (47), and Global Napi (46). By units, Amoun </a:t>
            </a:r>
            <a:r>
              <a:rPr lang="en-US" sz="2400" dirty="0" err="1">
                <a:latin typeface="Calibri" panose="020F0502020204030204" pitchFamily="34" charset="0"/>
                <a:ea typeface="Calibri" panose="020F0502020204030204" pitchFamily="34" charset="0"/>
                <a:cs typeface="Calibri" panose="020F0502020204030204" pitchFamily="34" charset="0"/>
              </a:rPr>
              <a:t>Pharm.Co</a:t>
            </a:r>
            <a:r>
              <a:rPr lang="en-US" sz="2400" dirty="0">
                <a:latin typeface="Calibri" panose="020F0502020204030204" pitchFamily="34" charset="0"/>
                <a:ea typeface="Calibri" panose="020F0502020204030204" pitchFamily="34" charset="0"/>
                <a:cs typeface="Calibri" panose="020F0502020204030204" pitchFamily="34" charset="0"/>
              </a:rPr>
              <a:t>. (0.30bn) leads, followed by EIPICO (0.26bn) and Sanofi Opella (0.25bn). Oral solid forms dominate dosage output at 0.69bn units. Key growth drivers include Aug Pharma, </a:t>
            </a:r>
            <a:r>
              <a:rPr lang="en-US" sz="2400" dirty="0" err="1">
                <a:latin typeface="Calibri" panose="020F0502020204030204" pitchFamily="34" charset="0"/>
                <a:ea typeface="Calibri" panose="020F0502020204030204" pitchFamily="34" charset="0"/>
                <a:cs typeface="Calibri" panose="020F0502020204030204" pitchFamily="34" charset="0"/>
              </a:rPr>
              <a:t>Marcyrl</a:t>
            </a:r>
            <a:r>
              <a:rPr lang="en-US" sz="2400" dirty="0">
                <a:latin typeface="Calibri" panose="020F0502020204030204" pitchFamily="34" charset="0"/>
                <a:ea typeface="Calibri" panose="020F0502020204030204" pitchFamily="34" charset="0"/>
                <a:cs typeface="Calibri" panose="020F0502020204030204" pitchFamily="34" charset="0"/>
              </a:rPr>
              <a:t>, Apex Pharma, and Amoun, collectively contributing to a $31bn total growth figure.</a:t>
            </a:r>
          </a:p>
        </p:txBody>
      </p:sp>
    </p:spTree>
    <p:extLst>
      <p:ext uri="{BB962C8B-B14F-4D97-AF65-F5344CB8AC3E}">
        <p14:creationId xmlns:p14="http://schemas.microsoft.com/office/powerpoint/2010/main" val="39203136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A47CF-8EEC-91C7-35F1-E01F69574558}"/>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1930EB7E-E558-3DB7-CC27-B7EFFB620091}"/>
              </a:ext>
            </a:extLst>
          </p:cNvPr>
          <p:cNvSpPr>
            <a:spLocks noGrp="1"/>
          </p:cNvSpPr>
          <p:nvPr>
            <p:ph type="subTitle" idx="1"/>
          </p:nvPr>
        </p:nvSpPr>
        <p:spPr>
          <a:xfrm flipH="1">
            <a:off x="2126840" y="1614356"/>
            <a:ext cx="4713900" cy="1095300"/>
          </a:xfrm>
        </p:spPr>
        <p:txBody>
          <a:bodyPr/>
          <a:lstStyle/>
          <a:p>
            <a:r>
              <a:rPr lang="en-US" sz="2400" b="1" dirty="0"/>
              <a:t>Tableau Dashboard</a:t>
            </a:r>
          </a:p>
        </p:txBody>
      </p:sp>
      <p:pic>
        <p:nvPicPr>
          <p:cNvPr id="7" name="Picture 6">
            <a:extLst>
              <a:ext uri="{FF2B5EF4-FFF2-40B4-BE49-F238E27FC236}">
                <a16:creationId xmlns:a16="http://schemas.microsoft.com/office/drawing/2014/main" id="{4BC2D54C-B214-2725-65E9-80F2D798CB66}"/>
              </a:ext>
            </a:extLst>
          </p:cNvPr>
          <p:cNvPicPr>
            <a:picLocks noChangeAspect="1"/>
          </p:cNvPicPr>
          <p:nvPr/>
        </p:nvPicPr>
        <p:blipFill>
          <a:blip r:embed="rId2"/>
          <a:stretch/>
        </p:blipFill>
        <p:spPr>
          <a:xfrm>
            <a:off x="2988527" y="2162006"/>
            <a:ext cx="2877014" cy="1600200"/>
          </a:xfrm>
          <a:prstGeom prst="rect">
            <a:avLst/>
          </a:prstGeom>
        </p:spPr>
      </p:pic>
    </p:spTree>
    <p:extLst>
      <p:ext uri="{BB962C8B-B14F-4D97-AF65-F5344CB8AC3E}">
        <p14:creationId xmlns:p14="http://schemas.microsoft.com/office/powerpoint/2010/main" val="28225675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F193E0-9A03-0FC5-7655-99E741B729EB}"/>
              </a:ext>
            </a:extLst>
          </p:cNvPr>
          <p:cNvPicPr>
            <a:picLocks noChangeAspect="1"/>
          </p:cNvPicPr>
          <p:nvPr/>
        </p:nvPicPr>
        <p:blipFill>
          <a:blip r:embed="rId2"/>
          <a:stretch>
            <a:fillRect/>
          </a:stretch>
        </p:blipFill>
        <p:spPr>
          <a:xfrm>
            <a:off x="59472" y="506268"/>
            <a:ext cx="8987883" cy="4526649"/>
          </a:xfrm>
          <a:prstGeom prst="rect">
            <a:avLst/>
          </a:prstGeom>
        </p:spPr>
      </p:pic>
      <p:sp>
        <p:nvSpPr>
          <p:cNvPr id="4" name="Google Shape;1108;p46">
            <a:extLst>
              <a:ext uri="{FF2B5EF4-FFF2-40B4-BE49-F238E27FC236}">
                <a16:creationId xmlns:a16="http://schemas.microsoft.com/office/drawing/2014/main" id="{0B7A6250-E691-3F33-0F5F-CBFA09702D5E}"/>
              </a:ext>
            </a:extLst>
          </p:cNvPr>
          <p:cNvSpPr txBox="1">
            <a:spLocks/>
          </p:cNvSpPr>
          <p:nvPr/>
        </p:nvSpPr>
        <p:spPr>
          <a:xfrm>
            <a:off x="1447800" y="23813"/>
            <a:ext cx="7696200" cy="5730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chivo Black"/>
              <a:buNone/>
              <a:defRPr sz="28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dirty="0"/>
              <a:t>Market Overview</a:t>
            </a:r>
          </a:p>
        </p:txBody>
      </p:sp>
      <p:grpSp>
        <p:nvGrpSpPr>
          <p:cNvPr id="5" name="Google Shape;1187;p46">
            <a:extLst>
              <a:ext uri="{FF2B5EF4-FFF2-40B4-BE49-F238E27FC236}">
                <a16:creationId xmlns:a16="http://schemas.microsoft.com/office/drawing/2014/main" id="{BD2EC742-5E6E-1AD8-1764-11641D86969A}"/>
              </a:ext>
            </a:extLst>
          </p:cNvPr>
          <p:cNvGrpSpPr/>
          <p:nvPr/>
        </p:nvGrpSpPr>
        <p:grpSpPr>
          <a:xfrm>
            <a:off x="2693726" y="110583"/>
            <a:ext cx="560568" cy="328032"/>
            <a:chOff x="1652959" y="3049601"/>
            <a:chExt cx="560568" cy="523891"/>
          </a:xfrm>
        </p:grpSpPr>
        <p:sp>
          <p:nvSpPr>
            <p:cNvPr id="6" name="Google Shape;1188;p46">
              <a:extLst>
                <a:ext uri="{FF2B5EF4-FFF2-40B4-BE49-F238E27FC236}">
                  <a16:creationId xmlns:a16="http://schemas.microsoft.com/office/drawing/2014/main" id="{88F41D74-FCBD-3C0A-A664-DA3AD84217BD}"/>
                </a:ext>
              </a:extLst>
            </p:cNvPr>
            <p:cNvSpPr/>
            <p:nvPr/>
          </p:nvSpPr>
          <p:spPr>
            <a:xfrm>
              <a:off x="1652959" y="3159039"/>
              <a:ext cx="560568" cy="414453"/>
            </a:xfrm>
            <a:custGeom>
              <a:avLst/>
              <a:gdLst/>
              <a:ahLst/>
              <a:cxnLst/>
              <a:rect l="l" t="t" r="r" b="b"/>
              <a:pathLst>
                <a:path w="13476" h="9964" extrusionOk="0">
                  <a:moveTo>
                    <a:pt x="1024" y="1"/>
                  </a:moveTo>
                  <a:cubicBezTo>
                    <a:pt x="459" y="1"/>
                    <a:pt x="0" y="451"/>
                    <a:pt x="0" y="1015"/>
                  </a:cubicBezTo>
                  <a:lnTo>
                    <a:pt x="0" y="8949"/>
                  </a:lnTo>
                  <a:cubicBezTo>
                    <a:pt x="0" y="9514"/>
                    <a:pt x="459" y="9964"/>
                    <a:pt x="1024" y="9964"/>
                  </a:cubicBezTo>
                  <a:lnTo>
                    <a:pt x="12461" y="9964"/>
                  </a:lnTo>
                  <a:cubicBezTo>
                    <a:pt x="13025" y="9964"/>
                    <a:pt x="13475" y="9514"/>
                    <a:pt x="13475" y="8949"/>
                  </a:cubicBezTo>
                  <a:lnTo>
                    <a:pt x="13475" y="1015"/>
                  </a:lnTo>
                  <a:cubicBezTo>
                    <a:pt x="13475" y="451"/>
                    <a:pt x="13025" y="1"/>
                    <a:pt x="12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89;p46">
              <a:extLst>
                <a:ext uri="{FF2B5EF4-FFF2-40B4-BE49-F238E27FC236}">
                  <a16:creationId xmlns:a16="http://schemas.microsoft.com/office/drawing/2014/main" id="{F6270597-2BD2-3E43-F0C1-7FFBD162DE6C}"/>
                </a:ext>
              </a:extLst>
            </p:cNvPr>
            <p:cNvSpPr/>
            <p:nvPr/>
          </p:nvSpPr>
          <p:spPr>
            <a:xfrm>
              <a:off x="1652959" y="3159039"/>
              <a:ext cx="280284" cy="414453"/>
            </a:xfrm>
            <a:custGeom>
              <a:avLst/>
              <a:gdLst/>
              <a:ahLst/>
              <a:cxnLst/>
              <a:rect l="l" t="t" r="r" b="b"/>
              <a:pathLst>
                <a:path w="6738" h="9964" extrusionOk="0">
                  <a:moveTo>
                    <a:pt x="995" y="1"/>
                  </a:moveTo>
                  <a:cubicBezTo>
                    <a:pt x="440" y="1"/>
                    <a:pt x="0" y="460"/>
                    <a:pt x="0" y="1015"/>
                  </a:cubicBezTo>
                  <a:lnTo>
                    <a:pt x="0" y="8949"/>
                  </a:lnTo>
                  <a:cubicBezTo>
                    <a:pt x="0" y="9504"/>
                    <a:pt x="440" y="9964"/>
                    <a:pt x="995" y="9964"/>
                  </a:cubicBezTo>
                  <a:lnTo>
                    <a:pt x="6738" y="9964"/>
                  </a:lnTo>
                  <a:lnTo>
                    <a:pt x="6738"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90;p46">
              <a:extLst>
                <a:ext uri="{FF2B5EF4-FFF2-40B4-BE49-F238E27FC236}">
                  <a16:creationId xmlns:a16="http://schemas.microsoft.com/office/drawing/2014/main" id="{01676496-30D1-5632-90FB-71BBC953E75E}"/>
                </a:ext>
              </a:extLst>
            </p:cNvPr>
            <p:cNvSpPr/>
            <p:nvPr/>
          </p:nvSpPr>
          <p:spPr>
            <a:xfrm>
              <a:off x="1701504" y="3207623"/>
              <a:ext cx="463854" cy="317703"/>
            </a:xfrm>
            <a:custGeom>
              <a:avLst/>
              <a:gdLst/>
              <a:ahLst/>
              <a:cxnLst/>
              <a:rect l="l" t="t" r="r" b="b"/>
              <a:pathLst>
                <a:path w="11151" h="7638" extrusionOk="0">
                  <a:moveTo>
                    <a:pt x="278" y="1"/>
                  </a:moveTo>
                  <a:cubicBezTo>
                    <a:pt x="125" y="1"/>
                    <a:pt x="10" y="115"/>
                    <a:pt x="10" y="269"/>
                  </a:cubicBezTo>
                  <a:lnTo>
                    <a:pt x="10" y="7360"/>
                  </a:lnTo>
                  <a:cubicBezTo>
                    <a:pt x="1" y="7513"/>
                    <a:pt x="125" y="7628"/>
                    <a:pt x="278" y="7638"/>
                  </a:cubicBezTo>
                  <a:lnTo>
                    <a:pt x="10873" y="7638"/>
                  </a:lnTo>
                  <a:cubicBezTo>
                    <a:pt x="11026" y="7638"/>
                    <a:pt x="11150" y="7513"/>
                    <a:pt x="11141" y="7360"/>
                  </a:cubicBezTo>
                  <a:lnTo>
                    <a:pt x="11141" y="269"/>
                  </a:lnTo>
                  <a:cubicBezTo>
                    <a:pt x="11141" y="115"/>
                    <a:pt x="11026" y="1"/>
                    <a:pt x="108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91;p46">
              <a:extLst>
                <a:ext uri="{FF2B5EF4-FFF2-40B4-BE49-F238E27FC236}">
                  <a16:creationId xmlns:a16="http://schemas.microsoft.com/office/drawing/2014/main" id="{885F7213-A3A5-B708-E745-BF5AD24E0916}"/>
                </a:ext>
              </a:extLst>
            </p:cNvPr>
            <p:cNvSpPr/>
            <p:nvPr/>
          </p:nvSpPr>
          <p:spPr>
            <a:xfrm>
              <a:off x="1701504" y="3207623"/>
              <a:ext cx="231740" cy="317328"/>
            </a:xfrm>
            <a:custGeom>
              <a:avLst/>
              <a:gdLst/>
              <a:ahLst/>
              <a:cxnLst/>
              <a:rect l="l" t="t" r="r" b="b"/>
              <a:pathLst>
                <a:path w="5571" h="7629" extrusionOk="0">
                  <a:moveTo>
                    <a:pt x="269" y="1"/>
                  </a:moveTo>
                  <a:cubicBezTo>
                    <a:pt x="125" y="1"/>
                    <a:pt x="1" y="125"/>
                    <a:pt x="10" y="269"/>
                  </a:cubicBezTo>
                  <a:lnTo>
                    <a:pt x="10" y="7360"/>
                  </a:lnTo>
                  <a:cubicBezTo>
                    <a:pt x="1" y="7504"/>
                    <a:pt x="125" y="7628"/>
                    <a:pt x="269" y="7628"/>
                  </a:cubicBezTo>
                  <a:lnTo>
                    <a:pt x="5571" y="7628"/>
                  </a:lnTo>
                  <a:lnTo>
                    <a:pt x="5571" y="1"/>
                  </a:lnTo>
                  <a:close/>
                </a:path>
              </a:pathLst>
            </a:custGeom>
            <a:solidFill>
              <a:srgbClr val="151F29">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92;p46">
              <a:extLst>
                <a:ext uri="{FF2B5EF4-FFF2-40B4-BE49-F238E27FC236}">
                  <a16:creationId xmlns:a16="http://schemas.microsoft.com/office/drawing/2014/main" id="{CD8D8121-ECC3-9937-EB1D-77C547E08DDF}"/>
                </a:ext>
              </a:extLst>
            </p:cNvPr>
            <p:cNvSpPr/>
            <p:nvPr/>
          </p:nvSpPr>
          <p:spPr>
            <a:xfrm>
              <a:off x="1823346" y="3049601"/>
              <a:ext cx="220176" cy="183559"/>
            </a:xfrm>
            <a:custGeom>
              <a:avLst/>
              <a:gdLst/>
              <a:ahLst/>
              <a:cxnLst/>
              <a:rect l="l" t="t" r="r" b="b"/>
              <a:pathLst>
                <a:path w="5293" h="4413" extrusionOk="0">
                  <a:moveTo>
                    <a:pt x="2249" y="0"/>
                  </a:moveTo>
                  <a:cubicBezTo>
                    <a:pt x="1646" y="0"/>
                    <a:pt x="1168" y="479"/>
                    <a:pt x="1168" y="1072"/>
                  </a:cubicBezTo>
                  <a:lnTo>
                    <a:pt x="1168" y="1579"/>
                  </a:lnTo>
                  <a:cubicBezTo>
                    <a:pt x="1168" y="1838"/>
                    <a:pt x="957" y="2048"/>
                    <a:pt x="699" y="2048"/>
                  </a:cubicBezTo>
                  <a:lnTo>
                    <a:pt x="498" y="2048"/>
                  </a:lnTo>
                  <a:cubicBezTo>
                    <a:pt x="220" y="2048"/>
                    <a:pt x="0" y="2268"/>
                    <a:pt x="0" y="2536"/>
                  </a:cubicBezTo>
                  <a:lnTo>
                    <a:pt x="0" y="3914"/>
                  </a:lnTo>
                  <a:cubicBezTo>
                    <a:pt x="0" y="4192"/>
                    <a:pt x="220" y="4412"/>
                    <a:pt x="498" y="4412"/>
                  </a:cubicBezTo>
                  <a:lnTo>
                    <a:pt x="4795" y="4412"/>
                  </a:lnTo>
                  <a:cubicBezTo>
                    <a:pt x="5072" y="4412"/>
                    <a:pt x="5293" y="4192"/>
                    <a:pt x="5293" y="3914"/>
                  </a:cubicBezTo>
                  <a:lnTo>
                    <a:pt x="5293" y="2536"/>
                  </a:lnTo>
                  <a:cubicBezTo>
                    <a:pt x="5293" y="2268"/>
                    <a:pt x="5072" y="2048"/>
                    <a:pt x="4795" y="2048"/>
                  </a:cubicBezTo>
                  <a:lnTo>
                    <a:pt x="4594" y="2048"/>
                  </a:lnTo>
                  <a:cubicBezTo>
                    <a:pt x="4336" y="2048"/>
                    <a:pt x="4125" y="1838"/>
                    <a:pt x="4125" y="1579"/>
                  </a:cubicBezTo>
                  <a:lnTo>
                    <a:pt x="4125" y="1072"/>
                  </a:lnTo>
                  <a:cubicBezTo>
                    <a:pt x="4125" y="479"/>
                    <a:pt x="3637" y="0"/>
                    <a:pt x="3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93;p46">
              <a:extLst>
                <a:ext uri="{FF2B5EF4-FFF2-40B4-BE49-F238E27FC236}">
                  <a16:creationId xmlns:a16="http://schemas.microsoft.com/office/drawing/2014/main" id="{54089CCD-76F0-36E2-AE12-EB2C44487E07}"/>
                </a:ext>
              </a:extLst>
            </p:cNvPr>
            <p:cNvSpPr/>
            <p:nvPr/>
          </p:nvSpPr>
          <p:spPr>
            <a:xfrm>
              <a:off x="1872682" y="3285241"/>
              <a:ext cx="217430" cy="154900"/>
            </a:xfrm>
            <a:custGeom>
              <a:avLst/>
              <a:gdLst/>
              <a:ahLst/>
              <a:cxnLst/>
              <a:rect l="l" t="t" r="r" b="b"/>
              <a:pathLst>
                <a:path w="5227" h="3724" extrusionOk="0">
                  <a:moveTo>
                    <a:pt x="4623" y="1"/>
                  </a:moveTo>
                  <a:lnTo>
                    <a:pt x="4604" y="10"/>
                  </a:lnTo>
                  <a:lnTo>
                    <a:pt x="4020" y="297"/>
                  </a:lnTo>
                  <a:cubicBezTo>
                    <a:pt x="3915" y="355"/>
                    <a:pt x="3867" y="479"/>
                    <a:pt x="3915" y="594"/>
                  </a:cubicBezTo>
                  <a:cubicBezTo>
                    <a:pt x="3950" y="672"/>
                    <a:pt x="4032" y="718"/>
                    <a:pt x="4119" y="718"/>
                  </a:cubicBezTo>
                  <a:cubicBezTo>
                    <a:pt x="4150" y="718"/>
                    <a:pt x="4182" y="712"/>
                    <a:pt x="4212" y="699"/>
                  </a:cubicBezTo>
                  <a:lnTo>
                    <a:pt x="4365" y="623"/>
                  </a:lnTo>
                  <a:lnTo>
                    <a:pt x="4365" y="623"/>
                  </a:lnTo>
                  <a:cubicBezTo>
                    <a:pt x="4078" y="1580"/>
                    <a:pt x="3580" y="2298"/>
                    <a:pt x="2882" y="2738"/>
                  </a:cubicBezTo>
                  <a:cubicBezTo>
                    <a:pt x="2181" y="3183"/>
                    <a:pt x="1189" y="3280"/>
                    <a:pt x="523" y="3280"/>
                  </a:cubicBezTo>
                  <a:cubicBezTo>
                    <a:pt x="416" y="3280"/>
                    <a:pt x="318" y="3278"/>
                    <a:pt x="231" y="3274"/>
                  </a:cubicBezTo>
                  <a:cubicBezTo>
                    <a:pt x="225" y="3273"/>
                    <a:pt x="220" y="3273"/>
                    <a:pt x="215" y="3273"/>
                  </a:cubicBezTo>
                  <a:cubicBezTo>
                    <a:pt x="97" y="3273"/>
                    <a:pt x="1" y="3375"/>
                    <a:pt x="1" y="3494"/>
                  </a:cubicBezTo>
                  <a:cubicBezTo>
                    <a:pt x="1" y="3609"/>
                    <a:pt x="97" y="3704"/>
                    <a:pt x="211" y="3714"/>
                  </a:cubicBezTo>
                  <a:cubicBezTo>
                    <a:pt x="432" y="3714"/>
                    <a:pt x="738" y="3724"/>
                    <a:pt x="872" y="3724"/>
                  </a:cubicBezTo>
                  <a:cubicBezTo>
                    <a:pt x="889" y="3724"/>
                    <a:pt x="906" y="3724"/>
                    <a:pt x="923" y="3724"/>
                  </a:cubicBezTo>
                  <a:cubicBezTo>
                    <a:pt x="1691" y="3724"/>
                    <a:pt x="2456" y="3514"/>
                    <a:pt x="3111" y="3111"/>
                  </a:cubicBezTo>
                  <a:cubicBezTo>
                    <a:pt x="3886" y="2623"/>
                    <a:pt x="4442" y="1848"/>
                    <a:pt x="4767" y="824"/>
                  </a:cubicBezTo>
                  <a:lnTo>
                    <a:pt x="4796" y="891"/>
                  </a:lnTo>
                  <a:cubicBezTo>
                    <a:pt x="4834" y="967"/>
                    <a:pt x="4910" y="1010"/>
                    <a:pt x="4988" y="1010"/>
                  </a:cubicBezTo>
                  <a:cubicBezTo>
                    <a:pt x="5027" y="1010"/>
                    <a:pt x="5067" y="999"/>
                    <a:pt x="5102" y="977"/>
                  </a:cubicBezTo>
                  <a:cubicBezTo>
                    <a:pt x="5198" y="910"/>
                    <a:pt x="5226" y="776"/>
                    <a:pt x="5159" y="671"/>
                  </a:cubicBezTo>
                  <a:lnTo>
                    <a:pt x="4872" y="96"/>
                  </a:lnTo>
                  <a:lnTo>
                    <a:pt x="4863" y="77"/>
                  </a:lnTo>
                  <a:cubicBezTo>
                    <a:pt x="4843" y="58"/>
                    <a:pt x="4834" y="49"/>
                    <a:pt x="4824" y="39"/>
                  </a:cubicBezTo>
                  <a:lnTo>
                    <a:pt x="4796" y="20"/>
                  </a:lnTo>
                  <a:lnTo>
                    <a:pt x="4767" y="10"/>
                  </a:lnTo>
                  <a:lnTo>
                    <a:pt x="47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94;p46">
              <a:extLst>
                <a:ext uri="{FF2B5EF4-FFF2-40B4-BE49-F238E27FC236}">
                  <a16:creationId xmlns:a16="http://schemas.microsoft.com/office/drawing/2014/main" id="{2DC1CD7C-1BC5-C25B-F6F9-A4624E4725BD}"/>
                </a:ext>
              </a:extLst>
            </p:cNvPr>
            <p:cNvSpPr/>
            <p:nvPr/>
          </p:nvSpPr>
          <p:spPr>
            <a:xfrm>
              <a:off x="1808620" y="3399879"/>
              <a:ext cx="64102" cy="54697"/>
            </a:xfrm>
            <a:custGeom>
              <a:avLst/>
              <a:gdLst/>
              <a:ahLst/>
              <a:cxnLst/>
              <a:rect l="l" t="t" r="r" b="b"/>
              <a:pathLst>
                <a:path w="1541" h="1315" extrusionOk="0">
                  <a:moveTo>
                    <a:pt x="660" y="1"/>
                  </a:moveTo>
                  <a:cubicBezTo>
                    <a:pt x="297" y="1"/>
                    <a:pt x="0" y="288"/>
                    <a:pt x="0" y="652"/>
                  </a:cubicBezTo>
                  <a:cubicBezTo>
                    <a:pt x="0" y="1053"/>
                    <a:pt x="324" y="1314"/>
                    <a:pt x="664" y="1314"/>
                  </a:cubicBezTo>
                  <a:cubicBezTo>
                    <a:pt x="826" y="1314"/>
                    <a:pt x="993" y="1254"/>
                    <a:pt x="1129" y="1121"/>
                  </a:cubicBezTo>
                  <a:cubicBezTo>
                    <a:pt x="1541" y="709"/>
                    <a:pt x="1244" y="1"/>
                    <a:pt x="6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95;p46">
              <a:extLst>
                <a:ext uri="{FF2B5EF4-FFF2-40B4-BE49-F238E27FC236}">
                  <a16:creationId xmlns:a16="http://schemas.microsoft.com/office/drawing/2014/main" id="{CE567139-C222-8AD2-69D2-86E1BB64BBF1}"/>
                </a:ext>
              </a:extLst>
            </p:cNvPr>
            <p:cNvSpPr/>
            <p:nvPr/>
          </p:nvSpPr>
          <p:spPr>
            <a:xfrm>
              <a:off x="1750133" y="3271598"/>
              <a:ext cx="62563" cy="55446"/>
            </a:xfrm>
            <a:custGeom>
              <a:avLst/>
              <a:gdLst/>
              <a:ahLst/>
              <a:cxnLst/>
              <a:rect l="l" t="t" r="r" b="b"/>
              <a:pathLst>
                <a:path w="1504" h="1333" extrusionOk="0">
                  <a:moveTo>
                    <a:pt x="313" y="1"/>
                  </a:moveTo>
                  <a:cubicBezTo>
                    <a:pt x="143" y="1"/>
                    <a:pt x="0" y="222"/>
                    <a:pt x="162" y="377"/>
                  </a:cubicBezTo>
                  <a:lnTo>
                    <a:pt x="439" y="664"/>
                  </a:lnTo>
                  <a:lnTo>
                    <a:pt x="162" y="951"/>
                  </a:lnTo>
                  <a:cubicBezTo>
                    <a:pt x="66" y="1037"/>
                    <a:pt x="66" y="1181"/>
                    <a:pt x="162" y="1267"/>
                  </a:cubicBezTo>
                  <a:cubicBezTo>
                    <a:pt x="200" y="1305"/>
                    <a:pt x="255" y="1324"/>
                    <a:pt x="311" y="1324"/>
                  </a:cubicBezTo>
                  <a:cubicBezTo>
                    <a:pt x="368" y="1324"/>
                    <a:pt x="425" y="1305"/>
                    <a:pt x="468" y="1267"/>
                  </a:cubicBezTo>
                  <a:lnTo>
                    <a:pt x="755" y="980"/>
                  </a:lnTo>
                  <a:lnTo>
                    <a:pt x="1033" y="1267"/>
                  </a:lnTo>
                  <a:cubicBezTo>
                    <a:pt x="1081" y="1313"/>
                    <a:pt x="1134" y="1332"/>
                    <a:pt x="1186" y="1332"/>
                  </a:cubicBezTo>
                  <a:cubicBezTo>
                    <a:pt x="1357" y="1332"/>
                    <a:pt x="1504" y="1113"/>
                    <a:pt x="1349" y="951"/>
                  </a:cubicBezTo>
                  <a:lnTo>
                    <a:pt x="1062" y="673"/>
                  </a:lnTo>
                  <a:lnTo>
                    <a:pt x="1349" y="386"/>
                  </a:lnTo>
                  <a:cubicBezTo>
                    <a:pt x="1504" y="224"/>
                    <a:pt x="1357" y="5"/>
                    <a:pt x="1186" y="5"/>
                  </a:cubicBezTo>
                  <a:cubicBezTo>
                    <a:pt x="1134" y="5"/>
                    <a:pt x="1081" y="24"/>
                    <a:pt x="1033" y="70"/>
                  </a:cubicBezTo>
                  <a:lnTo>
                    <a:pt x="755" y="357"/>
                  </a:lnTo>
                  <a:lnTo>
                    <a:pt x="468" y="70"/>
                  </a:lnTo>
                  <a:cubicBezTo>
                    <a:pt x="419" y="21"/>
                    <a:pt x="365" y="1"/>
                    <a:pt x="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96;p46">
              <a:extLst>
                <a:ext uri="{FF2B5EF4-FFF2-40B4-BE49-F238E27FC236}">
                  <a16:creationId xmlns:a16="http://schemas.microsoft.com/office/drawing/2014/main" id="{BC12FAEB-0D35-7098-638C-2F331B5AEEB8}"/>
                </a:ext>
              </a:extLst>
            </p:cNvPr>
            <p:cNvSpPr/>
            <p:nvPr/>
          </p:nvSpPr>
          <p:spPr>
            <a:xfrm>
              <a:off x="2066198" y="3417724"/>
              <a:ext cx="62604" cy="55405"/>
            </a:xfrm>
            <a:custGeom>
              <a:avLst/>
              <a:gdLst/>
              <a:ahLst/>
              <a:cxnLst/>
              <a:rect l="l" t="t" r="r" b="b"/>
              <a:pathLst>
                <a:path w="1505" h="1332" extrusionOk="0">
                  <a:moveTo>
                    <a:pt x="318" y="0"/>
                  </a:moveTo>
                  <a:cubicBezTo>
                    <a:pt x="149" y="0"/>
                    <a:pt x="1" y="222"/>
                    <a:pt x="163" y="376"/>
                  </a:cubicBezTo>
                  <a:lnTo>
                    <a:pt x="440" y="673"/>
                  </a:lnTo>
                  <a:lnTo>
                    <a:pt x="163" y="950"/>
                  </a:lnTo>
                  <a:cubicBezTo>
                    <a:pt x="1" y="1112"/>
                    <a:pt x="145" y="1331"/>
                    <a:pt x="316" y="1331"/>
                  </a:cubicBezTo>
                  <a:cubicBezTo>
                    <a:pt x="367" y="1331"/>
                    <a:pt x="421" y="1312"/>
                    <a:pt x="469" y="1266"/>
                  </a:cubicBezTo>
                  <a:lnTo>
                    <a:pt x="756" y="979"/>
                  </a:lnTo>
                  <a:lnTo>
                    <a:pt x="1034" y="1266"/>
                  </a:lnTo>
                  <a:cubicBezTo>
                    <a:pt x="1082" y="1312"/>
                    <a:pt x="1135" y="1331"/>
                    <a:pt x="1186" y="1331"/>
                  </a:cubicBezTo>
                  <a:cubicBezTo>
                    <a:pt x="1358" y="1331"/>
                    <a:pt x="1504" y="1112"/>
                    <a:pt x="1349" y="950"/>
                  </a:cubicBezTo>
                  <a:lnTo>
                    <a:pt x="1062" y="673"/>
                  </a:lnTo>
                  <a:lnTo>
                    <a:pt x="1349" y="385"/>
                  </a:lnTo>
                  <a:cubicBezTo>
                    <a:pt x="1503" y="225"/>
                    <a:pt x="1361" y="8"/>
                    <a:pt x="1191" y="8"/>
                  </a:cubicBezTo>
                  <a:cubicBezTo>
                    <a:pt x="1139" y="8"/>
                    <a:pt x="1084" y="29"/>
                    <a:pt x="1034" y="79"/>
                  </a:cubicBezTo>
                  <a:lnTo>
                    <a:pt x="756" y="357"/>
                  </a:lnTo>
                  <a:lnTo>
                    <a:pt x="469" y="70"/>
                  </a:lnTo>
                  <a:cubicBezTo>
                    <a:pt x="422" y="21"/>
                    <a:pt x="369" y="0"/>
                    <a:pt x="3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97;p46">
              <a:extLst>
                <a:ext uri="{FF2B5EF4-FFF2-40B4-BE49-F238E27FC236}">
                  <a16:creationId xmlns:a16="http://schemas.microsoft.com/office/drawing/2014/main" id="{B720EB06-1C26-6D28-955A-26BFDC5FD685}"/>
                </a:ext>
              </a:extLst>
            </p:cNvPr>
            <p:cNvSpPr/>
            <p:nvPr/>
          </p:nvSpPr>
          <p:spPr>
            <a:xfrm>
              <a:off x="1908165" y="3296056"/>
              <a:ext cx="62895" cy="55238"/>
            </a:xfrm>
            <a:custGeom>
              <a:avLst/>
              <a:gdLst/>
              <a:ahLst/>
              <a:cxnLst/>
              <a:rect l="l" t="t" r="r" b="b"/>
              <a:pathLst>
                <a:path w="1512" h="1328" extrusionOk="0">
                  <a:moveTo>
                    <a:pt x="320" y="1"/>
                  </a:moveTo>
                  <a:cubicBezTo>
                    <a:pt x="150" y="1"/>
                    <a:pt x="0" y="220"/>
                    <a:pt x="162" y="382"/>
                  </a:cubicBezTo>
                  <a:lnTo>
                    <a:pt x="449" y="669"/>
                  </a:lnTo>
                  <a:lnTo>
                    <a:pt x="162" y="947"/>
                  </a:lnTo>
                  <a:cubicBezTo>
                    <a:pt x="76" y="1033"/>
                    <a:pt x="76" y="1176"/>
                    <a:pt x="162" y="1262"/>
                  </a:cubicBezTo>
                  <a:cubicBezTo>
                    <a:pt x="205" y="1301"/>
                    <a:pt x="260" y="1320"/>
                    <a:pt x="315" y="1320"/>
                  </a:cubicBezTo>
                  <a:cubicBezTo>
                    <a:pt x="371" y="1320"/>
                    <a:pt x="426" y="1301"/>
                    <a:pt x="469" y="1262"/>
                  </a:cubicBezTo>
                  <a:lnTo>
                    <a:pt x="756" y="975"/>
                  </a:lnTo>
                  <a:lnTo>
                    <a:pt x="1043" y="1262"/>
                  </a:lnTo>
                  <a:cubicBezTo>
                    <a:pt x="1089" y="1309"/>
                    <a:pt x="1141" y="1328"/>
                    <a:pt x="1192" y="1328"/>
                  </a:cubicBezTo>
                  <a:cubicBezTo>
                    <a:pt x="1361" y="1328"/>
                    <a:pt x="1511" y="1109"/>
                    <a:pt x="1349" y="947"/>
                  </a:cubicBezTo>
                  <a:lnTo>
                    <a:pt x="1062" y="669"/>
                  </a:lnTo>
                  <a:lnTo>
                    <a:pt x="1349" y="382"/>
                  </a:lnTo>
                  <a:cubicBezTo>
                    <a:pt x="1511" y="220"/>
                    <a:pt x="1361" y="1"/>
                    <a:pt x="1192" y="1"/>
                  </a:cubicBezTo>
                  <a:cubicBezTo>
                    <a:pt x="1141" y="1"/>
                    <a:pt x="1089" y="20"/>
                    <a:pt x="1043" y="66"/>
                  </a:cubicBezTo>
                  <a:lnTo>
                    <a:pt x="756" y="353"/>
                  </a:lnTo>
                  <a:lnTo>
                    <a:pt x="469" y="66"/>
                  </a:lnTo>
                  <a:cubicBezTo>
                    <a:pt x="423" y="20"/>
                    <a:pt x="370" y="1"/>
                    <a:pt x="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98;p46">
              <a:extLst>
                <a:ext uri="{FF2B5EF4-FFF2-40B4-BE49-F238E27FC236}">
                  <a16:creationId xmlns:a16="http://schemas.microsoft.com/office/drawing/2014/main" id="{15F1705A-2F94-F57A-1287-DB229E64A7FA}"/>
                </a:ext>
              </a:extLst>
            </p:cNvPr>
            <p:cNvSpPr/>
            <p:nvPr/>
          </p:nvSpPr>
          <p:spPr>
            <a:xfrm>
              <a:off x="1823346" y="3049601"/>
              <a:ext cx="110317" cy="183559"/>
            </a:xfrm>
            <a:custGeom>
              <a:avLst/>
              <a:gdLst/>
              <a:ahLst/>
              <a:cxnLst/>
              <a:rect l="l" t="t" r="r" b="b"/>
              <a:pathLst>
                <a:path w="2652" h="4413" extrusionOk="0">
                  <a:moveTo>
                    <a:pt x="2249" y="0"/>
                  </a:moveTo>
                  <a:cubicBezTo>
                    <a:pt x="1646" y="0"/>
                    <a:pt x="1168" y="479"/>
                    <a:pt x="1168" y="1072"/>
                  </a:cubicBezTo>
                  <a:lnTo>
                    <a:pt x="1168" y="1579"/>
                  </a:lnTo>
                  <a:cubicBezTo>
                    <a:pt x="1168" y="1838"/>
                    <a:pt x="957" y="2048"/>
                    <a:pt x="699" y="2048"/>
                  </a:cubicBezTo>
                  <a:lnTo>
                    <a:pt x="498" y="2048"/>
                  </a:lnTo>
                  <a:cubicBezTo>
                    <a:pt x="220" y="2048"/>
                    <a:pt x="0" y="2268"/>
                    <a:pt x="0" y="2536"/>
                  </a:cubicBezTo>
                  <a:lnTo>
                    <a:pt x="0" y="3914"/>
                  </a:lnTo>
                  <a:cubicBezTo>
                    <a:pt x="0" y="4192"/>
                    <a:pt x="220" y="4412"/>
                    <a:pt x="498" y="4412"/>
                  </a:cubicBezTo>
                  <a:lnTo>
                    <a:pt x="2651" y="4412"/>
                  </a:lnTo>
                  <a:lnTo>
                    <a:pt x="2642"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99;p46">
              <a:extLst>
                <a:ext uri="{FF2B5EF4-FFF2-40B4-BE49-F238E27FC236}">
                  <a16:creationId xmlns:a16="http://schemas.microsoft.com/office/drawing/2014/main" id="{B9254ADD-E78B-3FD7-AA6F-742F8C102D87}"/>
                </a:ext>
              </a:extLst>
            </p:cNvPr>
            <p:cNvSpPr/>
            <p:nvPr/>
          </p:nvSpPr>
          <p:spPr>
            <a:xfrm>
              <a:off x="1900179" y="3146768"/>
              <a:ext cx="58153" cy="50164"/>
            </a:xfrm>
            <a:custGeom>
              <a:avLst/>
              <a:gdLst/>
              <a:ahLst/>
              <a:cxnLst/>
              <a:rect l="l" t="t" r="r" b="b"/>
              <a:pathLst>
                <a:path w="1398" h="1206" extrusionOk="0">
                  <a:moveTo>
                    <a:pt x="798" y="1"/>
                  </a:moveTo>
                  <a:cubicBezTo>
                    <a:pt x="650" y="1"/>
                    <a:pt x="498" y="57"/>
                    <a:pt x="374" y="181"/>
                  </a:cubicBezTo>
                  <a:cubicBezTo>
                    <a:pt x="0" y="554"/>
                    <a:pt x="268" y="1205"/>
                    <a:pt x="795" y="1205"/>
                  </a:cubicBezTo>
                  <a:cubicBezTo>
                    <a:pt x="1130" y="1205"/>
                    <a:pt x="1398" y="937"/>
                    <a:pt x="1398" y="602"/>
                  </a:cubicBezTo>
                  <a:cubicBezTo>
                    <a:pt x="1398" y="241"/>
                    <a:pt x="1106"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158134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7AD6CE-B60B-F88B-E67E-9817E668CB11}"/>
              </a:ext>
            </a:extLst>
          </p:cNvPr>
          <p:cNvPicPr>
            <a:picLocks noChangeAspect="1"/>
          </p:cNvPicPr>
          <p:nvPr/>
        </p:nvPicPr>
        <p:blipFill>
          <a:blip r:embed="rId2"/>
          <a:stretch>
            <a:fillRect/>
          </a:stretch>
        </p:blipFill>
        <p:spPr>
          <a:xfrm>
            <a:off x="89210" y="590353"/>
            <a:ext cx="8958146" cy="4435130"/>
          </a:xfrm>
          <a:prstGeom prst="rect">
            <a:avLst/>
          </a:prstGeom>
        </p:spPr>
      </p:pic>
      <p:sp>
        <p:nvSpPr>
          <p:cNvPr id="4" name="Google Shape;1108;p46">
            <a:extLst>
              <a:ext uri="{FF2B5EF4-FFF2-40B4-BE49-F238E27FC236}">
                <a16:creationId xmlns:a16="http://schemas.microsoft.com/office/drawing/2014/main" id="{77CB894B-3029-DC54-ED49-25B7285389D0}"/>
              </a:ext>
            </a:extLst>
          </p:cNvPr>
          <p:cNvSpPr txBox="1">
            <a:spLocks/>
          </p:cNvSpPr>
          <p:nvPr/>
        </p:nvSpPr>
        <p:spPr>
          <a:xfrm>
            <a:off x="1447800" y="23813"/>
            <a:ext cx="7696200" cy="5730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chivo Black"/>
              <a:buNone/>
              <a:defRPr sz="28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dirty="0"/>
              <a:t>Market Overview</a:t>
            </a:r>
          </a:p>
        </p:txBody>
      </p:sp>
      <p:grpSp>
        <p:nvGrpSpPr>
          <p:cNvPr id="5" name="Google Shape;1187;p46">
            <a:extLst>
              <a:ext uri="{FF2B5EF4-FFF2-40B4-BE49-F238E27FC236}">
                <a16:creationId xmlns:a16="http://schemas.microsoft.com/office/drawing/2014/main" id="{9F349C0B-B914-CAF7-2718-2D8C487033FE}"/>
              </a:ext>
            </a:extLst>
          </p:cNvPr>
          <p:cNvGrpSpPr/>
          <p:nvPr/>
        </p:nvGrpSpPr>
        <p:grpSpPr>
          <a:xfrm>
            <a:off x="2693726" y="110583"/>
            <a:ext cx="560568" cy="328032"/>
            <a:chOff x="1652959" y="3049601"/>
            <a:chExt cx="560568" cy="523891"/>
          </a:xfrm>
        </p:grpSpPr>
        <p:sp>
          <p:nvSpPr>
            <p:cNvPr id="6" name="Google Shape;1188;p46">
              <a:extLst>
                <a:ext uri="{FF2B5EF4-FFF2-40B4-BE49-F238E27FC236}">
                  <a16:creationId xmlns:a16="http://schemas.microsoft.com/office/drawing/2014/main" id="{31F7C8E8-46C0-28AC-E1E1-100F1C014AE7}"/>
                </a:ext>
              </a:extLst>
            </p:cNvPr>
            <p:cNvSpPr/>
            <p:nvPr/>
          </p:nvSpPr>
          <p:spPr>
            <a:xfrm>
              <a:off x="1652959" y="3159039"/>
              <a:ext cx="560568" cy="414453"/>
            </a:xfrm>
            <a:custGeom>
              <a:avLst/>
              <a:gdLst/>
              <a:ahLst/>
              <a:cxnLst/>
              <a:rect l="l" t="t" r="r" b="b"/>
              <a:pathLst>
                <a:path w="13476" h="9964" extrusionOk="0">
                  <a:moveTo>
                    <a:pt x="1024" y="1"/>
                  </a:moveTo>
                  <a:cubicBezTo>
                    <a:pt x="459" y="1"/>
                    <a:pt x="0" y="451"/>
                    <a:pt x="0" y="1015"/>
                  </a:cubicBezTo>
                  <a:lnTo>
                    <a:pt x="0" y="8949"/>
                  </a:lnTo>
                  <a:cubicBezTo>
                    <a:pt x="0" y="9514"/>
                    <a:pt x="459" y="9964"/>
                    <a:pt x="1024" y="9964"/>
                  </a:cubicBezTo>
                  <a:lnTo>
                    <a:pt x="12461" y="9964"/>
                  </a:lnTo>
                  <a:cubicBezTo>
                    <a:pt x="13025" y="9964"/>
                    <a:pt x="13475" y="9514"/>
                    <a:pt x="13475" y="8949"/>
                  </a:cubicBezTo>
                  <a:lnTo>
                    <a:pt x="13475" y="1015"/>
                  </a:lnTo>
                  <a:cubicBezTo>
                    <a:pt x="13475" y="451"/>
                    <a:pt x="13025" y="1"/>
                    <a:pt x="124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89;p46">
              <a:extLst>
                <a:ext uri="{FF2B5EF4-FFF2-40B4-BE49-F238E27FC236}">
                  <a16:creationId xmlns:a16="http://schemas.microsoft.com/office/drawing/2014/main" id="{9C5801DB-84F4-F01A-703A-F7BED86FF467}"/>
                </a:ext>
              </a:extLst>
            </p:cNvPr>
            <p:cNvSpPr/>
            <p:nvPr/>
          </p:nvSpPr>
          <p:spPr>
            <a:xfrm>
              <a:off x="1652959" y="3159039"/>
              <a:ext cx="280284" cy="414453"/>
            </a:xfrm>
            <a:custGeom>
              <a:avLst/>
              <a:gdLst/>
              <a:ahLst/>
              <a:cxnLst/>
              <a:rect l="l" t="t" r="r" b="b"/>
              <a:pathLst>
                <a:path w="6738" h="9964" extrusionOk="0">
                  <a:moveTo>
                    <a:pt x="995" y="1"/>
                  </a:moveTo>
                  <a:cubicBezTo>
                    <a:pt x="440" y="1"/>
                    <a:pt x="0" y="460"/>
                    <a:pt x="0" y="1015"/>
                  </a:cubicBezTo>
                  <a:lnTo>
                    <a:pt x="0" y="8949"/>
                  </a:lnTo>
                  <a:cubicBezTo>
                    <a:pt x="0" y="9504"/>
                    <a:pt x="440" y="9964"/>
                    <a:pt x="995" y="9964"/>
                  </a:cubicBezTo>
                  <a:lnTo>
                    <a:pt x="6738" y="9964"/>
                  </a:lnTo>
                  <a:lnTo>
                    <a:pt x="6738"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90;p46">
              <a:extLst>
                <a:ext uri="{FF2B5EF4-FFF2-40B4-BE49-F238E27FC236}">
                  <a16:creationId xmlns:a16="http://schemas.microsoft.com/office/drawing/2014/main" id="{7126DAAA-E980-7719-0D85-CD8A8555D820}"/>
                </a:ext>
              </a:extLst>
            </p:cNvPr>
            <p:cNvSpPr/>
            <p:nvPr/>
          </p:nvSpPr>
          <p:spPr>
            <a:xfrm>
              <a:off x="1701504" y="3207623"/>
              <a:ext cx="463854" cy="317703"/>
            </a:xfrm>
            <a:custGeom>
              <a:avLst/>
              <a:gdLst/>
              <a:ahLst/>
              <a:cxnLst/>
              <a:rect l="l" t="t" r="r" b="b"/>
              <a:pathLst>
                <a:path w="11151" h="7638" extrusionOk="0">
                  <a:moveTo>
                    <a:pt x="278" y="1"/>
                  </a:moveTo>
                  <a:cubicBezTo>
                    <a:pt x="125" y="1"/>
                    <a:pt x="10" y="115"/>
                    <a:pt x="10" y="269"/>
                  </a:cubicBezTo>
                  <a:lnTo>
                    <a:pt x="10" y="7360"/>
                  </a:lnTo>
                  <a:cubicBezTo>
                    <a:pt x="1" y="7513"/>
                    <a:pt x="125" y="7628"/>
                    <a:pt x="278" y="7638"/>
                  </a:cubicBezTo>
                  <a:lnTo>
                    <a:pt x="10873" y="7638"/>
                  </a:lnTo>
                  <a:cubicBezTo>
                    <a:pt x="11026" y="7638"/>
                    <a:pt x="11150" y="7513"/>
                    <a:pt x="11141" y="7360"/>
                  </a:cubicBezTo>
                  <a:lnTo>
                    <a:pt x="11141" y="269"/>
                  </a:lnTo>
                  <a:cubicBezTo>
                    <a:pt x="11141" y="115"/>
                    <a:pt x="11026" y="1"/>
                    <a:pt x="108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91;p46">
              <a:extLst>
                <a:ext uri="{FF2B5EF4-FFF2-40B4-BE49-F238E27FC236}">
                  <a16:creationId xmlns:a16="http://schemas.microsoft.com/office/drawing/2014/main" id="{FE669E04-F913-4456-ED20-2EEABFC8480D}"/>
                </a:ext>
              </a:extLst>
            </p:cNvPr>
            <p:cNvSpPr/>
            <p:nvPr/>
          </p:nvSpPr>
          <p:spPr>
            <a:xfrm>
              <a:off x="1701504" y="3207623"/>
              <a:ext cx="231740" cy="317328"/>
            </a:xfrm>
            <a:custGeom>
              <a:avLst/>
              <a:gdLst/>
              <a:ahLst/>
              <a:cxnLst/>
              <a:rect l="l" t="t" r="r" b="b"/>
              <a:pathLst>
                <a:path w="5571" h="7629" extrusionOk="0">
                  <a:moveTo>
                    <a:pt x="269" y="1"/>
                  </a:moveTo>
                  <a:cubicBezTo>
                    <a:pt x="125" y="1"/>
                    <a:pt x="1" y="125"/>
                    <a:pt x="10" y="269"/>
                  </a:cubicBezTo>
                  <a:lnTo>
                    <a:pt x="10" y="7360"/>
                  </a:lnTo>
                  <a:cubicBezTo>
                    <a:pt x="1" y="7504"/>
                    <a:pt x="125" y="7628"/>
                    <a:pt x="269" y="7628"/>
                  </a:cubicBezTo>
                  <a:lnTo>
                    <a:pt x="5571" y="7628"/>
                  </a:lnTo>
                  <a:lnTo>
                    <a:pt x="5571" y="1"/>
                  </a:lnTo>
                  <a:close/>
                </a:path>
              </a:pathLst>
            </a:custGeom>
            <a:solidFill>
              <a:srgbClr val="151F29">
                <a:alpha val="12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92;p46">
              <a:extLst>
                <a:ext uri="{FF2B5EF4-FFF2-40B4-BE49-F238E27FC236}">
                  <a16:creationId xmlns:a16="http://schemas.microsoft.com/office/drawing/2014/main" id="{F68B4EA6-3906-3EC0-F274-099B4F5A7ED7}"/>
                </a:ext>
              </a:extLst>
            </p:cNvPr>
            <p:cNvSpPr/>
            <p:nvPr/>
          </p:nvSpPr>
          <p:spPr>
            <a:xfrm>
              <a:off x="1823346" y="3049601"/>
              <a:ext cx="220176" cy="183559"/>
            </a:xfrm>
            <a:custGeom>
              <a:avLst/>
              <a:gdLst/>
              <a:ahLst/>
              <a:cxnLst/>
              <a:rect l="l" t="t" r="r" b="b"/>
              <a:pathLst>
                <a:path w="5293" h="4413" extrusionOk="0">
                  <a:moveTo>
                    <a:pt x="2249" y="0"/>
                  </a:moveTo>
                  <a:cubicBezTo>
                    <a:pt x="1646" y="0"/>
                    <a:pt x="1168" y="479"/>
                    <a:pt x="1168" y="1072"/>
                  </a:cubicBezTo>
                  <a:lnTo>
                    <a:pt x="1168" y="1579"/>
                  </a:lnTo>
                  <a:cubicBezTo>
                    <a:pt x="1168" y="1838"/>
                    <a:pt x="957" y="2048"/>
                    <a:pt x="699" y="2048"/>
                  </a:cubicBezTo>
                  <a:lnTo>
                    <a:pt x="498" y="2048"/>
                  </a:lnTo>
                  <a:cubicBezTo>
                    <a:pt x="220" y="2048"/>
                    <a:pt x="0" y="2268"/>
                    <a:pt x="0" y="2536"/>
                  </a:cubicBezTo>
                  <a:lnTo>
                    <a:pt x="0" y="3914"/>
                  </a:lnTo>
                  <a:cubicBezTo>
                    <a:pt x="0" y="4192"/>
                    <a:pt x="220" y="4412"/>
                    <a:pt x="498" y="4412"/>
                  </a:cubicBezTo>
                  <a:lnTo>
                    <a:pt x="4795" y="4412"/>
                  </a:lnTo>
                  <a:cubicBezTo>
                    <a:pt x="5072" y="4412"/>
                    <a:pt x="5293" y="4192"/>
                    <a:pt x="5293" y="3914"/>
                  </a:cubicBezTo>
                  <a:lnTo>
                    <a:pt x="5293" y="2536"/>
                  </a:lnTo>
                  <a:cubicBezTo>
                    <a:pt x="5293" y="2268"/>
                    <a:pt x="5072" y="2048"/>
                    <a:pt x="4795" y="2048"/>
                  </a:cubicBezTo>
                  <a:lnTo>
                    <a:pt x="4594" y="2048"/>
                  </a:lnTo>
                  <a:cubicBezTo>
                    <a:pt x="4336" y="2048"/>
                    <a:pt x="4125" y="1838"/>
                    <a:pt x="4125" y="1579"/>
                  </a:cubicBezTo>
                  <a:lnTo>
                    <a:pt x="4125" y="1072"/>
                  </a:lnTo>
                  <a:cubicBezTo>
                    <a:pt x="4125" y="479"/>
                    <a:pt x="3637" y="0"/>
                    <a:pt x="30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93;p46">
              <a:extLst>
                <a:ext uri="{FF2B5EF4-FFF2-40B4-BE49-F238E27FC236}">
                  <a16:creationId xmlns:a16="http://schemas.microsoft.com/office/drawing/2014/main" id="{754EB363-2E3E-42B8-C513-E00CDFC40F22}"/>
                </a:ext>
              </a:extLst>
            </p:cNvPr>
            <p:cNvSpPr/>
            <p:nvPr/>
          </p:nvSpPr>
          <p:spPr>
            <a:xfrm>
              <a:off x="1872682" y="3285241"/>
              <a:ext cx="217430" cy="154900"/>
            </a:xfrm>
            <a:custGeom>
              <a:avLst/>
              <a:gdLst/>
              <a:ahLst/>
              <a:cxnLst/>
              <a:rect l="l" t="t" r="r" b="b"/>
              <a:pathLst>
                <a:path w="5227" h="3724" extrusionOk="0">
                  <a:moveTo>
                    <a:pt x="4623" y="1"/>
                  </a:moveTo>
                  <a:lnTo>
                    <a:pt x="4604" y="10"/>
                  </a:lnTo>
                  <a:lnTo>
                    <a:pt x="4020" y="297"/>
                  </a:lnTo>
                  <a:cubicBezTo>
                    <a:pt x="3915" y="355"/>
                    <a:pt x="3867" y="479"/>
                    <a:pt x="3915" y="594"/>
                  </a:cubicBezTo>
                  <a:cubicBezTo>
                    <a:pt x="3950" y="672"/>
                    <a:pt x="4032" y="718"/>
                    <a:pt x="4119" y="718"/>
                  </a:cubicBezTo>
                  <a:cubicBezTo>
                    <a:pt x="4150" y="718"/>
                    <a:pt x="4182" y="712"/>
                    <a:pt x="4212" y="699"/>
                  </a:cubicBezTo>
                  <a:lnTo>
                    <a:pt x="4365" y="623"/>
                  </a:lnTo>
                  <a:lnTo>
                    <a:pt x="4365" y="623"/>
                  </a:lnTo>
                  <a:cubicBezTo>
                    <a:pt x="4078" y="1580"/>
                    <a:pt x="3580" y="2298"/>
                    <a:pt x="2882" y="2738"/>
                  </a:cubicBezTo>
                  <a:cubicBezTo>
                    <a:pt x="2181" y="3183"/>
                    <a:pt x="1189" y="3280"/>
                    <a:pt x="523" y="3280"/>
                  </a:cubicBezTo>
                  <a:cubicBezTo>
                    <a:pt x="416" y="3280"/>
                    <a:pt x="318" y="3278"/>
                    <a:pt x="231" y="3274"/>
                  </a:cubicBezTo>
                  <a:cubicBezTo>
                    <a:pt x="225" y="3273"/>
                    <a:pt x="220" y="3273"/>
                    <a:pt x="215" y="3273"/>
                  </a:cubicBezTo>
                  <a:cubicBezTo>
                    <a:pt x="97" y="3273"/>
                    <a:pt x="1" y="3375"/>
                    <a:pt x="1" y="3494"/>
                  </a:cubicBezTo>
                  <a:cubicBezTo>
                    <a:pt x="1" y="3609"/>
                    <a:pt x="97" y="3704"/>
                    <a:pt x="211" y="3714"/>
                  </a:cubicBezTo>
                  <a:cubicBezTo>
                    <a:pt x="432" y="3714"/>
                    <a:pt x="738" y="3724"/>
                    <a:pt x="872" y="3724"/>
                  </a:cubicBezTo>
                  <a:cubicBezTo>
                    <a:pt x="889" y="3724"/>
                    <a:pt x="906" y="3724"/>
                    <a:pt x="923" y="3724"/>
                  </a:cubicBezTo>
                  <a:cubicBezTo>
                    <a:pt x="1691" y="3724"/>
                    <a:pt x="2456" y="3514"/>
                    <a:pt x="3111" y="3111"/>
                  </a:cubicBezTo>
                  <a:cubicBezTo>
                    <a:pt x="3886" y="2623"/>
                    <a:pt x="4442" y="1848"/>
                    <a:pt x="4767" y="824"/>
                  </a:cubicBezTo>
                  <a:lnTo>
                    <a:pt x="4796" y="891"/>
                  </a:lnTo>
                  <a:cubicBezTo>
                    <a:pt x="4834" y="967"/>
                    <a:pt x="4910" y="1010"/>
                    <a:pt x="4988" y="1010"/>
                  </a:cubicBezTo>
                  <a:cubicBezTo>
                    <a:pt x="5027" y="1010"/>
                    <a:pt x="5067" y="999"/>
                    <a:pt x="5102" y="977"/>
                  </a:cubicBezTo>
                  <a:cubicBezTo>
                    <a:pt x="5198" y="910"/>
                    <a:pt x="5226" y="776"/>
                    <a:pt x="5159" y="671"/>
                  </a:cubicBezTo>
                  <a:lnTo>
                    <a:pt x="4872" y="96"/>
                  </a:lnTo>
                  <a:lnTo>
                    <a:pt x="4863" y="77"/>
                  </a:lnTo>
                  <a:cubicBezTo>
                    <a:pt x="4843" y="58"/>
                    <a:pt x="4834" y="49"/>
                    <a:pt x="4824" y="39"/>
                  </a:cubicBezTo>
                  <a:lnTo>
                    <a:pt x="4796" y="20"/>
                  </a:lnTo>
                  <a:lnTo>
                    <a:pt x="4767" y="10"/>
                  </a:lnTo>
                  <a:lnTo>
                    <a:pt x="474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94;p46">
              <a:extLst>
                <a:ext uri="{FF2B5EF4-FFF2-40B4-BE49-F238E27FC236}">
                  <a16:creationId xmlns:a16="http://schemas.microsoft.com/office/drawing/2014/main" id="{D4EAC8E1-F470-32FF-730A-CAA831EEC9AA}"/>
                </a:ext>
              </a:extLst>
            </p:cNvPr>
            <p:cNvSpPr/>
            <p:nvPr/>
          </p:nvSpPr>
          <p:spPr>
            <a:xfrm>
              <a:off x="1808620" y="3399879"/>
              <a:ext cx="64102" cy="54697"/>
            </a:xfrm>
            <a:custGeom>
              <a:avLst/>
              <a:gdLst/>
              <a:ahLst/>
              <a:cxnLst/>
              <a:rect l="l" t="t" r="r" b="b"/>
              <a:pathLst>
                <a:path w="1541" h="1315" extrusionOk="0">
                  <a:moveTo>
                    <a:pt x="660" y="1"/>
                  </a:moveTo>
                  <a:cubicBezTo>
                    <a:pt x="297" y="1"/>
                    <a:pt x="0" y="288"/>
                    <a:pt x="0" y="652"/>
                  </a:cubicBezTo>
                  <a:cubicBezTo>
                    <a:pt x="0" y="1053"/>
                    <a:pt x="324" y="1314"/>
                    <a:pt x="664" y="1314"/>
                  </a:cubicBezTo>
                  <a:cubicBezTo>
                    <a:pt x="826" y="1314"/>
                    <a:pt x="993" y="1254"/>
                    <a:pt x="1129" y="1121"/>
                  </a:cubicBezTo>
                  <a:cubicBezTo>
                    <a:pt x="1541" y="709"/>
                    <a:pt x="1244" y="1"/>
                    <a:pt x="6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95;p46">
              <a:extLst>
                <a:ext uri="{FF2B5EF4-FFF2-40B4-BE49-F238E27FC236}">
                  <a16:creationId xmlns:a16="http://schemas.microsoft.com/office/drawing/2014/main" id="{6C72B2D9-E2CD-9158-2475-951AC22E07B6}"/>
                </a:ext>
              </a:extLst>
            </p:cNvPr>
            <p:cNvSpPr/>
            <p:nvPr/>
          </p:nvSpPr>
          <p:spPr>
            <a:xfrm>
              <a:off x="1750133" y="3271598"/>
              <a:ext cx="62563" cy="55446"/>
            </a:xfrm>
            <a:custGeom>
              <a:avLst/>
              <a:gdLst/>
              <a:ahLst/>
              <a:cxnLst/>
              <a:rect l="l" t="t" r="r" b="b"/>
              <a:pathLst>
                <a:path w="1504" h="1333" extrusionOk="0">
                  <a:moveTo>
                    <a:pt x="313" y="1"/>
                  </a:moveTo>
                  <a:cubicBezTo>
                    <a:pt x="143" y="1"/>
                    <a:pt x="0" y="222"/>
                    <a:pt x="162" y="377"/>
                  </a:cubicBezTo>
                  <a:lnTo>
                    <a:pt x="439" y="664"/>
                  </a:lnTo>
                  <a:lnTo>
                    <a:pt x="162" y="951"/>
                  </a:lnTo>
                  <a:cubicBezTo>
                    <a:pt x="66" y="1037"/>
                    <a:pt x="66" y="1181"/>
                    <a:pt x="162" y="1267"/>
                  </a:cubicBezTo>
                  <a:cubicBezTo>
                    <a:pt x="200" y="1305"/>
                    <a:pt x="255" y="1324"/>
                    <a:pt x="311" y="1324"/>
                  </a:cubicBezTo>
                  <a:cubicBezTo>
                    <a:pt x="368" y="1324"/>
                    <a:pt x="425" y="1305"/>
                    <a:pt x="468" y="1267"/>
                  </a:cubicBezTo>
                  <a:lnTo>
                    <a:pt x="755" y="980"/>
                  </a:lnTo>
                  <a:lnTo>
                    <a:pt x="1033" y="1267"/>
                  </a:lnTo>
                  <a:cubicBezTo>
                    <a:pt x="1081" y="1313"/>
                    <a:pt x="1134" y="1332"/>
                    <a:pt x="1186" y="1332"/>
                  </a:cubicBezTo>
                  <a:cubicBezTo>
                    <a:pt x="1357" y="1332"/>
                    <a:pt x="1504" y="1113"/>
                    <a:pt x="1349" y="951"/>
                  </a:cubicBezTo>
                  <a:lnTo>
                    <a:pt x="1062" y="673"/>
                  </a:lnTo>
                  <a:lnTo>
                    <a:pt x="1349" y="386"/>
                  </a:lnTo>
                  <a:cubicBezTo>
                    <a:pt x="1504" y="224"/>
                    <a:pt x="1357" y="5"/>
                    <a:pt x="1186" y="5"/>
                  </a:cubicBezTo>
                  <a:cubicBezTo>
                    <a:pt x="1134" y="5"/>
                    <a:pt x="1081" y="24"/>
                    <a:pt x="1033" y="70"/>
                  </a:cubicBezTo>
                  <a:lnTo>
                    <a:pt x="755" y="357"/>
                  </a:lnTo>
                  <a:lnTo>
                    <a:pt x="468" y="70"/>
                  </a:lnTo>
                  <a:cubicBezTo>
                    <a:pt x="419" y="21"/>
                    <a:pt x="365" y="1"/>
                    <a:pt x="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96;p46">
              <a:extLst>
                <a:ext uri="{FF2B5EF4-FFF2-40B4-BE49-F238E27FC236}">
                  <a16:creationId xmlns:a16="http://schemas.microsoft.com/office/drawing/2014/main" id="{F26D1EED-993C-C044-4738-8E2E0CE2D480}"/>
                </a:ext>
              </a:extLst>
            </p:cNvPr>
            <p:cNvSpPr/>
            <p:nvPr/>
          </p:nvSpPr>
          <p:spPr>
            <a:xfrm>
              <a:off x="2066198" y="3417724"/>
              <a:ext cx="62604" cy="55405"/>
            </a:xfrm>
            <a:custGeom>
              <a:avLst/>
              <a:gdLst/>
              <a:ahLst/>
              <a:cxnLst/>
              <a:rect l="l" t="t" r="r" b="b"/>
              <a:pathLst>
                <a:path w="1505" h="1332" extrusionOk="0">
                  <a:moveTo>
                    <a:pt x="318" y="0"/>
                  </a:moveTo>
                  <a:cubicBezTo>
                    <a:pt x="149" y="0"/>
                    <a:pt x="1" y="222"/>
                    <a:pt x="163" y="376"/>
                  </a:cubicBezTo>
                  <a:lnTo>
                    <a:pt x="440" y="673"/>
                  </a:lnTo>
                  <a:lnTo>
                    <a:pt x="163" y="950"/>
                  </a:lnTo>
                  <a:cubicBezTo>
                    <a:pt x="1" y="1112"/>
                    <a:pt x="145" y="1331"/>
                    <a:pt x="316" y="1331"/>
                  </a:cubicBezTo>
                  <a:cubicBezTo>
                    <a:pt x="367" y="1331"/>
                    <a:pt x="421" y="1312"/>
                    <a:pt x="469" y="1266"/>
                  </a:cubicBezTo>
                  <a:lnTo>
                    <a:pt x="756" y="979"/>
                  </a:lnTo>
                  <a:lnTo>
                    <a:pt x="1034" y="1266"/>
                  </a:lnTo>
                  <a:cubicBezTo>
                    <a:pt x="1082" y="1312"/>
                    <a:pt x="1135" y="1331"/>
                    <a:pt x="1186" y="1331"/>
                  </a:cubicBezTo>
                  <a:cubicBezTo>
                    <a:pt x="1358" y="1331"/>
                    <a:pt x="1504" y="1112"/>
                    <a:pt x="1349" y="950"/>
                  </a:cubicBezTo>
                  <a:lnTo>
                    <a:pt x="1062" y="673"/>
                  </a:lnTo>
                  <a:lnTo>
                    <a:pt x="1349" y="385"/>
                  </a:lnTo>
                  <a:cubicBezTo>
                    <a:pt x="1503" y="225"/>
                    <a:pt x="1361" y="8"/>
                    <a:pt x="1191" y="8"/>
                  </a:cubicBezTo>
                  <a:cubicBezTo>
                    <a:pt x="1139" y="8"/>
                    <a:pt x="1084" y="29"/>
                    <a:pt x="1034" y="79"/>
                  </a:cubicBezTo>
                  <a:lnTo>
                    <a:pt x="756" y="357"/>
                  </a:lnTo>
                  <a:lnTo>
                    <a:pt x="469" y="70"/>
                  </a:lnTo>
                  <a:cubicBezTo>
                    <a:pt x="422" y="21"/>
                    <a:pt x="369" y="0"/>
                    <a:pt x="3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97;p46">
              <a:extLst>
                <a:ext uri="{FF2B5EF4-FFF2-40B4-BE49-F238E27FC236}">
                  <a16:creationId xmlns:a16="http://schemas.microsoft.com/office/drawing/2014/main" id="{ACFD7ED4-B2E1-6EDE-CE42-9D420B389080}"/>
                </a:ext>
              </a:extLst>
            </p:cNvPr>
            <p:cNvSpPr/>
            <p:nvPr/>
          </p:nvSpPr>
          <p:spPr>
            <a:xfrm>
              <a:off x="1908165" y="3296056"/>
              <a:ext cx="62895" cy="55238"/>
            </a:xfrm>
            <a:custGeom>
              <a:avLst/>
              <a:gdLst/>
              <a:ahLst/>
              <a:cxnLst/>
              <a:rect l="l" t="t" r="r" b="b"/>
              <a:pathLst>
                <a:path w="1512" h="1328" extrusionOk="0">
                  <a:moveTo>
                    <a:pt x="320" y="1"/>
                  </a:moveTo>
                  <a:cubicBezTo>
                    <a:pt x="150" y="1"/>
                    <a:pt x="0" y="220"/>
                    <a:pt x="162" y="382"/>
                  </a:cubicBezTo>
                  <a:lnTo>
                    <a:pt x="449" y="669"/>
                  </a:lnTo>
                  <a:lnTo>
                    <a:pt x="162" y="947"/>
                  </a:lnTo>
                  <a:cubicBezTo>
                    <a:pt x="76" y="1033"/>
                    <a:pt x="76" y="1176"/>
                    <a:pt x="162" y="1262"/>
                  </a:cubicBezTo>
                  <a:cubicBezTo>
                    <a:pt x="205" y="1301"/>
                    <a:pt x="260" y="1320"/>
                    <a:pt x="315" y="1320"/>
                  </a:cubicBezTo>
                  <a:cubicBezTo>
                    <a:pt x="371" y="1320"/>
                    <a:pt x="426" y="1301"/>
                    <a:pt x="469" y="1262"/>
                  </a:cubicBezTo>
                  <a:lnTo>
                    <a:pt x="756" y="975"/>
                  </a:lnTo>
                  <a:lnTo>
                    <a:pt x="1043" y="1262"/>
                  </a:lnTo>
                  <a:cubicBezTo>
                    <a:pt x="1089" y="1309"/>
                    <a:pt x="1141" y="1328"/>
                    <a:pt x="1192" y="1328"/>
                  </a:cubicBezTo>
                  <a:cubicBezTo>
                    <a:pt x="1361" y="1328"/>
                    <a:pt x="1511" y="1109"/>
                    <a:pt x="1349" y="947"/>
                  </a:cubicBezTo>
                  <a:lnTo>
                    <a:pt x="1062" y="669"/>
                  </a:lnTo>
                  <a:lnTo>
                    <a:pt x="1349" y="382"/>
                  </a:lnTo>
                  <a:cubicBezTo>
                    <a:pt x="1511" y="220"/>
                    <a:pt x="1361" y="1"/>
                    <a:pt x="1192" y="1"/>
                  </a:cubicBezTo>
                  <a:cubicBezTo>
                    <a:pt x="1141" y="1"/>
                    <a:pt x="1089" y="20"/>
                    <a:pt x="1043" y="66"/>
                  </a:cubicBezTo>
                  <a:lnTo>
                    <a:pt x="756" y="353"/>
                  </a:lnTo>
                  <a:lnTo>
                    <a:pt x="469" y="66"/>
                  </a:lnTo>
                  <a:cubicBezTo>
                    <a:pt x="423" y="20"/>
                    <a:pt x="370" y="1"/>
                    <a:pt x="3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98;p46">
              <a:extLst>
                <a:ext uri="{FF2B5EF4-FFF2-40B4-BE49-F238E27FC236}">
                  <a16:creationId xmlns:a16="http://schemas.microsoft.com/office/drawing/2014/main" id="{AFBF47AE-A4E0-438B-48FA-681DD7EBADE6}"/>
                </a:ext>
              </a:extLst>
            </p:cNvPr>
            <p:cNvSpPr/>
            <p:nvPr/>
          </p:nvSpPr>
          <p:spPr>
            <a:xfrm>
              <a:off x="1823346" y="3049601"/>
              <a:ext cx="110317" cy="183559"/>
            </a:xfrm>
            <a:custGeom>
              <a:avLst/>
              <a:gdLst/>
              <a:ahLst/>
              <a:cxnLst/>
              <a:rect l="l" t="t" r="r" b="b"/>
              <a:pathLst>
                <a:path w="2652" h="4413" extrusionOk="0">
                  <a:moveTo>
                    <a:pt x="2249" y="0"/>
                  </a:moveTo>
                  <a:cubicBezTo>
                    <a:pt x="1646" y="0"/>
                    <a:pt x="1168" y="479"/>
                    <a:pt x="1168" y="1072"/>
                  </a:cubicBezTo>
                  <a:lnTo>
                    <a:pt x="1168" y="1579"/>
                  </a:lnTo>
                  <a:cubicBezTo>
                    <a:pt x="1168" y="1838"/>
                    <a:pt x="957" y="2048"/>
                    <a:pt x="699" y="2048"/>
                  </a:cubicBezTo>
                  <a:lnTo>
                    <a:pt x="498" y="2048"/>
                  </a:lnTo>
                  <a:cubicBezTo>
                    <a:pt x="220" y="2048"/>
                    <a:pt x="0" y="2268"/>
                    <a:pt x="0" y="2536"/>
                  </a:cubicBezTo>
                  <a:lnTo>
                    <a:pt x="0" y="3914"/>
                  </a:lnTo>
                  <a:cubicBezTo>
                    <a:pt x="0" y="4192"/>
                    <a:pt x="220" y="4412"/>
                    <a:pt x="498" y="4412"/>
                  </a:cubicBezTo>
                  <a:lnTo>
                    <a:pt x="2651" y="4412"/>
                  </a:lnTo>
                  <a:lnTo>
                    <a:pt x="2642"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99;p46">
              <a:extLst>
                <a:ext uri="{FF2B5EF4-FFF2-40B4-BE49-F238E27FC236}">
                  <a16:creationId xmlns:a16="http://schemas.microsoft.com/office/drawing/2014/main" id="{9338DD58-0F78-F9D2-0E18-FA5A031E052C}"/>
                </a:ext>
              </a:extLst>
            </p:cNvPr>
            <p:cNvSpPr/>
            <p:nvPr/>
          </p:nvSpPr>
          <p:spPr>
            <a:xfrm>
              <a:off x="1900179" y="3146768"/>
              <a:ext cx="58153" cy="50164"/>
            </a:xfrm>
            <a:custGeom>
              <a:avLst/>
              <a:gdLst/>
              <a:ahLst/>
              <a:cxnLst/>
              <a:rect l="l" t="t" r="r" b="b"/>
              <a:pathLst>
                <a:path w="1398" h="1206" extrusionOk="0">
                  <a:moveTo>
                    <a:pt x="798" y="1"/>
                  </a:moveTo>
                  <a:cubicBezTo>
                    <a:pt x="650" y="1"/>
                    <a:pt x="498" y="57"/>
                    <a:pt x="374" y="181"/>
                  </a:cubicBezTo>
                  <a:cubicBezTo>
                    <a:pt x="0" y="554"/>
                    <a:pt x="268" y="1205"/>
                    <a:pt x="795" y="1205"/>
                  </a:cubicBezTo>
                  <a:cubicBezTo>
                    <a:pt x="1130" y="1205"/>
                    <a:pt x="1398" y="937"/>
                    <a:pt x="1398" y="602"/>
                  </a:cubicBezTo>
                  <a:cubicBezTo>
                    <a:pt x="1398" y="241"/>
                    <a:pt x="1106"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958954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613591-AA7B-F5D0-DE7B-192410B1D207}"/>
              </a:ext>
            </a:extLst>
          </p:cNvPr>
          <p:cNvPicPr>
            <a:picLocks noChangeAspect="1"/>
          </p:cNvPicPr>
          <p:nvPr/>
        </p:nvPicPr>
        <p:blipFill>
          <a:blip r:embed="rId2"/>
          <a:stretch>
            <a:fillRect/>
          </a:stretch>
        </p:blipFill>
        <p:spPr>
          <a:xfrm>
            <a:off x="81776" y="612321"/>
            <a:ext cx="8958146" cy="4413162"/>
          </a:xfrm>
          <a:prstGeom prst="rect">
            <a:avLst/>
          </a:prstGeom>
        </p:spPr>
      </p:pic>
      <p:sp>
        <p:nvSpPr>
          <p:cNvPr id="4" name="Google Shape;1108;p46">
            <a:extLst>
              <a:ext uri="{FF2B5EF4-FFF2-40B4-BE49-F238E27FC236}">
                <a16:creationId xmlns:a16="http://schemas.microsoft.com/office/drawing/2014/main" id="{6C6C47DE-E04C-FD12-8366-B45E97ED55BE}"/>
              </a:ext>
            </a:extLst>
          </p:cNvPr>
          <p:cNvSpPr txBox="1">
            <a:spLocks/>
          </p:cNvSpPr>
          <p:nvPr/>
        </p:nvSpPr>
        <p:spPr>
          <a:xfrm>
            <a:off x="1447800" y="52388"/>
            <a:ext cx="6908180" cy="57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chivo Black"/>
              <a:buNone/>
              <a:defRPr sz="28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sz="3200"/>
              <a:t>Therapeutic Analysis</a:t>
            </a:r>
            <a:endParaRPr lang="en-US" sz="3200" dirty="0"/>
          </a:p>
        </p:txBody>
      </p:sp>
      <p:grpSp>
        <p:nvGrpSpPr>
          <p:cNvPr id="5" name="Google Shape;1200;p46">
            <a:extLst>
              <a:ext uri="{FF2B5EF4-FFF2-40B4-BE49-F238E27FC236}">
                <a16:creationId xmlns:a16="http://schemas.microsoft.com/office/drawing/2014/main" id="{77015084-51E8-4AC5-B254-81A2E47DF32B}"/>
              </a:ext>
            </a:extLst>
          </p:cNvPr>
          <p:cNvGrpSpPr/>
          <p:nvPr/>
        </p:nvGrpSpPr>
        <p:grpSpPr>
          <a:xfrm>
            <a:off x="1715040" y="79494"/>
            <a:ext cx="507210" cy="505722"/>
            <a:chOff x="4314639" y="3060919"/>
            <a:chExt cx="507210" cy="505722"/>
          </a:xfrm>
        </p:grpSpPr>
        <p:sp>
          <p:nvSpPr>
            <p:cNvPr id="6" name="Google Shape;1201;p46">
              <a:extLst>
                <a:ext uri="{FF2B5EF4-FFF2-40B4-BE49-F238E27FC236}">
                  <a16:creationId xmlns:a16="http://schemas.microsoft.com/office/drawing/2014/main" id="{3B46AE24-956A-F691-9C4B-7F1EA8FAB17B}"/>
                </a:ext>
              </a:extLst>
            </p:cNvPr>
            <p:cNvSpPr/>
            <p:nvPr/>
          </p:nvSpPr>
          <p:spPr>
            <a:xfrm>
              <a:off x="4460358" y="3341691"/>
              <a:ext cx="80826" cy="80862"/>
            </a:xfrm>
            <a:custGeom>
              <a:avLst/>
              <a:gdLst/>
              <a:ahLst/>
              <a:cxnLst/>
              <a:rect l="l" t="t" r="r" b="b"/>
              <a:pathLst>
                <a:path w="1943" h="1944" extrusionOk="0">
                  <a:moveTo>
                    <a:pt x="1196" y="0"/>
                  </a:moveTo>
                  <a:lnTo>
                    <a:pt x="0" y="1197"/>
                  </a:lnTo>
                  <a:cubicBezTo>
                    <a:pt x="86" y="1216"/>
                    <a:pt x="172" y="1254"/>
                    <a:pt x="239" y="1321"/>
                  </a:cubicBezTo>
                  <a:lnTo>
                    <a:pt x="622" y="1704"/>
                  </a:lnTo>
                  <a:cubicBezTo>
                    <a:pt x="689" y="1771"/>
                    <a:pt x="727" y="1857"/>
                    <a:pt x="747" y="1943"/>
                  </a:cubicBezTo>
                  <a:lnTo>
                    <a:pt x="1943" y="747"/>
                  </a:lnTo>
                  <a:cubicBezTo>
                    <a:pt x="1656" y="536"/>
                    <a:pt x="1407" y="287"/>
                    <a:pt x="11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02;p46">
              <a:extLst>
                <a:ext uri="{FF2B5EF4-FFF2-40B4-BE49-F238E27FC236}">
                  <a16:creationId xmlns:a16="http://schemas.microsoft.com/office/drawing/2014/main" id="{0C8E9889-8F54-E68D-8091-EE33051172AA}"/>
                </a:ext>
              </a:extLst>
            </p:cNvPr>
            <p:cNvSpPr/>
            <p:nvPr/>
          </p:nvSpPr>
          <p:spPr>
            <a:xfrm>
              <a:off x="4460733" y="3342065"/>
              <a:ext cx="64935" cy="80488"/>
            </a:xfrm>
            <a:custGeom>
              <a:avLst/>
              <a:gdLst/>
              <a:ahLst/>
              <a:cxnLst/>
              <a:rect l="l" t="t" r="r" b="b"/>
              <a:pathLst>
                <a:path w="1561" h="1935" extrusionOk="0">
                  <a:moveTo>
                    <a:pt x="1197" y="1"/>
                  </a:moveTo>
                  <a:lnTo>
                    <a:pt x="1" y="1197"/>
                  </a:lnTo>
                  <a:cubicBezTo>
                    <a:pt x="87" y="1207"/>
                    <a:pt x="173" y="1245"/>
                    <a:pt x="240" y="1312"/>
                  </a:cubicBezTo>
                  <a:lnTo>
                    <a:pt x="623" y="1695"/>
                  </a:lnTo>
                  <a:cubicBezTo>
                    <a:pt x="690" y="1762"/>
                    <a:pt x="728" y="1848"/>
                    <a:pt x="747" y="1934"/>
                  </a:cubicBezTo>
                  <a:lnTo>
                    <a:pt x="1197" y="1484"/>
                  </a:lnTo>
                  <a:lnTo>
                    <a:pt x="1034" y="1312"/>
                  </a:lnTo>
                  <a:lnTo>
                    <a:pt x="1015" y="1312"/>
                  </a:lnTo>
                  <a:cubicBezTo>
                    <a:pt x="910" y="1216"/>
                    <a:pt x="910" y="1063"/>
                    <a:pt x="1015" y="968"/>
                  </a:cubicBezTo>
                  <a:lnTo>
                    <a:pt x="1561" y="412"/>
                  </a:lnTo>
                  <a:cubicBezTo>
                    <a:pt x="1427" y="288"/>
                    <a:pt x="1312" y="145"/>
                    <a:pt x="1197"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03;p46">
              <a:extLst>
                <a:ext uri="{FF2B5EF4-FFF2-40B4-BE49-F238E27FC236}">
                  <a16:creationId xmlns:a16="http://schemas.microsoft.com/office/drawing/2014/main" id="{24E46397-41D5-B53E-AD6C-C979159D2BB3}"/>
                </a:ext>
              </a:extLst>
            </p:cNvPr>
            <p:cNvSpPr/>
            <p:nvPr/>
          </p:nvSpPr>
          <p:spPr>
            <a:xfrm>
              <a:off x="4453578" y="3060919"/>
              <a:ext cx="368271" cy="351485"/>
            </a:xfrm>
            <a:custGeom>
              <a:avLst/>
              <a:gdLst/>
              <a:ahLst/>
              <a:cxnLst/>
              <a:rect l="l" t="t" r="r" b="b"/>
              <a:pathLst>
                <a:path w="8853" h="8450" extrusionOk="0">
                  <a:moveTo>
                    <a:pt x="4639" y="0"/>
                  </a:moveTo>
                  <a:cubicBezTo>
                    <a:pt x="3537" y="0"/>
                    <a:pt x="2454" y="430"/>
                    <a:pt x="1646" y="1238"/>
                  </a:cubicBezTo>
                  <a:cubicBezTo>
                    <a:pt x="0" y="2894"/>
                    <a:pt x="0" y="5564"/>
                    <a:pt x="1646" y="7210"/>
                  </a:cubicBezTo>
                  <a:cubicBezTo>
                    <a:pt x="2452" y="8022"/>
                    <a:pt x="3532" y="8450"/>
                    <a:pt x="4631" y="8450"/>
                  </a:cubicBezTo>
                  <a:cubicBezTo>
                    <a:pt x="5176" y="8450"/>
                    <a:pt x="5726" y="8344"/>
                    <a:pt x="6250" y="8128"/>
                  </a:cubicBezTo>
                  <a:cubicBezTo>
                    <a:pt x="7829" y="7478"/>
                    <a:pt x="8853" y="5937"/>
                    <a:pt x="8853" y="4224"/>
                  </a:cubicBezTo>
                  <a:cubicBezTo>
                    <a:pt x="8853" y="2520"/>
                    <a:pt x="7829" y="980"/>
                    <a:pt x="6250" y="319"/>
                  </a:cubicBezTo>
                  <a:cubicBezTo>
                    <a:pt x="5729" y="104"/>
                    <a:pt x="5182" y="0"/>
                    <a:pt x="4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04;p46">
              <a:extLst>
                <a:ext uri="{FF2B5EF4-FFF2-40B4-BE49-F238E27FC236}">
                  <a16:creationId xmlns:a16="http://schemas.microsoft.com/office/drawing/2014/main" id="{3FD2DE51-0F10-00E9-EC1D-D094856C50DE}"/>
                </a:ext>
              </a:extLst>
            </p:cNvPr>
            <p:cNvSpPr/>
            <p:nvPr/>
          </p:nvSpPr>
          <p:spPr>
            <a:xfrm>
              <a:off x="4446423" y="3061127"/>
              <a:ext cx="215022" cy="351318"/>
            </a:xfrm>
            <a:custGeom>
              <a:avLst/>
              <a:gdLst/>
              <a:ahLst/>
              <a:cxnLst/>
              <a:rect l="l" t="t" r="r" b="b"/>
              <a:pathLst>
                <a:path w="5169" h="8446" extrusionOk="0">
                  <a:moveTo>
                    <a:pt x="4787" y="0"/>
                  </a:moveTo>
                  <a:cubicBezTo>
                    <a:pt x="2484" y="0"/>
                    <a:pt x="574" y="1869"/>
                    <a:pt x="574" y="4219"/>
                  </a:cubicBezTo>
                  <a:cubicBezTo>
                    <a:pt x="574" y="6574"/>
                    <a:pt x="2492" y="8445"/>
                    <a:pt x="4802" y="8445"/>
                  </a:cubicBezTo>
                  <a:cubicBezTo>
                    <a:pt x="4923" y="8445"/>
                    <a:pt x="5045" y="8440"/>
                    <a:pt x="5168" y="8430"/>
                  </a:cubicBezTo>
                  <a:cubicBezTo>
                    <a:pt x="4173" y="8344"/>
                    <a:pt x="3244" y="7913"/>
                    <a:pt x="2546" y="7205"/>
                  </a:cubicBezTo>
                  <a:cubicBezTo>
                    <a:pt x="0" y="4669"/>
                    <a:pt x="1589" y="314"/>
                    <a:pt x="5168" y="17"/>
                  </a:cubicBezTo>
                  <a:cubicBezTo>
                    <a:pt x="5040" y="6"/>
                    <a:pt x="4913" y="0"/>
                    <a:pt x="478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05;p46">
              <a:extLst>
                <a:ext uri="{FF2B5EF4-FFF2-40B4-BE49-F238E27FC236}">
                  <a16:creationId xmlns:a16="http://schemas.microsoft.com/office/drawing/2014/main" id="{693959B5-F205-59A8-076B-3CF3E3CC853F}"/>
                </a:ext>
              </a:extLst>
            </p:cNvPr>
            <p:cNvSpPr/>
            <p:nvPr/>
          </p:nvSpPr>
          <p:spPr>
            <a:xfrm>
              <a:off x="4504120" y="3094320"/>
              <a:ext cx="298219" cy="284682"/>
            </a:xfrm>
            <a:custGeom>
              <a:avLst/>
              <a:gdLst/>
              <a:ahLst/>
              <a:cxnLst/>
              <a:rect l="l" t="t" r="r" b="b"/>
              <a:pathLst>
                <a:path w="7169" h="6844" extrusionOk="0">
                  <a:moveTo>
                    <a:pt x="3443" y="0"/>
                  </a:moveTo>
                  <a:cubicBezTo>
                    <a:pt x="1686" y="0"/>
                    <a:pt x="1" y="1362"/>
                    <a:pt x="1" y="3421"/>
                  </a:cubicBezTo>
                  <a:cubicBezTo>
                    <a:pt x="1" y="4809"/>
                    <a:pt x="833" y="6053"/>
                    <a:pt x="2106" y="6579"/>
                  </a:cubicBezTo>
                  <a:cubicBezTo>
                    <a:pt x="2532" y="6757"/>
                    <a:pt x="2978" y="6843"/>
                    <a:pt x="3419" y="6843"/>
                  </a:cubicBezTo>
                  <a:cubicBezTo>
                    <a:pt x="4308" y="6843"/>
                    <a:pt x="5180" y="6494"/>
                    <a:pt x="5839" y="5842"/>
                  </a:cubicBezTo>
                  <a:cubicBezTo>
                    <a:pt x="7169" y="4502"/>
                    <a:pt x="7169" y="2339"/>
                    <a:pt x="5839" y="1009"/>
                  </a:cubicBezTo>
                  <a:cubicBezTo>
                    <a:pt x="5142" y="312"/>
                    <a:pt x="4284" y="0"/>
                    <a:pt x="34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06;p46">
              <a:extLst>
                <a:ext uri="{FF2B5EF4-FFF2-40B4-BE49-F238E27FC236}">
                  <a16:creationId xmlns:a16="http://schemas.microsoft.com/office/drawing/2014/main" id="{9690B08F-0CCD-2E64-049D-4EE0F04C0D26}"/>
                </a:ext>
              </a:extLst>
            </p:cNvPr>
            <p:cNvSpPr/>
            <p:nvPr/>
          </p:nvSpPr>
          <p:spPr>
            <a:xfrm>
              <a:off x="4491807" y="3094404"/>
              <a:ext cx="169639" cy="284391"/>
            </a:xfrm>
            <a:custGeom>
              <a:avLst/>
              <a:gdLst/>
              <a:ahLst/>
              <a:cxnLst/>
              <a:rect l="l" t="t" r="r" b="b"/>
              <a:pathLst>
                <a:path w="4078" h="6837" extrusionOk="0">
                  <a:moveTo>
                    <a:pt x="3703" y="1"/>
                  </a:moveTo>
                  <a:cubicBezTo>
                    <a:pt x="1844" y="1"/>
                    <a:pt x="287" y="1516"/>
                    <a:pt x="287" y="3419"/>
                  </a:cubicBezTo>
                  <a:cubicBezTo>
                    <a:pt x="287" y="5330"/>
                    <a:pt x="1843" y="6837"/>
                    <a:pt x="3701" y="6837"/>
                  </a:cubicBezTo>
                  <a:cubicBezTo>
                    <a:pt x="3825" y="6837"/>
                    <a:pt x="3951" y="6830"/>
                    <a:pt x="4077" y="6816"/>
                  </a:cubicBezTo>
                  <a:cubicBezTo>
                    <a:pt x="3302" y="6740"/>
                    <a:pt x="2584" y="6395"/>
                    <a:pt x="2029" y="5840"/>
                  </a:cubicBezTo>
                  <a:cubicBezTo>
                    <a:pt x="0" y="3811"/>
                    <a:pt x="1225" y="328"/>
                    <a:pt x="4077" y="21"/>
                  </a:cubicBezTo>
                  <a:cubicBezTo>
                    <a:pt x="3951" y="8"/>
                    <a:pt x="3826" y="1"/>
                    <a:pt x="370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07;p46">
              <a:extLst>
                <a:ext uri="{FF2B5EF4-FFF2-40B4-BE49-F238E27FC236}">
                  <a16:creationId xmlns:a16="http://schemas.microsoft.com/office/drawing/2014/main" id="{A5ECEABE-E87C-800C-1E8F-799C5A03C8B1}"/>
                </a:ext>
              </a:extLst>
            </p:cNvPr>
            <p:cNvSpPr/>
            <p:nvPr/>
          </p:nvSpPr>
          <p:spPr>
            <a:xfrm>
              <a:off x="4607242" y="3150600"/>
              <a:ext cx="78080" cy="77659"/>
            </a:xfrm>
            <a:custGeom>
              <a:avLst/>
              <a:gdLst/>
              <a:ahLst/>
              <a:cxnLst/>
              <a:rect l="l" t="t" r="r" b="b"/>
              <a:pathLst>
                <a:path w="1877" h="1867" extrusionOk="0">
                  <a:moveTo>
                    <a:pt x="938" y="1"/>
                  </a:moveTo>
                  <a:cubicBezTo>
                    <a:pt x="422" y="1"/>
                    <a:pt x="0" y="422"/>
                    <a:pt x="0" y="939"/>
                  </a:cubicBezTo>
                  <a:cubicBezTo>
                    <a:pt x="0" y="1455"/>
                    <a:pt x="422" y="1867"/>
                    <a:pt x="938" y="1867"/>
                  </a:cubicBezTo>
                  <a:cubicBezTo>
                    <a:pt x="1455" y="1867"/>
                    <a:pt x="1876" y="1455"/>
                    <a:pt x="1876" y="939"/>
                  </a:cubicBezTo>
                  <a:cubicBezTo>
                    <a:pt x="1876" y="422"/>
                    <a:pt x="1455" y="1"/>
                    <a:pt x="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08;p46">
              <a:extLst>
                <a:ext uri="{FF2B5EF4-FFF2-40B4-BE49-F238E27FC236}">
                  <a16:creationId xmlns:a16="http://schemas.microsoft.com/office/drawing/2014/main" id="{F9EB5B7D-2BC4-19B1-366F-3D7F241F2DAE}"/>
                </a:ext>
              </a:extLst>
            </p:cNvPr>
            <p:cNvSpPr/>
            <p:nvPr/>
          </p:nvSpPr>
          <p:spPr>
            <a:xfrm>
              <a:off x="4607242" y="3150724"/>
              <a:ext cx="54203" cy="77826"/>
            </a:xfrm>
            <a:custGeom>
              <a:avLst/>
              <a:gdLst/>
              <a:ahLst/>
              <a:cxnLst/>
              <a:rect l="l" t="t" r="r" b="b"/>
              <a:pathLst>
                <a:path w="1303" h="1871" extrusionOk="0">
                  <a:moveTo>
                    <a:pt x="940" y="0"/>
                  </a:moveTo>
                  <a:cubicBezTo>
                    <a:pt x="446" y="0"/>
                    <a:pt x="0" y="397"/>
                    <a:pt x="0" y="936"/>
                  </a:cubicBezTo>
                  <a:cubicBezTo>
                    <a:pt x="0" y="1474"/>
                    <a:pt x="446" y="1871"/>
                    <a:pt x="940" y="1871"/>
                  </a:cubicBezTo>
                  <a:cubicBezTo>
                    <a:pt x="1059" y="1871"/>
                    <a:pt x="1182" y="1847"/>
                    <a:pt x="1302" y="1797"/>
                  </a:cubicBezTo>
                  <a:cubicBezTo>
                    <a:pt x="958" y="1644"/>
                    <a:pt x="737" y="1309"/>
                    <a:pt x="737" y="936"/>
                  </a:cubicBezTo>
                  <a:cubicBezTo>
                    <a:pt x="737" y="562"/>
                    <a:pt x="958" y="218"/>
                    <a:pt x="1302" y="74"/>
                  </a:cubicBezTo>
                  <a:cubicBezTo>
                    <a:pt x="1182" y="24"/>
                    <a:pt x="1059" y="0"/>
                    <a:pt x="94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09;p46">
              <a:extLst>
                <a:ext uri="{FF2B5EF4-FFF2-40B4-BE49-F238E27FC236}">
                  <a16:creationId xmlns:a16="http://schemas.microsoft.com/office/drawing/2014/main" id="{23B227C7-7AC4-9434-14AF-680B7FB0A693}"/>
                </a:ext>
              </a:extLst>
            </p:cNvPr>
            <p:cNvSpPr/>
            <p:nvPr/>
          </p:nvSpPr>
          <p:spPr>
            <a:xfrm>
              <a:off x="4582575" y="3228217"/>
              <a:ext cx="127413" cy="81651"/>
            </a:xfrm>
            <a:custGeom>
              <a:avLst/>
              <a:gdLst/>
              <a:ahLst/>
              <a:cxnLst/>
              <a:rect l="l" t="t" r="r" b="b"/>
              <a:pathLst>
                <a:path w="3063" h="1963" extrusionOk="0">
                  <a:moveTo>
                    <a:pt x="1005" y="1"/>
                  </a:moveTo>
                  <a:cubicBezTo>
                    <a:pt x="450" y="10"/>
                    <a:pt x="0" y="451"/>
                    <a:pt x="0" y="1006"/>
                  </a:cubicBezTo>
                  <a:lnTo>
                    <a:pt x="0" y="1790"/>
                  </a:lnTo>
                  <a:cubicBezTo>
                    <a:pt x="0" y="1886"/>
                    <a:pt x="77" y="1963"/>
                    <a:pt x="172" y="1963"/>
                  </a:cubicBezTo>
                  <a:lnTo>
                    <a:pt x="2890" y="1963"/>
                  </a:lnTo>
                  <a:cubicBezTo>
                    <a:pt x="2986" y="1963"/>
                    <a:pt x="3063" y="1886"/>
                    <a:pt x="3063" y="1790"/>
                  </a:cubicBezTo>
                  <a:lnTo>
                    <a:pt x="3063" y="1006"/>
                  </a:lnTo>
                  <a:cubicBezTo>
                    <a:pt x="3063" y="451"/>
                    <a:pt x="2613" y="10"/>
                    <a:pt x="205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10;p46">
              <a:extLst>
                <a:ext uri="{FF2B5EF4-FFF2-40B4-BE49-F238E27FC236}">
                  <a16:creationId xmlns:a16="http://schemas.microsoft.com/office/drawing/2014/main" id="{9ED29D5D-4FEA-1814-C410-251A31049D77}"/>
                </a:ext>
              </a:extLst>
            </p:cNvPr>
            <p:cNvSpPr/>
            <p:nvPr/>
          </p:nvSpPr>
          <p:spPr>
            <a:xfrm>
              <a:off x="4582575" y="3228217"/>
              <a:ext cx="72465" cy="81653"/>
            </a:xfrm>
            <a:custGeom>
              <a:avLst/>
              <a:gdLst/>
              <a:ahLst/>
              <a:cxnLst/>
              <a:rect l="l" t="t" r="r" b="b"/>
              <a:pathLst>
                <a:path w="1742" h="1963" extrusionOk="0">
                  <a:moveTo>
                    <a:pt x="1005" y="1"/>
                  </a:moveTo>
                  <a:cubicBezTo>
                    <a:pt x="450" y="10"/>
                    <a:pt x="0" y="451"/>
                    <a:pt x="0" y="1006"/>
                  </a:cubicBezTo>
                  <a:lnTo>
                    <a:pt x="0" y="1790"/>
                  </a:lnTo>
                  <a:cubicBezTo>
                    <a:pt x="0" y="1886"/>
                    <a:pt x="77" y="1963"/>
                    <a:pt x="172" y="1963"/>
                  </a:cubicBezTo>
                  <a:lnTo>
                    <a:pt x="909" y="1963"/>
                  </a:lnTo>
                  <a:cubicBezTo>
                    <a:pt x="814" y="1963"/>
                    <a:pt x="737" y="1886"/>
                    <a:pt x="737" y="1790"/>
                  </a:cubicBezTo>
                  <a:lnTo>
                    <a:pt x="737" y="1006"/>
                  </a:lnTo>
                  <a:cubicBezTo>
                    <a:pt x="737" y="451"/>
                    <a:pt x="1187" y="10"/>
                    <a:pt x="1742"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211;p46">
              <a:extLst>
                <a:ext uri="{FF2B5EF4-FFF2-40B4-BE49-F238E27FC236}">
                  <a16:creationId xmlns:a16="http://schemas.microsoft.com/office/drawing/2014/main" id="{64DC45A0-6850-9AC3-E349-BE7F7B372176}"/>
                </a:ext>
              </a:extLst>
            </p:cNvPr>
            <p:cNvSpPr/>
            <p:nvPr/>
          </p:nvSpPr>
          <p:spPr>
            <a:xfrm>
              <a:off x="4606826" y="3260995"/>
              <a:ext cx="15599" cy="48875"/>
            </a:xfrm>
            <a:custGeom>
              <a:avLst/>
              <a:gdLst/>
              <a:ahLst/>
              <a:cxnLst/>
              <a:rect l="l" t="t" r="r" b="b"/>
              <a:pathLst>
                <a:path w="375" h="1175" extrusionOk="0">
                  <a:moveTo>
                    <a:pt x="188" y="0"/>
                  </a:moveTo>
                  <a:cubicBezTo>
                    <a:pt x="94" y="0"/>
                    <a:pt x="1" y="60"/>
                    <a:pt x="1" y="179"/>
                  </a:cubicBezTo>
                  <a:lnTo>
                    <a:pt x="1" y="1175"/>
                  </a:lnTo>
                  <a:lnTo>
                    <a:pt x="374" y="1175"/>
                  </a:lnTo>
                  <a:lnTo>
                    <a:pt x="374" y="179"/>
                  </a:lnTo>
                  <a:cubicBezTo>
                    <a:pt x="374" y="60"/>
                    <a:pt x="281" y="0"/>
                    <a:pt x="18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212;p46">
              <a:extLst>
                <a:ext uri="{FF2B5EF4-FFF2-40B4-BE49-F238E27FC236}">
                  <a16:creationId xmlns:a16="http://schemas.microsoft.com/office/drawing/2014/main" id="{54C05D33-2977-17FD-8277-6693105F5B79}"/>
                </a:ext>
              </a:extLst>
            </p:cNvPr>
            <p:cNvSpPr/>
            <p:nvPr/>
          </p:nvSpPr>
          <p:spPr>
            <a:xfrm>
              <a:off x="4670139" y="3260995"/>
              <a:ext cx="15558" cy="48875"/>
            </a:xfrm>
            <a:custGeom>
              <a:avLst/>
              <a:gdLst/>
              <a:ahLst/>
              <a:cxnLst/>
              <a:rect l="l" t="t" r="r" b="b"/>
              <a:pathLst>
                <a:path w="374" h="1175" extrusionOk="0">
                  <a:moveTo>
                    <a:pt x="187" y="0"/>
                  </a:moveTo>
                  <a:cubicBezTo>
                    <a:pt x="94" y="0"/>
                    <a:pt x="1" y="60"/>
                    <a:pt x="1" y="179"/>
                  </a:cubicBezTo>
                  <a:lnTo>
                    <a:pt x="1" y="1175"/>
                  </a:lnTo>
                  <a:lnTo>
                    <a:pt x="374" y="1175"/>
                  </a:lnTo>
                  <a:lnTo>
                    <a:pt x="374" y="179"/>
                  </a:lnTo>
                  <a:cubicBezTo>
                    <a:pt x="374" y="60"/>
                    <a:pt x="281" y="0"/>
                    <a:pt x="18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13;p46">
              <a:extLst>
                <a:ext uri="{FF2B5EF4-FFF2-40B4-BE49-F238E27FC236}">
                  <a16:creationId xmlns:a16="http://schemas.microsoft.com/office/drawing/2014/main" id="{F74D3409-727B-73C8-D6E6-5662B5CF63E3}"/>
                </a:ext>
              </a:extLst>
            </p:cNvPr>
            <p:cNvSpPr/>
            <p:nvPr/>
          </p:nvSpPr>
          <p:spPr>
            <a:xfrm>
              <a:off x="4314639" y="3386240"/>
              <a:ext cx="184360" cy="180398"/>
            </a:xfrm>
            <a:custGeom>
              <a:avLst/>
              <a:gdLst/>
              <a:ahLst/>
              <a:cxnLst/>
              <a:rect l="l" t="t" r="r" b="b"/>
              <a:pathLst>
                <a:path w="4432" h="4337" extrusionOk="0">
                  <a:moveTo>
                    <a:pt x="3517" y="0"/>
                  </a:moveTo>
                  <a:cubicBezTo>
                    <a:pt x="3391" y="0"/>
                    <a:pt x="3265" y="48"/>
                    <a:pt x="3168" y="145"/>
                  </a:cubicBezTo>
                  <a:lnTo>
                    <a:pt x="192" y="3121"/>
                  </a:lnTo>
                  <a:cubicBezTo>
                    <a:pt x="0" y="3313"/>
                    <a:pt x="0" y="3619"/>
                    <a:pt x="192" y="3810"/>
                  </a:cubicBezTo>
                  <a:lnTo>
                    <a:pt x="575" y="4193"/>
                  </a:lnTo>
                  <a:cubicBezTo>
                    <a:pt x="670" y="4289"/>
                    <a:pt x="795" y="4337"/>
                    <a:pt x="919" y="4337"/>
                  </a:cubicBezTo>
                  <a:cubicBezTo>
                    <a:pt x="1043" y="4337"/>
                    <a:pt x="1168" y="4289"/>
                    <a:pt x="1264" y="4193"/>
                  </a:cubicBezTo>
                  <a:lnTo>
                    <a:pt x="4240" y="1207"/>
                  </a:lnTo>
                  <a:cubicBezTo>
                    <a:pt x="4431" y="1016"/>
                    <a:pt x="4431" y="709"/>
                    <a:pt x="4240" y="528"/>
                  </a:cubicBezTo>
                  <a:lnTo>
                    <a:pt x="3857" y="135"/>
                  </a:lnTo>
                  <a:cubicBezTo>
                    <a:pt x="3763" y="45"/>
                    <a:pt x="3640" y="0"/>
                    <a:pt x="35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14;p46">
              <a:extLst>
                <a:ext uri="{FF2B5EF4-FFF2-40B4-BE49-F238E27FC236}">
                  <a16:creationId xmlns:a16="http://schemas.microsoft.com/office/drawing/2014/main" id="{B3D39E49-14D0-8597-F025-5179859859A5}"/>
                </a:ext>
              </a:extLst>
            </p:cNvPr>
            <p:cNvSpPr/>
            <p:nvPr/>
          </p:nvSpPr>
          <p:spPr>
            <a:xfrm>
              <a:off x="4314639" y="3386282"/>
              <a:ext cx="161277" cy="180360"/>
            </a:xfrm>
            <a:custGeom>
              <a:avLst/>
              <a:gdLst/>
              <a:ahLst/>
              <a:cxnLst/>
              <a:rect l="l" t="t" r="r" b="b"/>
              <a:pathLst>
                <a:path w="3877" h="4336" extrusionOk="0">
                  <a:moveTo>
                    <a:pt x="3513" y="0"/>
                  </a:moveTo>
                  <a:cubicBezTo>
                    <a:pt x="3388" y="0"/>
                    <a:pt x="3264" y="48"/>
                    <a:pt x="3168" y="144"/>
                  </a:cubicBezTo>
                  <a:lnTo>
                    <a:pt x="192" y="3120"/>
                  </a:lnTo>
                  <a:cubicBezTo>
                    <a:pt x="0" y="3312"/>
                    <a:pt x="0" y="3618"/>
                    <a:pt x="192" y="3809"/>
                  </a:cubicBezTo>
                  <a:lnTo>
                    <a:pt x="575" y="4192"/>
                  </a:lnTo>
                  <a:cubicBezTo>
                    <a:pt x="670" y="4288"/>
                    <a:pt x="795" y="4336"/>
                    <a:pt x="919" y="4336"/>
                  </a:cubicBezTo>
                  <a:cubicBezTo>
                    <a:pt x="1043" y="4336"/>
                    <a:pt x="1168" y="4288"/>
                    <a:pt x="1264" y="4192"/>
                  </a:cubicBezTo>
                  <a:lnTo>
                    <a:pt x="1283" y="4163"/>
                  </a:lnTo>
                  <a:lnTo>
                    <a:pt x="919" y="3809"/>
                  </a:lnTo>
                  <a:cubicBezTo>
                    <a:pt x="728" y="3618"/>
                    <a:pt x="728" y="3312"/>
                    <a:pt x="919" y="3120"/>
                  </a:cubicBezTo>
                  <a:lnTo>
                    <a:pt x="3876" y="163"/>
                  </a:lnTo>
                  <a:lnTo>
                    <a:pt x="3857" y="144"/>
                  </a:lnTo>
                  <a:cubicBezTo>
                    <a:pt x="3761" y="48"/>
                    <a:pt x="3637" y="0"/>
                    <a:pt x="3513"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215;p46">
              <a:extLst>
                <a:ext uri="{FF2B5EF4-FFF2-40B4-BE49-F238E27FC236}">
                  <a16:creationId xmlns:a16="http://schemas.microsoft.com/office/drawing/2014/main" id="{DBB36ED6-C247-53B5-D0A1-40FA6E02B3B9}"/>
                </a:ext>
              </a:extLst>
            </p:cNvPr>
            <p:cNvSpPr/>
            <p:nvPr/>
          </p:nvSpPr>
          <p:spPr>
            <a:xfrm>
              <a:off x="4431655" y="3385866"/>
              <a:ext cx="67348" cy="65721"/>
            </a:xfrm>
            <a:custGeom>
              <a:avLst/>
              <a:gdLst/>
              <a:ahLst/>
              <a:cxnLst/>
              <a:rect l="l" t="t" r="r" b="b"/>
              <a:pathLst>
                <a:path w="1619" h="1580" extrusionOk="0">
                  <a:moveTo>
                    <a:pt x="700" y="1"/>
                  </a:moveTo>
                  <a:cubicBezTo>
                    <a:pt x="575" y="1"/>
                    <a:pt x="451" y="49"/>
                    <a:pt x="355" y="144"/>
                  </a:cubicBezTo>
                  <a:lnTo>
                    <a:pt x="1" y="508"/>
                  </a:lnTo>
                  <a:lnTo>
                    <a:pt x="1073" y="1580"/>
                  </a:lnTo>
                  <a:lnTo>
                    <a:pt x="1437" y="1226"/>
                  </a:lnTo>
                  <a:cubicBezTo>
                    <a:pt x="1618" y="1034"/>
                    <a:pt x="1618" y="728"/>
                    <a:pt x="1437" y="537"/>
                  </a:cubicBezTo>
                  <a:lnTo>
                    <a:pt x="1044" y="144"/>
                  </a:lnTo>
                  <a:cubicBezTo>
                    <a:pt x="948" y="49"/>
                    <a:pt x="824" y="1"/>
                    <a:pt x="7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16;p46">
              <a:extLst>
                <a:ext uri="{FF2B5EF4-FFF2-40B4-BE49-F238E27FC236}">
                  <a16:creationId xmlns:a16="http://schemas.microsoft.com/office/drawing/2014/main" id="{0A12DE29-DBC9-2AEF-41EA-764D0B25F16A}"/>
                </a:ext>
              </a:extLst>
            </p:cNvPr>
            <p:cNvSpPr/>
            <p:nvPr/>
          </p:nvSpPr>
          <p:spPr>
            <a:xfrm>
              <a:off x="4431655" y="3385866"/>
              <a:ext cx="44261" cy="36272"/>
            </a:xfrm>
            <a:custGeom>
              <a:avLst/>
              <a:gdLst/>
              <a:ahLst/>
              <a:cxnLst/>
              <a:rect l="l" t="t" r="r" b="b"/>
              <a:pathLst>
                <a:path w="1064" h="872" extrusionOk="0">
                  <a:moveTo>
                    <a:pt x="652" y="1"/>
                  </a:moveTo>
                  <a:lnTo>
                    <a:pt x="604" y="10"/>
                  </a:lnTo>
                  <a:cubicBezTo>
                    <a:pt x="508" y="29"/>
                    <a:pt x="422" y="77"/>
                    <a:pt x="355" y="144"/>
                  </a:cubicBezTo>
                  <a:lnTo>
                    <a:pt x="87" y="412"/>
                  </a:lnTo>
                  <a:lnTo>
                    <a:pt x="1" y="498"/>
                  </a:lnTo>
                  <a:lnTo>
                    <a:pt x="374" y="872"/>
                  </a:lnTo>
                  <a:lnTo>
                    <a:pt x="1063" y="173"/>
                  </a:lnTo>
                  <a:lnTo>
                    <a:pt x="1044" y="144"/>
                  </a:lnTo>
                  <a:lnTo>
                    <a:pt x="1015" y="116"/>
                  </a:lnTo>
                  <a:lnTo>
                    <a:pt x="996" y="106"/>
                  </a:lnTo>
                  <a:cubicBezTo>
                    <a:pt x="910" y="39"/>
                    <a:pt x="805" y="10"/>
                    <a:pt x="700"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959369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7EE921-4DAB-47DF-FE8B-AC85B84F0228}"/>
              </a:ext>
            </a:extLst>
          </p:cNvPr>
          <p:cNvPicPr>
            <a:picLocks noChangeAspect="1"/>
          </p:cNvPicPr>
          <p:nvPr/>
        </p:nvPicPr>
        <p:blipFill>
          <a:blip r:embed="rId2"/>
          <a:stretch>
            <a:fillRect/>
          </a:stretch>
        </p:blipFill>
        <p:spPr>
          <a:xfrm>
            <a:off x="89210" y="602089"/>
            <a:ext cx="8965580" cy="4438262"/>
          </a:xfrm>
          <a:prstGeom prst="rect">
            <a:avLst/>
          </a:prstGeom>
        </p:spPr>
      </p:pic>
      <p:sp>
        <p:nvSpPr>
          <p:cNvPr id="4" name="Google Shape;1108;p46">
            <a:extLst>
              <a:ext uri="{FF2B5EF4-FFF2-40B4-BE49-F238E27FC236}">
                <a16:creationId xmlns:a16="http://schemas.microsoft.com/office/drawing/2014/main" id="{8F9906D9-B7CA-5C7D-D166-F5FDB102F678}"/>
              </a:ext>
            </a:extLst>
          </p:cNvPr>
          <p:cNvSpPr txBox="1">
            <a:spLocks/>
          </p:cNvSpPr>
          <p:nvPr/>
        </p:nvSpPr>
        <p:spPr>
          <a:xfrm>
            <a:off x="1870364" y="73655"/>
            <a:ext cx="6259512" cy="57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chivo Black"/>
              <a:buNone/>
              <a:defRPr sz="28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dirty="0"/>
              <a:t>Corporation</a:t>
            </a:r>
            <a:r>
              <a:rPr lang="ar-EG" dirty="0"/>
              <a:t> </a:t>
            </a:r>
            <a:r>
              <a:rPr lang="en-US" dirty="0"/>
              <a:t>Performance </a:t>
            </a:r>
          </a:p>
        </p:txBody>
      </p:sp>
      <p:grpSp>
        <p:nvGrpSpPr>
          <p:cNvPr id="5" name="Google Shape;1217;p46">
            <a:extLst>
              <a:ext uri="{FF2B5EF4-FFF2-40B4-BE49-F238E27FC236}">
                <a16:creationId xmlns:a16="http://schemas.microsoft.com/office/drawing/2014/main" id="{6A131A23-B5CF-3775-8794-ABCA4895CBAD}"/>
              </a:ext>
            </a:extLst>
          </p:cNvPr>
          <p:cNvGrpSpPr/>
          <p:nvPr/>
        </p:nvGrpSpPr>
        <p:grpSpPr>
          <a:xfrm>
            <a:off x="1689749" y="161100"/>
            <a:ext cx="560598" cy="396610"/>
            <a:chOff x="6922947" y="3061056"/>
            <a:chExt cx="560598" cy="500987"/>
          </a:xfrm>
        </p:grpSpPr>
        <p:sp>
          <p:nvSpPr>
            <p:cNvPr id="6" name="Google Shape;1218;p46">
              <a:extLst>
                <a:ext uri="{FF2B5EF4-FFF2-40B4-BE49-F238E27FC236}">
                  <a16:creationId xmlns:a16="http://schemas.microsoft.com/office/drawing/2014/main" id="{E7ED1529-47DD-5CFD-D14D-184A4AA9ACDF}"/>
                </a:ext>
              </a:extLst>
            </p:cNvPr>
            <p:cNvSpPr/>
            <p:nvPr/>
          </p:nvSpPr>
          <p:spPr>
            <a:xfrm>
              <a:off x="7021808" y="3130110"/>
              <a:ext cx="361430" cy="361392"/>
            </a:xfrm>
            <a:custGeom>
              <a:avLst/>
              <a:gdLst/>
              <a:ahLst/>
              <a:cxnLst/>
              <a:rect l="l" t="t" r="r" b="b"/>
              <a:pathLst>
                <a:path w="9725" h="9724" extrusionOk="0">
                  <a:moveTo>
                    <a:pt x="4863" y="0"/>
                  </a:moveTo>
                  <a:cubicBezTo>
                    <a:pt x="2183" y="0"/>
                    <a:pt x="1" y="2182"/>
                    <a:pt x="1" y="4862"/>
                  </a:cubicBezTo>
                  <a:cubicBezTo>
                    <a:pt x="1" y="7551"/>
                    <a:pt x="2183" y="9724"/>
                    <a:pt x="4863" y="9724"/>
                  </a:cubicBezTo>
                  <a:cubicBezTo>
                    <a:pt x="7552" y="9724"/>
                    <a:pt x="9724" y="7551"/>
                    <a:pt x="9724" y="4862"/>
                  </a:cubicBezTo>
                  <a:cubicBezTo>
                    <a:pt x="9724" y="2182"/>
                    <a:pt x="7552" y="0"/>
                    <a:pt x="48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19;p46">
              <a:extLst>
                <a:ext uri="{FF2B5EF4-FFF2-40B4-BE49-F238E27FC236}">
                  <a16:creationId xmlns:a16="http://schemas.microsoft.com/office/drawing/2014/main" id="{A3E30E77-5ABB-9270-AA2B-C8381C456093}"/>
                </a:ext>
              </a:extLst>
            </p:cNvPr>
            <p:cNvSpPr/>
            <p:nvPr/>
          </p:nvSpPr>
          <p:spPr>
            <a:xfrm>
              <a:off x="6985906" y="3134012"/>
              <a:ext cx="343962" cy="357639"/>
            </a:xfrm>
            <a:custGeom>
              <a:avLst/>
              <a:gdLst/>
              <a:ahLst/>
              <a:cxnLst/>
              <a:rect l="l" t="t" r="r" b="b"/>
              <a:pathLst>
                <a:path w="9255" h="9623" extrusionOk="0">
                  <a:moveTo>
                    <a:pt x="4843" y="1"/>
                  </a:moveTo>
                  <a:lnTo>
                    <a:pt x="4843" y="1"/>
                  </a:lnTo>
                  <a:cubicBezTo>
                    <a:pt x="1656" y="661"/>
                    <a:pt x="0" y="4202"/>
                    <a:pt x="1541" y="7063"/>
                  </a:cubicBezTo>
                  <a:cubicBezTo>
                    <a:pt x="2439" y="8731"/>
                    <a:pt x="4128" y="9622"/>
                    <a:pt x="5836" y="9622"/>
                  </a:cubicBezTo>
                  <a:cubicBezTo>
                    <a:pt x="7059" y="9622"/>
                    <a:pt x="8293" y="9166"/>
                    <a:pt x="9255" y="8212"/>
                  </a:cubicBezTo>
                  <a:lnTo>
                    <a:pt x="9255" y="8212"/>
                  </a:lnTo>
                  <a:cubicBezTo>
                    <a:pt x="8929" y="8279"/>
                    <a:pt x="8594" y="8308"/>
                    <a:pt x="8260" y="8308"/>
                  </a:cubicBezTo>
                  <a:cubicBezTo>
                    <a:pt x="6288" y="8308"/>
                    <a:pt x="4518" y="7121"/>
                    <a:pt x="3771" y="5302"/>
                  </a:cubicBezTo>
                  <a:cubicBezTo>
                    <a:pt x="3015" y="3484"/>
                    <a:pt x="3436" y="1388"/>
                    <a:pt x="484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1220;p46">
              <a:extLst>
                <a:ext uri="{FF2B5EF4-FFF2-40B4-BE49-F238E27FC236}">
                  <a16:creationId xmlns:a16="http://schemas.microsoft.com/office/drawing/2014/main" id="{34503246-CD38-A139-7AED-9F8FFEDE48CC}"/>
                </a:ext>
              </a:extLst>
            </p:cNvPr>
            <p:cNvSpPr/>
            <p:nvPr/>
          </p:nvSpPr>
          <p:spPr>
            <a:xfrm>
              <a:off x="7096883" y="3131894"/>
              <a:ext cx="286691" cy="357118"/>
            </a:xfrm>
            <a:custGeom>
              <a:avLst/>
              <a:gdLst/>
              <a:ahLst/>
              <a:cxnLst/>
              <a:rect l="l" t="t" r="r" b="b"/>
              <a:pathLst>
                <a:path w="7714" h="9609" extrusionOk="0">
                  <a:moveTo>
                    <a:pt x="3551" y="0"/>
                  </a:moveTo>
                  <a:lnTo>
                    <a:pt x="3886" y="402"/>
                  </a:lnTo>
                  <a:cubicBezTo>
                    <a:pt x="3924" y="450"/>
                    <a:pt x="3934" y="517"/>
                    <a:pt x="3905" y="574"/>
                  </a:cubicBezTo>
                  <a:lnTo>
                    <a:pt x="3685" y="1101"/>
                  </a:lnTo>
                  <a:cubicBezTo>
                    <a:pt x="3669" y="1133"/>
                    <a:pt x="3640" y="1150"/>
                    <a:pt x="3611" y="1150"/>
                  </a:cubicBezTo>
                  <a:cubicBezTo>
                    <a:pt x="3589" y="1150"/>
                    <a:pt x="3567" y="1141"/>
                    <a:pt x="3551" y="1120"/>
                  </a:cubicBezTo>
                  <a:lnTo>
                    <a:pt x="3340" y="823"/>
                  </a:lnTo>
                  <a:cubicBezTo>
                    <a:pt x="3315" y="781"/>
                    <a:pt x="3269" y="754"/>
                    <a:pt x="3219" y="754"/>
                  </a:cubicBezTo>
                  <a:cubicBezTo>
                    <a:pt x="3212" y="754"/>
                    <a:pt x="3204" y="755"/>
                    <a:pt x="3197" y="756"/>
                  </a:cubicBezTo>
                  <a:lnTo>
                    <a:pt x="2967" y="766"/>
                  </a:lnTo>
                  <a:cubicBezTo>
                    <a:pt x="2891" y="766"/>
                    <a:pt x="2814" y="814"/>
                    <a:pt x="2766" y="881"/>
                  </a:cubicBezTo>
                  <a:lnTo>
                    <a:pt x="2144" y="1818"/>
                  </a:lnTo>
                  <a:cubicBezTo>
                    <a:pt x="2087" y="1905"/>
                    <a:pt x="2134" y="2019"/>
                    <a:pt x="2240" y="2039"/>
                  </a:cubicBezTo>
                  <a:lnTo>
                    <a:pt x="2527" y="2096"/>
                  </a:lnTo>
                  <a:cubicBezTo>
                    <a:pt x="2539" y="2098"/>
                    <a:pt x="2552" y="2100"/>
                    <a:pt x="2564" y="2100"/>
                  </a:cubicBezTo>
                  <a:cubicBezTo>
                    <a:pt x="2647" y="2100"/>
                    <a:pt x="2723" y="2046"/>
                    <a:pt x="2757" y="1972"/>
                  </a:cubicBezTo>
                  <a:lnTo>
                    <a:pt x="2900" y="1589"/>
                  </a:lnTo>
                  <a:cubicBezTo>
                    <a:pt x="2922" y="1528"/>
                    <a:pt x="2977" y="1492"/>
                    <a:pt x="3034" y="1492"/>
                  </a:cubicBezTo>
                  <a:cubicBezTo>
                    <a:pt x="3075" y="1492"/>
                    <a:pt x="3117" y="1510"/>
                    <a:pt x="3149" y="1550"/>
                  </a:cubicBezTo>
                  <a:lnTo>
                    <a:pt x="3273" y="1713"/>
                  </a:lnTo>
                  <a:lnTo>
                    <a:pt x="3206" y="2220"/>
                  </a:lnTo>
                  <a:cubicBezTo>
                    <a:pt x="3197" y="2259"/>
                    <a:pt x="3168" y="2278"/>
                    <a:pt x="3139" y="2287"/>
                  </a:cubicBezTo>
                  <a:lnTo>
                    <a:pt x="2489" y="2383"/>
                  </a:lnTo>
                  <a:cubicBezTo>
                    <a:pt x="2460" y="2383"/>
                    <a:pt x="2431" y="2402"/>
                    <a:pt x="2412" y="2412"/>
                  </a:cubicBezTo>
                  <a:lnTo>
                    <a:pt x="1761" y="2890"/>
                  </a:lnTo>
                  <a:cubicBezTo>
                    <a:pt x="1694" y="2938"/>
                    <a:pt x="1646" y="3015"/>
                    <a:pt x="1627" y="3091"/>
                  </a:cubicBezTo>
                  <a:lnTo>
                    <a:pt x="1570" y="3350"/>
                  </a:lnTo>
                  <a:cubicBezTo>
                    <a:pt x="1552" y="3430"/>
                    <a:pt x="1485" y="3485"/>
                    <a:pt x="1407" y="3485"/>
                  </a:cubicBezTo>
                  <a:cubicBezTo>
                    <a:pt x="1401" y="3485"/>
                    <a:pt x="1394" y="3484"/>
                    <a:pt x="1388" y="3484"/>
                  </a:cubicBezTo>
                  <a:lnTo>
                    <a:pt x="1091" y="3445"/>
                  </a:lnTo>
                  <a:cubicBezTo>
                    <a:pt x="1085" y="3445"/>
                    <a:pt x="1078" y="3444"/>
                    <a:pt x="1072" y="3444"/>
                  </a:cubicBezTo>
                  <a:cubicBezTo>
                    <a:pt x="1002" y="3444"/>
                    <a:pt x="937" y="3489"/>
                    <a:pt x="919" y="3551"/>
                  </a:cubicBezTo>
                  <a:lnTo>
                    <a:pt x="756" y="3991"/>
                  </a:lnTo>
                  <a:cubicBezTo>
                    <a:pt x="718" y="4087"/>
                    <a:pt x="766" y="4182"/>
                    <a:pt x="862" y="4211"/>
                  </a:cubicBezTo>
                  <a:lnTo>
                    <a:pt x="1235" y="4316"/>
                  </a:lnTo>
                  <a:cubicBezTo>
                    <a:pt x="1252" y="4322"/>
                    <a:pt x="1270" y="4325"/>
                    <a:pt x="1287" y="4325"/>
                  </a:cubicBezTo>
                  <a:cubicBezTo>
                    <a:pt x="1360" y="4325"/>
                    <a:pt x="1434" y="4280"/>
                    <a:pt x="1465" y="4211"/>
                  </a:cubicBezTo>
                  <a:lnTo>
                    <a:pt x="1704" y="3685"/>
                  </a:lnTo>
                  <a:cubicBezTo>
                    <a:pt x="1742" y="3599"/>
                    <a:pt x="1819" y="3532"/>
                    <a:pt x="1905" y="3503"/>
                  </a:cubicBezTo>
                  <a:lnTo>
                    <a:pt x="2307" y="3378"/>
                  </a:lnTo>
                  <a:lnTo>
                    <a:pt x="2833" y="4010"/>
                  </a:lnTo>
                  <a:lnTo>
                    <a:pt x="2785" y="4154"/>
                  </a:lnTo>
                  <a:cubicBezTo>
                    <a:pt x="2747" y="4249"/>
                    <a:pt x="2795" y="4345"/>
                    <a:pt x="2891" y="4374"/>
                  </a:cubicBezTo>
                  <a:cubicBezTo>
                    <a:pt x="2910" y="4383"/>
                    <a:pt x="2929" y="4383"/>
                    <a:pt x="2948" y="4383"/>
                  </a:cubicBezTo>
                  <a:cubicBezTo>
                    <a:pt x="3015" y="4383"/>
                    <a:pt x="3082" y="4335"/>
                    <a:pt x="3111" y="4268"/>
                  </a:cubicBezTo>
                  <a:lnTo>
                    <a:pt x="3159" y="4115"/>
                  </a:lnTo>
                  <a:cubicBezTo>
                    <a:pt x="3197" y="4000"/>
                    <a:pt x="3178" y="3886"/>
                    <a:pt x="3101" y="3790"/>
                  </a:cubicBezTo>
                  <a:lnTo>
                    <a:pt x="2661" y="3244"/>
                  </a:lnTo>
                  <a:lnTo>
                    <a:pt x="2776" y="3216"/>
                  </a:lnTo>
                  <a:lnTo>
                    <a:pt x="3159" y="3455"/>
                  </a:lnTo>
                  <a:cubicBezTo>
                    <a:pt x="3235" y="3503"/>
                    <a:pt x="3292" y="3579"/>
                    <a:pt x="3312" y="3675"/>
                  </a:cubicBezTo>
                  <a:lnTo>
                    <a:pt x="3398" y="4087"/>
                  </a:lnTo>
                  <a:cubicBezTo>
                    <a:pt x="3407" y="4163"/>
                    <a:pt x="3484" y="4221"/>
                    <a:pt x="3570" y="4221"/>
                  </a:cubicBezTo>
                  <a:lnTo>
                    <a:pt x="3599" y="4221"/>
                  </a:lnTo>
                  <a:cubicBezTo>
                    <a:pt x="3694" y="4201"/>
                    <a:pt x="3752" y="4106"/>
                    <a:pt x="3733" y="4020"/>
                  </a:cubicBezTo>
                  <a:lnTo>
                    <a:pt x="3694" y="3780"/>
                  </a:lnTo>
                  <a:cubicBezTo>
                    <a:pt x="3675" y="3704"/>
                    <a:pt x="3733" y="3627"/>
                    <a:pt x="3809" y="3618"/>
                  </a:cubicBezTo>
                  <a:cubicBezTo>
                    <a:pt x="3876" y="3599"/>
                    <a:pt x="3924" y="3551"/>
                    <a:pt x="3934" y="3493"/>
                  </a:cubicBezTo>
                  <a:lnTo>
                    <a:pt x="4010" y="3082"/>
                  </a:lnTo>
                  <a:cubicBezTo>
                    <a:pt x="4037" y="3012"/>
                    <a:pt x="4095" y="2966"/>
                    <a:pt x="4163" y="2966"/>
                  </a:cubicBezTo>
                  <a:cubicBezTo>
                    <a:pt x="4170" y="2966"/>
                    <a:pt x="4176" y="2966"/>
                    <a:pt x="4183" y="2967"/>
                  </a:cubicBezTo>
                  <a:lnTo>
                    <a:pt x="4269" y="2967"/>
                  </a:lnTo>
                  <a:cubicBezTo>
                    <a:pt x="4277" y="2969"/>
                    <a:pt x="4286" y="2969"/>
                    <a:pt x="4294" y="2969"/>
                  </a:cubicBezTo>
                  <a:cubicBezTo>
                    <a:pt x="4333" y="2969"/>
                    <a:pt x="4371" y="2952"/>
                    <a:pt x="4403" y="2929"/>
                  </a:cubicBezTo>
                  <a:cubicBezTo>
                    <a:pt x="4431" y="2890"/>
                    <a:pt x="4470" y="2871"/>
                    <a:pt x="4517" y="2871"/>
                  </a:cubicBezTo>
                  <a:lnTo>
                    <a:pt x="4785" y="2900"/>
                  </a:lnTo>
                  <a:cubicBezTo>
                    <a:pt x="4833" y="2919"/>
                    <a:pt x="4881" y="2957"/>
                    <a:pt x="4891" y="3015"/>
                  </a:cubicBezTo>
                  <a:lnTo>
                    <a:pt x="4919" y="3130"/>
                  </a:lnTo>
                  <a:cubicBezTo>
                    <a:pt x="4939" y="3216"/>
                    <a:pt x="4881" y="3302"/>
                    <a:pt x="4795" y="3321"/>
                  </a:cubicBezTo>
                  <a:lnTo>
                    <a:pt x="4039" y="3551"/>
                  </a:lnTo>
                  <a:cubicBezTo>
                    <a:pt x="3953" y="3570"/>
                    <a:pt x="3924" y="3675"/>
                    <a:pt x="3982" y="3742"/>
                  </a:cubicBezTo>
                  <a:lnTo>
                    <a:pt x="4049" y="3828"/>
                  </a:lnTo>
                  <a:cubicBezTo>
                    <a:pt x="4087" y="3857"/>
                    <a:pt x="4125" y="3876"/>
                    <a:pt x="4173" y="3876"/>
                  </a:cubicBezTo>
                  <a:lnTo>
                    <a:pt x="4613" y="3838"/>
                  </a:lnTo>
                  <a:cubicBezTo>
                    <a:pt x="4619" y="3837"/>
                    <a:pt x="4626" y="3837"/>
                    <a:pt x="4632" y="3837"/>
                  </a:cubicBezTo>
                  <a:cubicBezTo>
                    <a:pt x="4710" y="3837"/>
                    <a:pt x="4777" y="3892"/>
                    <a:pt x="4795" y="3972"/>
                  </a:cubicBezTo>
                  <a:lnTo>
                    <a:pt x="4814" y="4087"/>
                  </a:lnTo>
                  <a:cubicBezTo>
                    <a:pt x="4852" y="4278"/>
                    <a:pt x="4709" y="4469"/>
                    <a:pt x="4508" y="4479"/>
                  </a:cubicBezTo>
                  <a:lnTo>
                    <a:pt x="3666" y="4546"/>
                  </a:lnTo>
                  <a:cubicBezTo>
                    <a:pt x="3570" y="4556"/>
                    <a:pt x="3503" y="4651"/>
                    <a:pt x="3532" y="4747"/>
                  </a:cubicBezTo>
                  <a:cubicBezTo>
                    <a:pt x="3565" y="4845"/>
                    <a:pt x="3485" y="4937"/>
                    <a:pt x="3389" y="4937"/>
                  </a:cubicBezTo>
                  <a:cubicBezTo>
                    <a:pt x="3373" y="4937"/>
                    <a:pt x="3357" y="4934"/>
                    <a:pt x="3340" y="4929"/>
                  </a:cubicBezTo>
                  <a:lnTo>
                    <a:pt x="2718" y="4728"/>
                  </a:lnTo>
                  <a:cubicBezTo>
                    <a:pt x="2632" y="4699"/>
                    <a:pt x="2575" y="4623"/>
                    <a:pt x="2556" y="4536"/>
                  </a:cubicBezTo>
                  <a:cubicBezTo>
                    <a:pt x="2536" y="4422"/>
                    <a:pt x="2441" y="4335"/>
                    <a:pt x="2316" y="4335"/>
                  </a:cubicBezTo>
                  <a:lnTo>
                    <a:pt x="1723" y="4345"/>
                  </a:lnTo>
                  <a:cubicBezTo>
                    <a:pt x="1503" y="4355"/>
                    <a:pt x="1292" y="4402"/>
                    <a:pt x="1101" y="4489"/>
                  </a:cubicBezTo>
                  <a:lnTo>
                    <a:pt x="890" y="4584"/>
                  </a:lnTo>
                  <a:cubicBezTo>
                    <a:pt x="775" y="4632"/>
                    <a:pt x="689" y="4747"/>
                    <a:pt x="689" y="4871"/>
                  </a:cubicBezTo>
                  <a:lnTo>
                    <a:pt x="680" y="5044"/>
                  </a:lnTo>
                  <a:lnTo>
                    <a:pt x="86" y="5733"/>
                  </a:lnTo>
                  <a:cubicBezTo>
                    <a:pt x="29" y="5790"/>
                    <a:pt x="0" y="5867"/>
                    <a:pt x="0" y="5953"/>
                  </a:cubicBezTo>
                  <a:lnTo>
                    <a:pt x="0" y="6690"/>
                  </a:lnTo>
                  <a:cubicBezTo>
                    <a:pt x="0" y="6824"/>
                    <a:pt x="58" y="6948"/>
                    <a:pt x="153" y="7044"/>
                  </a:cubicBezTo>
                  <a:lnTo>
                    <a:pt x="689" y="7561"/>
                  </a:lnTo>
                  <a:cubicBezTo>
                    <a:pt x="766" y="7637"/>
                    <a:pt x="871" y="7685"/>
                    <a:pt x="996" y="7695"/>
                  </a:cubicBezTo>
                  <a:lnTo>
                    <a:pt x="2565" y="7838"/>
                  </a:lnTo>
                  <a:cubicBezTo>
                    <a:pt x="2670" y="7838"/>
                    <a:pt x="2737" y="7934"/>
                    <a:pt x="2728" y="8030"/>
                  </a:cubicBezTo>
                  <a:lnTo>
                    <a:pt x="2718" y="8106"/>
                  </a:lnTo>
                  <a:cubicBezTo>
                    <a:pt x="2699" y="8221"/>
                    <a:pt x="2757" y="8345"/>
                    <a:pt x="2852" y="8412"/>
                  </a:cubicBezTo>
                  <a:lnTo>
                    <a:pt x="3235" y="8699"/>
                  </a:lnTo>
                  <a:lnTo>
                    <a:pt x="3178" y="8891"/>
                  </a:lnTo>
                  <a:cubicBezTo>
                    <a:pt x="3139" y="9025"/>
                    <a:pt x="3178" y="9168"/>
                    <a:pt x="3283" y="9255"/>
                  </a:cubicBezTo>
                  <a:lnTo>
                    <a:pt x="3694" y="9609"/>
                  </a:lnTo>
                  <a:cubicBezTo>
                    <a:pt x="4096" y="9542"/>
                    <a:pt x="4489" y="9417"/>
                    <a:pt x="4862" y="9255"/>
                  </a:cubicBezTo>
                  <a:lnTo>
                    <a:pt x="5503" y="8479"/>
                  </a:lnTo>
                  <a:cubicBezTo>
                    <a:pt x="5599" y="8355"/>
                    <a:pt x="5685" y="8221"/>
                    <a:pt x="5752" y="8077"/>
                  </a:cubicBezTo>
                  <a:lnTo>
                    <a:pt x="6470" y="6422"/>
                  </a:lnTo>
                  <a:cubicBezTo>
                    <a:pt x="6546" y="6249"/>
                    <a:pt x="6422" y="6049"/>
                    <a:pt x="6231" y="6039"/>
                  </a:cubicBezTo>
                  <a:cubicBezTo>
                    <a:pt x="6020" y="6039"/>
                    <a:pt x="5829" y="5953"/>
                    <a:pt x="5695" y="5790"/>
                  </a:cubicBezTo>
                  <a:lnTo>
                    <a:pt x="4977" y="4938"/>
                  </a:lnTo>
                  <a:cubicBezTo>
                    <a:pt x="4864" y="4805"/>
                    <a:pt x="4979" y="4650"/>
                    <a:pt x="5109" y="4650"/>
                  </a:cubicBezTo>
                  <a:cubicBezTo>
                    <a:pt x="5156" y="4650"/>
                    <a:pt x="5204" y="4670"/>
                    <a:pt x="5245" y="4718"/>
                  </a:cubicBezTo>
                  <a:lnTo>
                    <a:pt x="5963" y="5570"/>
                  </a:lnTo>
                  <a:cubicBezTo>
                    <a:pt x="6020" y="5637"/>
                    <a:pt x="6116" y="5685"/>
                    <a:pt x="6211" y="5685"/>
                  </a:cubicBezTo>
                  <a:cubicBezTo>
                    <a:pt x="6317" y="5685"/>
                    <a:pt x="6422" y="5618"/>
                    <a:pt x="6470" y="5522"/>
                  </a:cubicBezTo>
                  <a:lnTo>
                    <a:pt x="6881" y="4709"/>
                  </a:lnTo>
                  <a:cubicBezTo>
                    <a:pt x="6920" y="4632"/>
                    <a:pt x="6900" y="4536"/>
                    <a:pt x="6833" y="4489"/>
                  </a:cubicBezTo>
                  <a:lnTo>
                    <a:pt x="6709" y="4412"/>
                  </a:lnTo>
                  <a:cubicBezTo>
                    <a:pt x="6671" y="4374"/>
                    <a:pt x="6652" y="4316"/>
                    <a:pt x="6680" y="4268"/>
                  </a:cubicBezTo>
                  <a:lnTo>
                    <a:pt x="6747" y="4182"/>
                  </a:lnTo>
                  <a:cubicBezTo>
                    <a:pt x="6808" y="4078"/>
                    <a:pt x="6918" y="4024"/>
                    <a:pt x="7031" y="4024"/>
                  </a:cubicBezTo>
                  <a:cubicBezTo>
                    <a:pt x="7114" y="4024"/>
                    <a:pt x="7199" y="4054"/>
                    <a:pt x="7264" y="4115"/>
                  </a:cubicBezTo>
                  <a:lnTo>
                    <a:pt x="7714" y="4565"/>
                  </a:lnTo>
                  <a:cubicBezTo>
                    <a:pt x="7695" y="4364"/>
                    <a:pt x="7676" y="4163"/>
                    <a:pt x="7637" y="3972"/>
                  </a:cubicBezTo>
                  <a:cubicBezTo>
                    <a:pt x="7274" y="1905"/>
                    <a:pt x="5628" y="306"/>
                    <a:pt x="35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21;p46">
              <a:extLst>
                <a:ext uri="{FF2B5EF4-FFF2-40B4-BE49-F238E27FC236}">
                  <a16:creationId xmlns:a16="http://schemas.microsoft.com/office/drawing/2014/main" id="{3F4FDC80-3AAD-60F9-12D3-DD6801A70137}"/>
                </a:ext>
              </a:extLst>
            </p:cNvPr>
            <p:cNvSpPr/>
            <p:nvPr/>
          </p:nvSpPr>
          <p:spPr>
            <a:xfrm>
              <a:off x="7139550" y="3198384"/>
              <a:ext cx="23154" cy="37054"/>
            </a:xfrm>
            <a:custGeom>
              <a:avLst/>
              <a:gdLst/>
              <a:ahLst/>
              <a:cxnLst/>
              <a:rect l="l" t="t" r="r" b="b"/>
              <a:pathLst>
                <a:path w="623" h="997" extrusionOk="0">
                  <a:moveTo>
                    <a:pt x="441" y="1"/>
                  </a:moveTo>
                  <a:cubicBezTo>
                    <a:pt x="345" y="1"/>
                    <a:pt x="269" y="77"/>
                    <a:pt x="269" y="173"/>
                  </a:cubicBezTo>
                  <a:lnTo>
                    <a:pt x="269" y="546"/>
                  </a:lnTo>
                  <a:lnTo>
                    <a:pt x="116" y="699"/>
                  </a:lnTo>
                  <a:cubicBezTo>
                    <a:pt x="1" y="805"/>
                    <a:pt x="77" y="996"/>
                    <a:pt x="230" y="996"/>
                  </a:cubicBezTo>
                  <a:cubicBezTo>
                    <a:pt x="278" y="996"/>
                    <a:pt x="326" y="977"/>
                    <a:pt x="355" y="948"/>
                  </a:cubicBezTo>
                  <a:lnTo>
                    <a:pt x="565" y="747"/>
                  </a:lnTo>
                  <a:cubicBezTo>
                    <a:pt x="604" y="719"/>
                    <a:pt x="623" y="671"/>
                    <a:pt x="623" y="623"/>
                  </a:cubicBezTo>
                  <a:lnTo>
                    <a:pt x="613" y="173"/>
                  </a:lnTo>
                  <a:cubicBezTo>
                    <a:pt x="613" y="77"/>
                    <a:pt x="537" y="1"/>
                    <a:pt x="4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22;p46">
              <a:extLst>
                <a:ext uri="{FF2B5EF4-FFF2-40B4-BE49-F238E27FC236}">
                  <a16:creationId xmlns:a16="http://schemas.microsoft.com/office/drawing/2014/main" id="{C6F8F4CF-1B9C-B8BE-477D-034AA723EC96}"/>
                </a:ext>
              </a:extLst>
            </p:cNvPr>
            <p:cNvSpPr/>
            <p:nvPr/>
          </p:nvSpPr>
          <p:spPr>
            <a:xfrm>
              <a:off x="7096883" y="3319693"/>
              <a:ext cx="207381" cy="169324"/>
            </a:xfrm>
            <a:custGeom>
              <a:avLst/>
              <a:gdLst/>
              <a:ahLst/>
              <a:cxnLst/>
              <a:rect l="l" t="t" r="r" b="b"/>
              <a:pathLst>
                <a:path w="5580" h="4556" extrusionOk="0">
                  <a:moveTo>
                    <a:pt x="670" y="0"/>
                  </a:moveTo>
                  <a:lnTo>
                    <a:pt x="77" y="670"/>
                  </a:lnTo>
                  <a:cubicBezTo>
                    <a:pt x="29" y="737"/>
                    <a:pt x="0" y="814"/>
                    <a:pt x="0" y="890"/>
                  </a:cubicBezTo>
                  <a:lnTo>
                    <a:pt x="0" y="1627"/>
                  </a:lnTo>
                  <a:cubicBezTo>
                    <a:pt x="0" y="1761"/>
                    <a:pt x="58" y="1895"/>
                    <a:pt x="153" y="1991"/>
                  </a:cubicBezTo>
                  <a:lnTo>
                    <a:pt x="680" y="2498"/>
                  </a:lnTo>
                  <a:cubicBezTo>
                    <a:pt x="766" y="2575"/>
                    <a:pt x="871" y="2622"/>
                    <a:pt x="986" y="2642"/>
                  </a:cubicBezTo>
                  <a:lnTo>
                    <a:pt x="2565" y="2785"/>
                  </a:lnTo>
                  <a:cubicBezTo>
                    <a:pt x="2670" y="2785"/>
                    <a:pt x="2737" y="2881"/>
                    <a:pt x="2728" y="2977"/>
                  </a:cubicBezTo>
                  <a:lnTo>
                    <a:pt x="2718" y="3053"/>
                  </a:lnTo>
                  <a:cubicBezTo>
                    <a:pt x="2699" y="3168"/>
                    <a:pt x="2757" y="3292"/>
                    <a:pt x="2852" y="3359"/>
                  </a:cubicBezTo>
                  <a:lnTo>
                    <a:pt x="3235" y="3646"/>
                  </a:lnTo>
                  <a:lnTo>
                    <a:pt x="3178" y="3838"/>
                  </a:lnTo>
                  <a:cubicBezTo>
                    <a:pt x="3139" y="3972"/>
                    <a:pt x="3178" y="4115"/>
                    <a:pt x="3283" y="4202"/>
                  </a:cubicBezTo>
                  <a:lnTo>
                    <a:pt x="3694" y="4556"/>
                  </a:lnTo>
                  <a:lnTo>
                    <a:pt x="3704" y="4556"/>
                  </a:lnTo>
                  <a:cubicBezTo>
                    <a:pt x="3991" y="4508"/>
                    <a:pt x="4278" y="4422"/>
                    <a:pt x="4556" y="4316"/>
                  </a:cubicBezTo>
                  <a:lnTo>
                    <a:pt x="4623" y="4297"/>
                  </a:lnTo>
                  <a:cubicBezTo>
                    <a:pt x="4690" y="4269"/>
                    <a:pt x="4747" y="4249"/>
                    <a:pt x="4805" y="4221"/>
                  </a:cubicBezTo>
                  <a:lnTo>
                    <a:pt x="4862" y="4192"/>
                  </a:lnTo>
                  <a:lnTo>
                    <a:pt x="5503" y="3426"/>
                  </a:lnTo>
                  <a:cubicBezTo>
                    <a:pt x="5532" y="3388"/>
                    <a:pt x="5561" y="3350"/>
                    <a:pt x="5580" y="3312"/>
                  </a:cubicBezTo>
                  <a:lnTo>
                    <a:pt x="5274" y="3312"/>
                  </a:lnTo>
                  <a:cubicBezTo>
                    <a:pt x="3187" y="3312"/>
                    <a:pt x="1331" y="1981"/>
                    <a:pt x="67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23;p46">
              <a:extLst>
                <a:ext uri="{FF2B5EF4-FFF2-40B4-BE49-F238E27FC236}">
                  <a16:creationId xmlns:a16="http://schemas.microsoft.com/office/drawing/2014/main" id="{A8F7B4A4-F5EA-EBBC-F694-679CE2F41EEE}"/>
                </a:ext>
              </a:extLst>
            </p:cNvPr>
            <p:cNvSpPr/>
            <p:nvPr/>
          </p:nvSpPr>
          <p:spPr>
            <a:xfrm>
              <a:off x="6994194" y="3199164"/>
              <a:ext cx="489352" cy="362879"/>
            </a:xfrm>
            <a:custGeom>
              <a:avLst/>
              <a:gdLst/>
              <a:ahLst/>
              <a:cxnLst/>
              <a:rect l="l" t="t" r="r" b="b"/>
              <a:pathLst>
                <a:path w="13167" h="9764" extrusionOk="0">
                  <a:moveTo>
                    <a:pt x="11542" y="0"/>
                  </a:moveTo>
                  <a:cubicBezTo>
                    <a:pt x="11407" y="0"/>
                    <a:pt x="11274" y="126"/>
                    <a:pt x="11338" y="286"/>
                  </a:cubicBezTo>
                  <a:cubicBezTo>
                    <a:pt x="12697" y="3148"/>
                    <a:pt x="11740" y="6574"/>
                    <a:pt x="9089" y="8306"/>
                  </a:cubicBezTo>
                  <a:cubicBezTo>
                    <a:pt x="8022" y="9007"/>
                    <a:pt x="6813" y="9347"/>
                    <a:pt x="5613" y="9347"/>
                  </a:cubicBezTo>
                  <a:cubicBezTo>
                    <a:pt x="3834" y="9347"/>
                    <a:pt x="2076" y="8600"/>
                    <a:pt x="830" y="7177"/>
                  </a:cubicBezTo>
                  <a:lnTo>
                    <a:pt x="830" y="7177"/>
                  </a:lnTo>
                  <a:lnTo>
                    <a:pt x="1567" y="7416"/>
                  </a:lnTo>
                  <a:cubicBezTo>
                    <a:pt x="1599" y="7429"/>
                    <a:pt x="1629" y="7435"/>
                    <a:pt x="1656" y="7435"/>
                  </a:cubicBezTo>
                  <a:cubicBezTo>
                    <a:pt x="1872" y="7435"/>
                    <a:pt x="1955" y="7082"/>
                    <a:pt x="1701" y="7014"/>
                  </a:cubicBezTo>
                  <a:lnTo>
                    <a:pt x="294" y="6545"/>
                  </a:lnTo>
                  <a:cubicBezTo>
                    <a:pt x="272" y="6538"/>
                    <a:pt x="249" y="6535"/>
                    <a:pt x="228" y="6535"/>
                  </a:cubicBezTo>
                  <a:cubicBezTo>
                    <a:pt x="102" y="6535"/>
                    <a:pt x="0" y="6645"/>
                    <a:pt x="17" y="6784"/>
                  </a:cubicBezTo>
                  <a:lnTo>
                    <a:pt x="256" y="8421"/>
                  </a:lnTo>
                  <a:cubicBezTo>
                    <a:pt x="275" y="8526"/>
                    <a:pt x="361" y="8603"/>
                    <a:pt x="466" y="8603"/>
                  </a:cubicBezTo>
                  <a:lnTo>
                    <a:pt x="495" y="8603"/>
                  </a:lnTo>
                  <a:cubicBezTo>
                    <a:pt x="610" y="8583"/>
                    <a:pt x="696" y="8478"/>
                    <a:pt x="677" y="8363"/>
                  </a:cubicBezTo>
                  <a:lnTo>
                    <a:pt x="553" y="7492"/>
                  </a:lnTo>
                  <a:lnTo>
                    <a:pt x="553" y="7492"/>
                  </a:lnTo>
                  <a:cubicBezTo>
                    <a:pt x="1880" y="8985"/>
                    <a:pt x="3736" y="9764"/>
                    <a:pt x="5614" y="9764"/>
                  </a:cubicBezTo>
                  <a:cubicBezTo>
                    <a:pt x="6903" y="9764"/>
                    <a:pt x="8202" y="9397"/>
                    <a:pt x="9348" y="8641"/>
                  </a:cubicBezTo>
                  <a:cubicBezTo>
                    <a:pt x="12152" y="6794"/>
                    <a:pt x="13166" y="3157"/>
                    <a:pt x="11731" y="114"/>
                  </a:cubicBezTo>
                  <a:lnTo>
                    <a:pt x="11721" y="104"/>
                  </a:lnTo>
                  <a:cubicBezTo>
                    <a:pt x="11677" y="31"/>
                    <a:pt x="11609" y="0"/>
                    <a:pt x="11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24;p46">
              <a:extLst>
                <a:ext uri="{FF2B5EF4-FFF2-40B4-BE49-F238E27FC236}">
                  <a16:creationId xmlns:a16="http://schemas.microsoft.com/office/drawing/2014/main" id="{43F92E8A-4AD4-887D-6E8D-ACC11BF0B301}"/>
                </a:ext>
              </a:extLst>
            </p:cNvPr>
            <p:cNvSpPr/>
            <p:nvPr/>
          </p:nvSpPr>
          <p:spPr>
            <a:xfrm>
              <a:off x="6922947" y="3061056"/>
              <a:ext cx="488014" cy="361615"/>
            </a:xfrm>
            <a:custGeom>
              <a:avLst/>
              <a:gdLst/>
              <a:ahLst/>
              <a:cxnLst/>
              <a:rect l="l" t="t" r="r" b="b"/>
              <a:pathLst>
                <a:path w="13131" h="9730" extrusionOk="0">
                  <a:moveTo>
                    <a:pt x="7544" y="0"/>
                  </a:moveTo>
                  <a:cubicBezTo>
                    <a:pt x="6257" y="0"/>
                    <a:pt x="4960" y="367"/>
                    <a:pt x="3819" y="1121"/>
                  </a:cubicBezTo>
                  <a:cubicBezTo>
                    <a:pt x="1024" y="2968"/>
                    <a:pt x="0" y="6586"/>
                    <a:pt x="1417" y="9620"/>
                  </a:cubicBezTo>
                  <a:cubicBezTo>
                    <a:pt x="1459" y="9697"/>
                    <a:pt x="1526" y="9730"/>
                    <a:pt x="1593" y="9730"/>
                  </a:cubicBezTo>
                  <a:cubicBezTo>
                    <a:pt x="1725" y="9730"/>
                    <a:pt x="1857" y="9603"/>
                    <a:pt x="1800" y="9438"/>
                  </a:cubicBezTo>
                  <a:cubicBezTo>
                    <a:pt x="1388" y="8586"/>
                    <a:pt x="1178" y="7658"/>
                    <a:pt x="1187" y="6720"/>
                  </a:cubicBezTo>
                  <a:cubicBezTo>
                    <a:pt x="1187" y="4079"/>
                    <a:pt x="2824" y="1715"/>
                    <a:pt x="5302" y="786"/>
                  </a:cubicBezTo>
                  <a:cubicBezTo>
                    <a:pt x="6026" y="514"/>
                    <a:pt x="6777" y="383"/>
                    <a:pt x="7521" y="383"/>
                  </a:cubicBezTo>
                  <a:cubicBezTo>
                    <a:pt x="9317" y="383"/>
                    <a:pt x="11073" y="1149"/>
                    <a:pt x="12298" y="2557"/>
                  </a:cubicBezTo>
                  <a:lnTo>
                    <a:pt x="11571" y="2318"/>
                  </a:lnTo>
                  <a:cubicBezTo>
                    <a:pt x="11549" y="2312"/>
                    <a:pt x="11529" y="2309"/>
                    <a:pt x="11509" y="2309"/>
                  </a:cubicBezTo>
                  <a:cubicBezTo>
                    <a:pt x="11294" y="2309"/>
                    <a:pt x="11209" y="2623"/>
                    <a:pt x="11437" y="2720"/>
                  </a:cubicBezTo>
                  <a:lnTo>
                    <a:pt x="12844" y="3179"/>
                  </a:lnTo>
                  <a:cubicBezTo>
                    <a:pt x="12863" y="3189"/>
                    <a:pt x="12882" y="3198"/>
                    <a:pt x="12911" y="3198"/>
                  </a:cubicBezTo>
                  <a:cubicBezTo>
                    <a:pt x="13035" y="3189"/>
                    <a:pt x="13131" y="3083"/>
                    <a:pt x="13121" y="2959"/>
                  </a:cubicBezTo>
                  <a:lnTo>
                    <a:pt x="12882" y="1313"/>
                  </a:lnTo>
                  <a:cubicBezTo>
                    <a:pt x="12869" y="1181"/>
                    <a:pt x="12773" y="1121"/>
                    <a:pt x="12676" y="1121"/>
                  </a:cubicBezTo>
                  <a:cubicBezTo>
                    <a:pt x="12554" y="1121"/>
                    <a:pt x="12429" y="1215"/>
                    <a:pt x="12461" y="1380"/>
                  </a:cubicBezTo>
                  <a:lnTo>
                    <a:pt x="12576" y="2241"/>
                  </a:lnTo>
                  <a:cubicBezTo>
                    <a:pt x="11251" y="769"/>
                    <a:pt x="9407" y="0"/>
                    <a:pt x="75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817290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80E6C3-EF56-952E-10ED-A8386D85D95B}"/>
              </a:ext>
            </a:extLst>
          </p:cNvPr>
          <p:cNvPicPr>
            <a:picLocks noChangeAspect="1"/>
          </p:cNvPicPr>
          <p:nvPr/>
        </p:nvPicPr>
        <p:blipFill>
          <a:blip r:embed="rId2"/>
          <a:stretch>
            <a:fillRect/>
          </a:stretch>
        </p:blipFill>
        <p:spPr>
          <a:xfrm>
            <a:off x="118946" y="568892"/>
            <a:ext cx="8928410" cy="4493762"/>
          </a:xfrm>
          <a:prstGeom prst="rect">
            <a:avLst/>
          </a:prstGeom>
        </p:spPr>
      </p:pic>
      <p:sp>
        <p:nvSpPr>
          <p:cNvPr id="4" name="Google Shape;1108;p46">
            <a:extLst>
              <a:ext uri="{FF2B5EF4-FFF2-40B4-BE49-F238E27FC236}">
                <a16:creationId xmlns:a16="http://schemas.microsoft.com/office/drawing/2014/main" id="{EB88624F-760A-379C-5321-EB81E3E725D7}"/>
              </a:ext>
            </a:extLst>
          </p:cNvPr>
          <p:cNvSpPr txBox="1">
            <a:spLocks/>
          </p:cNvSpPr>
          <p:nvPr/>
        </p:nvSpPr>
        <p:spPr>
          <a:xfrm>
            <a:off x="832158" y="49228"/>
            <a:ext cx="7696200" cy="571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chivo Black"/>
              <a:buNone/>
              <a:defRPr sz="2800" b="0" i="0" u="none" strike="noStrike" cap="none">
                <a:solidFill>
                  <a:schemeClr val="dk1"/>
                </a:solidFill>
                <a:latin typeface="Archivo Black"/>
                <a:ea typeface="Archivo Black"/>
                <a:cs typeface="Archivo Black"/>
                <a:sym typeface="Archivo Black"/>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US" dirty="0"/>
              <a:t>Manufacturer Performance</a:t>
            </a:r>
          </a:p>
        </p:txBody>
      </p:sp>
      <p:grpSp>
        <p:nvGrpSpPr>
          <p:cNvPr id="5" name="Google Shape;1150;p46">
            <a:extLst>
              <a:ext uri="{FF2B5EF4-FFF2-40B4-BE49-F238E27FC236}">
                <a16:creationId xmlns:a16="http://schemas.microsoft.com/office/drawing/2014/main" id="{CD102D6E-F5A8-9E1E-1BEE-A01CCB8640D1}"/>
              </a:ext>
            </a:extLst>
          </p:cNvPr>
          <p:cNvGrpSpPr/>
          <p:nvPr/>
        </p:nvGrpSpPr>
        <p:grpSpPr>
          <a:xfrm>
            <a:off x="1349480" y="170985"/>
            <a:ext cx="512595" cy="297366"/>
            <a:chOff x="4315705" y="1272266"/>
            <a:chExt cx="512595" cy="537174"/>
          </a:xfrm>
        </p:grpSpPr>
        <p:sp>
          <p:nvSpPr>
            <p:cNvPr id="6" name="Google Shape;1151;p46">
              <a:extLst>
                <a:ext uri="{FF2B5EF4-FFF2-40B4-BE49-F238E27FC236}">
                  <a16:creationId xmlns:a16="http://schemas.microsoft.com/office/drawing/2014/main" id="{1510E055-B563-1715-B868-FCF358E02A4B}"/>
                </a:ext>
              </a:extLst>
            </p:cNvPr>
            <p:cNvSpPr/>
            <p:nvPr/>
          </p:nvSpPr>
          <p:spPr>
            <a:xfrm>
              <a:off x="4563342" y="1272266"/>
              <a:ext cx="264958" cy="223361"/>
            </a:xfrm>
            <a:custGeom>
              <a:avLst/>
              <a:gdLst/>
              <a:ahLst/>
              <a:cxnLst/>
              <a:rect l="l" t="t" r="r" b="b"/>
              <a:pathLst>
                <a:path w="6134" h="5171" extrusionOk="0">
                  <a:moveTo>
                    <a:pt x="3098" y="1"/>
                  </a:moveTo>
                  <a:cubicBezTo>
                    <a:pt x="3061" y="1"/>
                    <a:pt x="3024" y="2"/>
                    <a:pt x="2986" y="3"/>
                  </a:cubicBezTo>
                  <a:cubicBezTo>
                    <a:pt x="1043" y="80"/>
                    <a:pt x="0" y="2338"/>
                    <a:pt x="1216" y="3860"/>
                  </a:cubicBezTo>
                  <a:lnTo>
                    <a:pt x="1168" y="4989"/>
                  </a:lnTo>
                  <a:cubicBezTo>
                    <a:pt x="1160" y="5095"/>
                    <a:pt x="1241" y="5170"/>
                    <a:pt x="1332" y="5170"/>
                  </a:cubicBezTo>
                  <a:cubicBezTo>
                    <a:pt x="1357" y="5170"/>
                    <a:pt x="1382" y="5165"/>
                    <a:pt x="1407" y="5152"/>
                  </a:cubicBezTo>
                  <a:lnTo>
                    <a:pt x="2431" y="4674"/>
                  </a:lnTo>
                  <a:cubicBezTo>
                    <a:pt x="2649" y="4736"/>
                    <a:pt x="2870" y="4767"/>
                    <a:pt x="3088" y="4767"/>
                  </a:cubicBezTo>
                  <a:cubicBezTo>
                    <a:pt x="3868" y="4767"/>
                    <a:pt x="4616" y="4380"/>
                    <a:pt x="5073" y="3707"/>
                  </a:cubicBezTo>
                  <a:cubicBezTo>
                    <a:pt x="6133" y="2121"/>
                    <a:pt x="4985" y="1"/>
                    <a:pt x="30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52;p46">
              <a:extLst>
                <a:ext uri="{FF2B5EF4-FFF2-40B4-BE49-F238E27FC236}">
                  <a16:creationId xmlns:a16="http://schemas.microsoft.com/office/drawing/2014/main" id="{1E9411B7-4DC0-3C07-CBF3-4D18FF09379D}"/>
                </a:ext>
              </a:extLst>
            </p:cNvPr>
            <p:cNvSpPr/>
            <p:nvPr/>
          </p:nvSpPr>
          <p:spPr>
            <a:xfrm>
              <a:off x="4630727" y="1322286"/>
              <a:ext cx="123235" cy="107469"/>
            </a:xfrm>
            <a:custGeom>
              <a:avLst/>
              <a:gdLst/>
              <a:ahLst/>
              <a:cxnLst/>
              <a:rect l="l" t="t" r="r" b="b"/>
              <a:pathLst>
                <a:path w="2853" h="2488" extrusionOk="0">
                  <a:moveTo>
                    <a:pt x="1391" y="1"/>
                  </a:moveTo>
                  <a:cubicBezTo>
                    <a:pt x="1381" y="1"/>
                    <a:pt x="1370" y="2"/>
                    <a:pt x="1359" y="3"/>
                  </a:cubicBezTo>
                  <a:cubicBezTo>
                    <a:pt x="373" y="204"/>
                    <a:pt x="0" y="1410"/>
                    <a:pt x="708" y="2118"/>
                  </a:cubicBezTo>
                  <a:cubicBezTo>
                    <a:pt x="961" y="2371"/>
                    <a:pt x="1279" y="2487"/>
                    <a:pt x="1591" y="2487"/>
                  </a:cubicBezTo>
                  <a:cubicBezTo>
                    <a:pt x="2154" y="2487"/>
                    <a:pt x="2700" y="2111"/>
                    <a:pt x="2823" y="1477"/>
                  </a:cubicBezTo>
                  <a:cubicBezTo>
                    <a:pt x="2852" y="1353"/>
                    <a:pt x="2756" y="1238"/>
                    <a:pt x="2632" y="1238"/>
                  </a:cubicBezTo>
                  <a:lnTo>
                    <a:pt x="1799" y="1238"/>
                  </a:lnTo>
                  <a:cubicBezTo>
                    <a:pt x="1685" y="1238"/>
                    <a:pt x="1598" y="1152"/>
                    <a:pt x="1598" y="1046"/>
                  </a:cubicBezTo>
                  <a:lnTo>
                    <a:pt x="1598" y="204"/>
                  </a:lnTo>
                  <a:cubicBezTo>
                    <a:pt x="1598" y="91"/>
                    <a:pt x="1503" y="1"/>
                    <a:pt x="13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53;p46">
              <a:extLst>
                <a:ext uri="{FF2B5EF4-FFF2-40B4-BE49-F238E27FC236}">
                  <a16:creationId xmlns:a16="http://schemas.microsoft.com/office/drawing/2014/main" id="{47BE3200-873A-78AE-40BB-BB0F1F457C8D}"/>
                </a:ext>
              </a:extLst>
            </p:cNvPr>
            <p:cNvSpPr/>
            <p:nvPr/>
          </p:nvSpPr>
          <p:spPr>
            <a:xfrm>
              <a:off x="4342572" y="1345957"/>
              <a:ext cx="437825" cy="437825"/>
            </a:xfrm>
            <a:custGeom>
              <a:avLst/>
              <a:gdLst/>
              <a:ahLst/>
              <a:cxnLst/>
              <a:rect l="l" t="t" r="r" b="b"/>
              <a:pathLst>
                <a:path w="10136" h="10136" extrusionOk="0">
                  <a:moveTo>
                    <a:pt x="3283" y="1"/>
                  </a:moveTo>
                  <a:lnTo>
                    <a:pt x="1" y="3283"/>
                  </a:lnTo>
                  <a:lnTo>
                    <a:pt x="1637" y="4920"/>
                  </a:lnTo>
                  <a:cubicBezTo>
                    <a:pt x="2085" y="5368"/>
                    <a:pt x="2678" y="5601"/>
                    <a:pt x="3277" y="5601"/>
                  </a:cubicBezTo>
                  <a:cubicBezTo>
                    <a:pt x="3690" y="5601"/>
                    <a:pt x="4105" y="5491"/>
                    <a:pt x="4480" y="5264"/>
                  </a:cubicBezTo>
                  <a:lnTo>
                    <a:pt x="4862" y="5647"/>
                  </a:lnTo>
                  <a:cubicBezTo>
                    <a:pt x="4307" y="6566"/>
                    <a:pt x="4451" y="7734"/>
                    <a:pt x="5207" y="8490"/>
                  </a:cubicBezTo>
                  <a:lnTo>
                    <a:pt x="6853" y="10136"/>
                  </a:lnTo>
                  <a:lnTo>
                    <a:pt x="10136" y="6853"/>
                  </a:lnTo>
                  <a:lnTo>
                    <a:pt x="8490" y="5207"/>
                  </a:lnTo>
                  <a:cubicBezTo>
                    <a:pt x="8042" y="4760"/>
                    <a:pt x="7451" y="4530"/>
                    <a:pt x="6853" y="4530"/>
                  </a:cubicBezTo>
                  <a:cubicBezTo>
                    <a:pt x="6439" y="4530"/>
                    <a:pt x="6022" y="4640"/>
                    <a:pt x="5647" y="4863"/>
                  </a:cubicBezTo>
                  <a:lnTo>
                    <a:pt x="5264" y="4480"/>
                  </a:lnTo>
                  <a:cubicBezTo>
                    <a:pt x="5819" y="3571"/>
                    <a:pt x="5676" y="2393"/>
                    <a:pt x="4920" y="1637"/>
                  </a:cubicBezTo>
                  <a:lnTo>
                    <a:pt x="32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54;p46">
              <a:extLst>
                <a:ext uri="{FF2B5EF4-FFF2-40B4-BE49-F238E27FC236}">
                  <a16:creationId xmlns:a16="http://schemas.microsoft.com/office/drawing/2014/main" id="{D0B5B58E-D5EE-3BB1-0A53-FD649E0608A0}"/>
                </a:ext>
              </a:extLst>
            </p:cNvPr>
            <p:cNvSpPr/>
            <p:nvPr/>
          </p:nvSpPr>
          <p:spPr>
            <a:xfrm>
              <a:off x="4462871" y="1345957"/>
              <a:ext cx="317138" cy="317138"/>
            </a:xfrm>
            <a:custGeom>
              <a:avLst/>
              <a:gdLst/>
              <a:ahLst/>
              <a:cxnLst/>
              <a:rect l="l" t="t" r="r" b="b"/>
              <a:pathLst>
                <a:path w="7342" h="7342" extrusionOk="0">
                  <a:moveTo>
                    <a:pt x="498" y="1"/>
                  </a:moveTo>
                  <a:lnTo>
                    <a:pt x="1" y="498"/>
                  </a:lnTo>
                  <a:lnTo>
                    <a:pt x="1647" y="2135"/>
                  </a:lnTo>
                  <a:cubicBezTo>
                    <a:pt x="2336" y="2824"/>
                    <a:pt x="2518" y="3867"/>
                    <a:pt x="2106" y="4748"/>
                  </a:cubicBezTo>
                  <a:cubicBezTo>
                    <a:pt x="2049" y="4891"/>
                    <a:pt x="2077" y="5054"/>
                    <a:pt x="2183" y="5159"/>
                  </a:cubicBezTo>
                  <a:cubicBezTo>
                    <a:pt x="2252" y="5229"/>
                    <a:pt x="2347" y="5265"/>
                    <a:pt x="2444" y="5265"/>
                  </a:cubicBezTo>
                  <a:cubicBezTo>
                    <a:pt x="2494" y="5265"/>
                    <a:pt x="2545" y="5255"/>
                    <a:pt x="2594" y="5236"/>
                  </a:cubicBezTo>
                  <a:cubicBezTo>
                    <a:pt x="2904" y="5091"/>
                    <a:pt x="3234" y="5021"/>
                    <a:pt x="3562" y="5021"/>
                  </a:cubicBezTo>
                  <a:cubicBezTo>
                    <a:pt x="4165" y="5021"/>
                    <a:pt x="4760" y="5258"/>
                    <a:pt x="5207" y="5705"/>
                  </a:cubicBezTo>
                  <a:lnTo>
                    <a:pt x="6853" y="7341"/>
                  </a:lnTo>
                  <a:lnTo>
                    <a:pt x="7341" y="6853"/>
                  </a:lnTo>
                  <a:lnTo>
                    <a:pt x="5705" y="5207"/>
                  </a:lnTo>
                  <a:cubicBezTo>
                    <a:pt x="5257" y="4760"/>
                    <a:pt x="4666" y="4530"/>
                    <a:pt x="4068" y="4530"/>
                  </a:cubicBezTo>
                  <a:cubicBezTo>
                    <a:pt x="3654" y="4530"/>
                    <a:pt x="3237" y="4640"/>
                    <a:pt x="2862" y="4863"/>
                  </a:cubicBezTo>
                  <a:lnTo>
                    <a:pt x="2479" y="4480"/>
                  </a:lnTo>
                  <a:cubicBezTo>
                    <a:pt x="3034" y="3571"/>
                    <a:pt x="2891" y="2393"/>
                    <a:pt x="2135" y="1637"/>
                  </a:cubicBezTo>
                  <a:lnTo>
                    <a:pt x="498"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55;p46">
              <a:extLst>
                <a:ext uri="{FF2B5EF4-FFF2-40B4-BE49-F238E27FC236}">
                  <a16:creationId xmlns:a16="http://schemas.microsoft.com/office/drawing/2014/main" id="{376D6407-D1FF-41B2-2322-44BBC208B549}"/>
                </a:ext>
              </a:extLst>
            </p:cNvPr>
            <p:cNvSpPr/>
            <p:nvPr/>
          </p:nvSpPr>
          <p:spPr>
            <a:xfrm>
              <a:off x="4315705" y="1319997"/>
              <a:ext cx="195155" cy="193427"/>
            </a:xfrm>
            <a:custGeom>
              <a:avLst/>
              <a:gdLst/>
              <a:ahLst/>
              <a:cxnLst/>
              <a:rect l="l" t="t" r="r" b="b"/>
              <a:pathLst>
                <a:path w="4518" h="4478" extrusionOk="0">
                  <a:moveTo>
                    <a:pt x="3906" y="0"/>
                  </a:moveTo>
                  <a:cubicBezTo>
                    <a:pt x="3857" y="0"/>
                    <a:pt x="3809" y="19"/>
                    <a:pt x="3771" y="56"/>
                  </a:cubicBezTo>
                  <a:lnTo>
                    <a:pt x="87" y="3750"/>
                  </a:lnTo>
                  <a:cubicBezTo>
                    <a:pt x="1" y="3827"/>
                    <a:pt x="1" y="3951"/>
                    <a:pt x="87" y="4028"/>
                  </a:cubicBezTo>
                  <a:lnTo>
                    <a:pt x="470" y="4420"/>
                  </a:lnTo>
                  <a:cubicBezTo>
                    <a:pt x="508" y="4459"/>
                    <a:pt x="561" y="4478"/>
                    <a:pt x="613" y="4478"/>
                  </a:cubicBezTo>
                  <a:cubicBezTo>
                    <a:pt x="666" y="4478"/>
                    <a:pt x="718" y="4459"/>
                    <a:pt x="757" y="4420"/>
                  </a:cubicBezTo>
                  <a:lnTo>
                    <a:pt x="4441" y="736"/>
                  </a:lnTo>
                  <a:cubicBezTo>
                    <a:pt x="4518" y="659"/>
                    <a:pt x="4518" y="525"/>
                    <a:pt x="4441" y="449"/>
                  </a:cubicBezTo>
                  <a:lnTo>
                    <a:pt x="4049" y="66"/>
                  </a:lnTo>
                  <a:cubicBezTo>
                    <a:pt x="4009" y="22"/>
                    <a:pt x="3957" y="0"/>
                    <a:pt x="39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56;p46">
              <a:extLst>
                <a:ext uri="{FF2B5EF4-FFF2-40B4-BE49-F238E27FC236}">
                  <a16:creationId xmlns:a16="http://schemas.microsoft.com/office/drawing/2014/main" id="{44795887-2A84-7874-C99A-B7C80D52919A}"/>
                </a:ext>
              </a:extLst>
            </p:cNvPr>
            <p:cNvSpPr/>
            <p:nvPr/>
          </p:nvSpPr>
          <p:spPr>
            <a:xfrm>
              <a:off x="4327713" y="1331098"/>
              <a:ext cx="183147" cy="182326"/>
            </a:xfrm>
            <a:custGeom>
              <a:avLst/>
              <a:gdLst/>
              <a:ahLst/>
              <a:cxnLst/>
              <a:rect l="l" t="t" r="r" b="b"/>
              <a:pathLst>
                <a:path w="4240" h="4221" extrusionOk="0">
                  <a:moveTo>
                    <a:pt x="3972" y="0"/>
                  </a:moveTo>
                  <a:lnTo>
                    <a:pt x="0" y="3972"/>
                  </a:lnTo>
                  <a:lnTo>
                    <a:pt x="192" y="4163"/>
                  </a:lnTo>
                  <a:cubicBezTo>
                    <a:pt x="230" y="4202"/>
                    <a:pt x="283" y="4221"/>
                    <a:pt x="335" y="4221"/>
                  </a:cubicBezTo>
                  <a:cubicBezTo>
                    <a:pt x="388" y="4221"/>
                    <a:pt x="440" y="4202"/>
                    <a:pt x="479" y="4163"/>
                  </a:cubicBezTo>
                  <a:lnTo>
                    <a:pt x="4163" y="469"/>
                  </a:lnTo>
                  <a:cubicBezTo>
                    <a:pt x="4240" y="393"/>
                    <a:pt x="4240" y="268"/>
                    <a:pt x="4163" y="192"/>
                  </a:cubicBezTo>
                  <a:lnTo>
                    <a:pt x="3972"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57;p46">
              <a:extLst>
                <a:ext uri="{FF2B5EF4-FFF2-40B4-BE49-F238E27FC236}">
                  <a16:creationId xmlns:a16="http://schemas.microsoft.com/office/drawing/2014/main" id="{26127394-30BC-EE0A-2465-49451D58F63B}"/>
                </a:ext>
              </a:extLst>
            </p:cNvPr>
            <p:cNvSpPr/>
            <p:nvPr/>
          </p:nvSpPr>
          <p:spPr>
            <a:xfrm>
              <a:off x="4612110" y="1616315"/>
              <a:ext cx="194766" cy="193125"/>
            </a:xfrm>
            <a:custGeom>
              <a:avLst/>
              <a:gdLst/>
              <a:ahLst/>
              <a:cxnLst/>
              <a:rect l="l" t="t" r="r" b="b"/>
              <a:pathLst>
                <a:path w="4509" h="4471" extrusionOk="0">
                  <a:moveTo>
                    <a:pt x="3900" y="1"/>
                  </a:moveTo>
                  <a:cubicBezTo>
                    <a:pt x="3850" y="1"/>
                    <a:pt x="3800" y="20"/>
                    <a:pt x="3762" y="58"/>
                  </a:cubicBezTo>
                  <a:lnTo>
                    <a:pt x="77" y="3743"/>
                  </a:lnTo>
                  <a:cubicBezTo>
                    <a:pt x="1" y="3819"/>
                    <a:pt x="1" y="3944"/>
                    <a:pt x="77" y="4030"/>
                  </a:cubicBezTo>
                  <a:lnTo>
                    <a:pt x="460" y="4413"/>
                  </a:lnTo>
                  <a:cubicBezTo>
                    <a:pt x="498" y="4451"/>
                    <a:pt x="551" y="4470"/>
                    <a:pt x="603" y="4470"/>
                  </a:cubicBezTo>
                  <a:cubicBezTo>
                    <a:pt x="656" y="4470"/>
                    <a:pt x="709" y="4451"/>
                    <a:pt x="747" y="4413"/>
                  </a:cubicBezTo>
                  <a:lnTo>
                    <a:pt x="4432" y="728"/>
                  </a:lnTo>
                  <a:cubicBezTo>
                    <a:pt x="4508" y="652"/>
                    <a:pt x="4508" y="518"/>
                    <a:pt x="4432" y="441"/>
                  </a:cubicBezTo>
                  <a:lnTo>
                    <a:pt x="4039" y="58"/>
                  </a:lnTo>
                  <a:cubicBezTo>
                    <a:pt x="4001" y="20"/>
                    <a:pt x="3951" y="1"/>
                    <a:pt x="39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58;p46">
              <a:extLst>
                <a:ext uri="{FF2B5EF4-FFF2-40B4-BE49-F238E27FC236}">
                  <a16:creationId xmlns:a16="http://schemas.microsoft.com/office/drawing/2014/main" id="{07D422A6-7478-3D4D-5F51-B554A6DA3063}"/>
                </a:ext>
              </a:extLst>
            </p:cNvPr>
            <p:cNvSpPr/>
            <p:nvPr/>
          </p:nvSpPr>
          <p:spPr>
            <a:xfrm>
              <a:off x="4623686" y="1627071"/>
              <a:ext cx="183190" cy="182369"/>
            </a:xfrm>
            <a:custGeom>
              <a:avLst/>
              <a:gdLst/>
              <a:ahLst/>
              <a:cxnLst/>
              <a:rect l="l" t="t" r="r" b="b"/>
              <a:pathLst>
                <a:path w="4241" h="4222" extrusionOk="0">
                  <a:moveTo>
                    <a:pt x="3972" y="1"/>
                  </a:moveTo>
                  <a:lnTo>
                    <a:pt x="1" y="3972"/>
                  </a:lnTo>
                  <a:lnTo>
                    <a:pt x="192" y="4164"/>
                  </a:lnTo>
                  <a:cubicBezTo>
                    <a:pt x="230" y="4202"/>
                    <a:pt x="283" y="4221"/>
                    <a:pt x="335" y="4221"/>
                  </a:cubicBezTo>
                  <a:cubicBezTo>
                    <a:pt x="388" y="4221"/>
                    <a:pt x="441" y="4202"/>
                    <a:pt x="479" y="4164"/>
                  </a:cubicBezTo>
                  <a:lnTo>
                    <a:pt x="4164" y="479"/>
                  </a:lnTo>
                  <a:cubicBezTo>
                    <a:pt x="4240" y="403"/>
                    <a:pt x="4240" y="269"/>
                    <a:pt x="4164" y="192"/>
                  </a:cubicBezTo>
                  <a:lnTo>
                    <a:pt x="3972"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59;p46">
              <a:extLst>
                <a:ext uri="{FF2B5EF4-FFF2-40B4-BE49-F238E27FC236}">
                  <a16:creationId xmlns:a16="http://schemas.microsoft.com/office/drawing/2014/main" id="{CF77CDFF-DAED-6818-6CA5-0F18C6F3B490}"/>
                </a:ext>
              </a:extLst>
            </p:cNvPr>
            <p:cNvSpPr/>
            <p:nvPr/>
          </p:nvSpPr>
          <p:spPr>
            <a:xfrm>
              <a:off x="4414492" y="1517096"/>
              <a:ext cx="129455" cy="47990"/>
            </a:xfrm>
            <a:custGeom>
              <a:avLst/>
              <a:gdLst/>
              <a:ahLst/>
              <a:cxnLst/>
              <a:rect l="l" t="t" r="r" b="b"/>
              <a:pathLst>
                <a:path w="2997" h="1111" extrusionOk="0">
                  <a:moveTo>
                    <a:pt x="259" y="1"/>
                  </a:moveTo>
                  <a:cubicBezTo>
                    <a:pt x="97" y="1"/>
                    <a:pt x="1" y="192"/>
                    <a:pt x="106" y="326"/>
                  </a:cubicBezTo>
                  <a:lnTo>
                    <a:pt x="250" y="499"/>
                  </a:lnTo>
                  <a:cubicBezTo>
                    <a:pt x="596" y="909"/>
                    <a:pt x="1044" y="1111"/>
                    <a:pt x="1494" y="1111"/>
                  </a:cubicBezTo>
                  <a:cubicBezTo>
                    <a:pt x="1977" y="1111"/>
                    <a:pt x="2462" y="878"/>
                    <a:pt x="2824" y="422"/>
                  </a:cubicBezTo>
                  <a:lnTo>
                    <a:pt x="2901" y="326"/>
                  </a:lnTo>
                  <a:cubicBezTo>
                    <a:pt x="2996" y="192"/>
                    <a:pt x="2910" y="1"/>
                    <a:pt x="27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60;p46">
              <a:extLst>
                <a:ext uri="{FF2B5EF4-FFF2-40B4-BE49-F238E27FC236}">
                  <a16:creationId xmlns:a16="http://schemas.microsoft.com/office/drawing/2014/main" id="{34FFFA85-5926-074D-6F0B-E52FEBBC19B4}"/>
                </a:ext>
              </a:extLst>
            </p:cNvPr>
            <p:cNvSpPr/>
            <p:nvPr/>
          </p:nvSpPr>
          <p:spPr>
            <a:xfrm>
              <a:off x="4562090" y="1651044"/>
              <a:ext cx="135632" cy="76930"/>
            </a:xfrm>
            <a:custGeom>
              <a:avLst/>
              <a:gdLst/>
              <a:ahLst/>
              <a:cxnLst/>
              <a:rect l="l" t="t" r="r" b="b"/>
              <a:pathLst>
                <a:path w="3140" h="1781" extrusionOk="0">
                  <a:moveTo>
                    <a:pt x="1" y="1"/>
                  </a:moveTo>
                  <a:cubicBezTo>
                    <a:pt x="10" y="240"/>
                    <a:pt x="106" y="479"/>
                    <a:pt x="278" y="661"/>
                  </a:cubicBezTo>
                  <a:lnTo>
                    <a:pt x="1350" y="1723"/>
                  </a:lnTo>
                  <a:cubicBezTo>
                    <a:pt x="1388" y="1762"/>
                    <a:pt x="1438" y="1781"/>
                    <a:pt x="1489" y="1781"/>
                  </a:cubicBezTo>
                  <a:cubicBezTo>
                    <a:pt x="1539" y="1781"/>
                    <a:pt x="1589" y="1762"/>
                    <a:pt x="1628" y="1723"/>
                  </a:cubicBezTo>
                  <a:lnTo>
                    <a:pt x="3015" y="345"/>
                  </a:lnTo>
                  <a:cubicBezTo>
                    <a:pt x="3140" y="211"/>
                    <a:pt x="3053" y="1"/>
                    <a:pt x="28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4937329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4B07E-B57C-AE55-B8E8-88FBECCE2991}"/>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DF337F34-016D-B82B-5D17-E6A32D4D6248}"/>
              </a:ext>
            </a:extLst>
          </p:cNvPr>
          <p:cNvSpPr>
            <a:spLocks noGrp="1"/>
          </p:cNvSpPr>
          <p:nvPr>
            <p:ph type="subTitle" idx="1"/>
          </p:nvPr>
        </p:nvSpPr>
        <p:spPr>
          <a:xfrm flipH="1">
            <a:off x="2126840" y="1614356"/>
            <a:ext cx="4713900" cy="1095300"/>
          </a:xfrm>
        </p:spPr>
        <p:txBody>
          <a:bodyPr/>
          <a:lstStyle/>
          <a:p>
            <a:r>
              <a:rPr lang="en-US" sz="2400" b="1" dirty="0"/>
              <a:t>Excel Dashboard</a:t>
            </a:r>
          </a:p>
        </p:txBody>
      </p:sp>
      <p:pic>
        <p:nvPicPr>
          <p:cNvPr id="4" name="Picture 3">
            <a:extLst>
              <a:ext uri="{FF2B5EF4-FFF2-40B4-BE49-F238E27FC236}">
                <a16:creationId xmlns:a16="http://schemas.microsoft.com/office/drawing/2014/main" id="{AC0A34C1-D3F1-6C73-D731-1A1F02719CC8}"/>
              </a:ext>
            </a:extLst>
          </p:cNvPr>
          <p:cNvPicPr>
            <a:picLocks noChangeAspect="1"/>
          </p:cNvPicPr>
          <p:nvPr/>
        </p:nvPicPr>
        <p:blipFill>
          <a:blip r:embed="rId2"/>
          <a:stretch>
            <a:fillRect/>
          </a:stretch>
        </p:blipFill>
        <p:spPr>
          <a:xfrm>
            <a:off x="3520068" y="2225106"/>
            <a:ext cx="2103864" cy="1614706"/>
          </a:xfrm>
          <a:prstGeom prst="rect">
            <a:avLst/>
          </a:prstGeom>
        </p:spPr>
      </p:pic>
    </p:spTree>
    <p:extLst>
      <p:ext uri="{BB962C8B-B14F-4D97-AF65-F5344CB8AC3E}">
        <p14:creationId xmlns:p14="http://schemas.microsoft.com/office/powerpoint/2010/main" val="22472794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F65C5B-8159-900D-15F9-BAD40D7739B2}"/>
              </a:ext>
            </a:extLst>
          </p:cNvPr>
          <p:cNvPicPr>
            <a:picLocks noChangeAspect="1"/>
          </p:cNvPicPr>
          <p:nvPr/>
        </p:nvPicPr>
        <p:blipFill>
          <a:blip r:embed="rId2"/>
          <a:stretch>
            <a:fillRect/>
          </a:stretch>
        </p:blipFill>
        <p:spPr>
          <a:xfrm>
            <a:off x="0" y="0"/>
            <a:ext cx="9144000" cy="5218771"/>
          </a:xfrm>
          <a:prstGeom prst="rect">
            <a:avLst/>
          </a:prstGeom>
        </p:spPr>
      </p:pic>
    </p:spTree>
    <p:extLst>
      <p:ext uri="{BB962C8B-B14F-4D97-AF65-F5344CB8AC3E}">
        <p14:creationId xmlns:p14="http://schemas.microsoft.com/office/powerpoint/2010/main" val="33607667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603729-9697-60F5-0F85-19256F5868EB}"/>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1446544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FBEA7F-9B5F-3272-C077-961769C0A101}"/>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8120691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C7C140-35BF-16B9-2ABF-63A996045E12}"/>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26267026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08F3F7-738F-75FA-5AFA-BA179272F55C}"/>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35757972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239">
          <a:extLst>
            <a:ext uri="{FF2B5EF4-FFF2-40B4-BE49-F238E27FC236}">
              <a16:creationId xmlns:a16="http://schemas.microsoft.com/office/drawing/2014/main" id="{1FC6DF42-2419-131B-9D10-06857243C6D1}"/>
            </a:ext>
          </a:extLst>
        </p:cNvPr>
        <p:cNvGrpSpPr/>
        <p:nvPr/>
      </p:nvGrpSpPr>
      <p:grpSpPr>
        <a:xfrm>
          <a:off x="0" y="0"/>
          <a:ext cx="0" cy="0"/>
          <a:chOff x="0" y="0"/>
          <a:chExt cx="0" cy="0"/>
        </a:xfrm>
      </p:grpSpPr>
      <p:sp>
        <p:nvSpPr>
          <p:cNvPr id="1240" name="Google Shape;1240;p47">
            <a:extLst>
              <a:ext uri="{FF2B5EF4-FFF2-40B4-BE49-F238E27FC236}">
                <a16:creationId xmlns:a16="http://schemas.microsoft.com/office/drawing/2014/main" id="{662BB713-F987-42E7-C3A0-C149C0FB5D38}"/>
              </a:ext>
            </a:extLst>
          </p:cNvPr>
          <p:cNvSpPr txBox="1">
            <a:spLocks noGrp="1"/>
          </p:cNvSpPr>
          <p:nvPr>
            <p:ph type="title"/>
          </p:nvPr>
        </p:nvSpPr>
        <p:spPr>
          <a:xfrm>
            <a:off x="1393906" y="2261875"/>
            <a:ext cx="6367800" cy="1995300"/>
          </a:xfrm>
          <a:prstGeom prst="rect">
            <a:avLst/>
          </a:prstGeom>
        </p:spPr>
        <p:txBody>
          <a:bodyPr spcFirstLastPara="1" wrap="square" lIns="91425" tIns="91425" rIns="91425" bIns="91425" anchor="t" anchorCtr="0">
            <a:noAutofit/>
          </a:bodyPr>
          <a:lstStyle/>
          <a:p>
            <a:r>
              <a:rPr lang="en-US" dirty="0"/>
              <a:t>Insights</a:t>
            </a:r>
          </a:p>
        </p:txBody>
      </p:sp>
      <p:grpSp>
        <p:nvGrpSpPr>
          <p:cNvPr id="1241" name="Google Shape;1241;p47">
            <a:extLst>
              <a:ext uri="{FF2B5EF4-FFF2-40B4-BE49-F238E27FC236}">
                <a16:creationId xmlns:a16="http://schemas.microsoft.com/office/drawing/2014/main" id="{4AB4EC72-BAAB-4EFC-6C0C-9ADEB0BFEDE8}"/>
              </a:ext>
            </a:extLst>
          </p:cNvPr>
          <p:cNvGrpSpPr/>
          <p:nvPr/>
        </p:nvGrpSpPr>
        <p:grpSpPr>
          <a:xfrm>
            <a:off x="-186412" y="3432682"/>
            <a:ext cx="727535" cy="1710819"/>
            <a:chOff x="-186412" y="3432682"/>
            <a:chExt cx="727535" cy="1710819"/>
          </a:xfrm>
        </p:grpSpPr>
        <p:sp>
          <p:nvSpPr>
            <p:cNvPr id="1242" name="Google Shape;1242;p47">
              <a:extLst>
                <a:ext uri="{FF2B5EF4-FFF2-40B4-BE49-F238E27FC236}">
                  <a16:creationId xmlns:a16="http://schemas.microsoft.com/office/drawing/2014/main" id="{68C0ACF7-48B9-10EB-7C3A-428F15FF30C2}"/>
                </a:ext>
              </a:extLst>
            </p:cNvPr>
            <p:cNvSpPr/>
            <p:nvPr/>
          </p:nvSpPr>
          <p:spPr>
            <a:xfrm>
              <a:off x="-24523" y="4794787"/>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7">
              <a:extLst>
                <a:ext uri="{FF2B5EF4-FFF2-40B4-BE49-F238E27FC236}">
                  <a16:creationId xmlns:a16="http://schemas.microsoft.com/office/drawing/2014/main" id="{0BB52907-DAF2-2C4E-1832-B962C2DECB23}"/>
                </a:ext>
              </a:extLst>
            </p:cNvPr>
            <p:cNvSpPr/>
            <p:nvPr/>
          </p:nvSpPr>
          <p:spPr>
            <a:xfrm>
              <a:off x="-186412" y="3432682"/>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7">
              <a:extLst>
                <a:ext uri="{FF2B5EF4-FFF2-40B4-BE49-F238E27FC236}">
                  <a16:creationId xmlns:a16="http://schemas.microsoft.com/office/drawing/2014/main" id="{7F5DE428-B9F1-49D5-B322-BCFD5EF059FC}"/>
                </a:ext>
              </a:extLst>
            </p:cNvPr>
            <p:cNvSpPr/>
            <p:nvPr/>
          </p:nvSpPr>
          <p:spPr>
            <a:xfrm>
              <a:off x="-24523" y="4794787"/>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5" name="Google Shape;1245;p47">
            <a:extLst>
              <a:ext uri="{FF2B5EF4-FFF2-40B4-BE49-F238E27FC236}">
                <a16:creationId xmlns:a16="http://schemas.microsoft.com/office/drawing/2014/main" id="{29DAECA2-9D0A-6F8F-C3C0-20C1C78B8D22}"/>
              </a:ext>
            </a:extLst>
          </p:cNvPr>
          <p:cNvGrpSpPr/>
          <p:nvPr/>
        </p:nvGrpSpPr>
        <p:grpSpPr>
          <a:xfrm>
            <a:off x="311967" y="3329599"/>
            <a:ext cx="1044556" cy="1849595"/>
            <a:chOff x="311967" y="3329599"/>
            <a:chExt cx="1044556" cy="1849595"/>
          </a:xfrm>
        </p:grpSpPr>
        <p:sp>
          <p:nvSpPr>
            <p:cNvPr id="1246" name="Google Shape;1246;p47">
              <a:extLst>
                <a:ext uri="{FF2B5EF4-FFF2-40B4-BE49-F238E27FC236}">
                  <a16:creationId xmlns:a16="http://schemas.microsoft.com/office/drawing/2014/main" id="{D020D0F6-495A-427E-B496-86740318FAF5}"/>
                </a:ext>
              </a:extLst>
            </p:cNvPr>
            <p:cNvSpPr/>
            <p:nvPr/>
          </p:nvSpPr>
          <p:spPr>
            <a:xfrm flipH="1">
              <a:off x="655040" y="4099984"/>
              <a:ext cx="115048" cy="1079210"/>
            </a:xfrm>
            <a:custGeom>
              <a:avLst/>
              <a:gdLst/>
              <a:ahLst/>
              <a:cxnLst/>
              <a:rect l="l" t="t" r="r" b="b"/>
              <a:pathLst>
                <a:path w="2636" h="24727" extrusionOk="0">
                  <a:moveTo>
                    <a:pt x="1" y="1"/>
                  </a:moveTo>
                  <a:lnTo>
                    <a:pt x="2138" y="24727"/>
                  </a:lnTo>
                  <a:lnTo>
                    <a:pt x="2636" y="24727"/>
                  </a:lnTo>
                  <a:lnTo>
                    <a:pt x="820" y="220"/>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7">
              <a:extLst>
                <a:ext uri="{FF2B5EF4-FFF2-40B4-BE49-F238E27FC236}">
                  <a16:creationId xmlns:a16="http://schemas.microsoft.com/office/drawing/2014/main" id="{2074F646-E09A-19F0-0182-33BE7249C619}"/>
                </a:ext>
              </a:extLst>
            </p:cNvPr>
            <p:cNvSpPr/>
            <p:nvPr/>
          </p:nvSpPr>
          <p:spPr>
            <a:xfrm flipH="1">
              <a:off x="784098" y="4109586"/>
              <a:ext cx="147651" cy="1063891"/>
            </a:xfrm>
            <a:custGeom>
              <a:avLst/>
              <a:gdLst/>
              <a:ahLst/>
              <a:cxnLst/>
              <a:rect l="l" t="t" r="r" b="b"/>
              <a:pathLst>
                <a:path w="3383" h="24376" extrusionOk="0">
                  <a:moveTo>
                    <a:pt x="2460" y="0"/>
                  </a:moveTo>
                  <a:lnTo>
                    <a:pt x="1" y="24375"/>
                  </a:lnTo>
                  <a:lnTo>
                    <a:pt x="367" y="24375"/>
                  </a:lnTo>
                  <a:lnTo>
                    <a:pt x="33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7">
              <a:extLst>
                <a:ext uri="{FF2B5EF4-FFF2-40B4-BE49-F238E27FC236}">
                  <a16:creationId xmlns:a16="http://schemas.microsoft.com/office/drawing/2014/main" id="{39A0997E-25D0-500A-DB46-F6C26971521D}"/>
                </a:ext>
              </a:extLst>
            </p:cNvPr>
            <p:cNvSpPr/>
            <p:nvPr/>
          </p:nvSpPr>
          <p:spPr>
            <a:xfrm flipH="1">
              <a:off x="384746" y="4099984"/>
              <a:ext cx="304817" cy="1073492"/>
            </a:xfrm>
            <a:custGeom>
              <a:avLst/>
              <a:gdLst/>
              <a:ahLst/>
              <a:cxnLst/>
              <a:rect l="l" t="t" r="r" b="b"/>
              <a:pathLst>
                <a:path w="6984" h="24596" extrusionOk="0">
                  <a:moveTo>
                    <a:pt x="879" y="1"/>
                  </a:moveTo>
                  <a:lnTo>
                    <a:pt x="0" y="220"/>
                  </a:lnTo>
                  <a:lnTo>
                    <a:pt x="6573" y="24595"/>
                  </a:lnTo>
                  <a:lnTo>
                    <a:pt x="6983" y="24595"/>
                  </a:lnTo>
                  <a:lnTo>
                    <a:pt x="8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7">
              <a:extLst>
                <a:ext uri="{FF2B5EF4-FFF2-40B4-BE49-F238E27FC236}">
                  <a16:creationId xmlns:a16="http://schemas.microsoft.com/office/drawing/2014/main" id="{59F9ACFB-872B-8733-7CCD-48A8C9E1FDBF}"/>
                </a:ext>
              </a:extLst>
            </p:cNvPr>
            <p:cNvSpPr/>
            <p:nvPr/>
          </p:nvSpPr>
          <p:spPr>
            <a:xfrm flipH="1">
              <a:off x="571983" y="4524915"/>
              <a:ext cx="265187" cy="21124"/>
            </a:xfrm>
            <a:custGeom>
              <a:avLst/>
              <a:gdLst/>
              <a:ahLst/>
              <a:cxnLst/>
              <a:rect l="l" t="t" r="r" b="b"/>
              <a:pathLst>
                <a:path w="6076" h="484" extrusionOk="0">
                  <a:moveTo>
                    <a:pt x="30" y="0"/>
                  </a:moveTo>
                  <a:lnTo>
                    <a:pt x="0" y="351"/>
                  </a:lnTo>
                  <a:lnTo>
                    <a:pt x="6076" y="483"/>
                  </a:lnTo>
                  <a:lnTo>
                    <a:pt x="6076" y="132"/>
                  </a:lnTo>
                  <a:lnTo>
                    <a:pt x="3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7">
              <a:extLst>
                <a:ext uri="{FF2B5EF4-FFF2-40B4-BE49-F238E27FC236}">
                  <a16:creationId xmlns:a16="http://schemas.microsoft.com/office/drawing/2014/main" id="{8E607385-D224-361E-BAF2-D10105725F04}"/>
                </a:ext>
              </a:extLst>
            </p:cNvPr>
            <p:cNvSpPr/>
            <p:nvPr/>
          </p:nvSpPr>
          <p:spPr>
            <a:xfrm flipH="1">
              <a:off x="311967" y="3329599"/>
              <a:ext cx="1044556" cy="812626"/>
            </a:xfrm>
            <a:custGeom>
              <a:avLst/>
              <a:gdLst/>
              <a:ahLst/>
              <a:cxnLst/>
              <a:rect l="l" t="t" r="r" b="b"/>
              <a:pathLst>
                <a:path w="23933" h="18619" extrusionOk="0">
                  <a:moveTo>
                    <a:pt x="19221" y="0"/>
                  </a:moveTo>
                  <a:cubicBezTo>
                    <a:pt x="12943" y="0"/>
                    <a:pt x="13307" y="8596"/>
                    <a:pt x="11791" y="12581"/>
                  </a:cubicBezTo>
                  <a:cubicBezTo>
                    <a:pt x="10536" y="15880"/>
                    <a:pt x="7143" y="16183"/>
                    <a:pt x="5526" y="16183"/>
                  </a:cubicBezTo>
                  <a:cubicBezTo>
                    <a:pt x="5163" y="16183"/>
                    <a:pt x="4889" y="16167"/>
                    <a:pt x="4749" y="16167"/>
                  </a:cubicBezTo>
                  <a:cubicBezTo>
                    <a:pt x="4679" y="16167"/>
                    <a:pt x="4583" y="16167"/>
                    <a:pt x="4465" y="16167"/>
                  </a:cubicBezTo>
                  <a:cubicBezTo>
                    <a:pt x="3280" y="16167"/>
                    <a:pt x="1" y="16227"/>
                    <a:pt x="1280" y="17573"/>
                  </a:cubicBezTo>
                  <a:cubicBezTo>
                    <a:pt x="1932" y="18266"/>
                    <a:pt x="5904" y="18618"/>
                    <a:pt x="10139" y="18618"/>
                  </a:cubicBezTo>
                  <a:cubicBezTo>
                    <a:pt x="15027" y="18618"/>
                    <a:pt x="20266" y="18149"/>
                    <a:pt x="21160" y="17192"/>
                  </a:cubicBezTo>
                  <a:cubicBezTo>
                    <a:pt x="22814" y="15406"/>
                    <a:pt x="23078" y="10150"/>
                    <a:pt x="23532" y="4953"/>
                  </a:cubicBezTo>
                  <a:cubicBezTo>
                    <a:pt x="23933" y="211"/>
                    <a:pt x="20237" y="3"/>
                    <a:pt x="19588" y="3"/>
                  </a:cubicBezTo>
                  <a:cubicBezTo>
                    <a:pt x="19526" y="3"/>
                    <a:pt x="19491" y="5"/>
                    <a:pt x="19491" y="5"/>
                  </a:cubicBezTo>
                  <a:cubicBezTo>
                    <a:pt x="19400" y="2"/>
                    <a:pt x="19310" y="0"/>
                    <a:pt x="1922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7">
              <a:extLst>
                <a:ext uri="{FF2B5EF4-FFF2-40B4-BE49-F238E27FC236}">
                  <a16:creationId xmlns:a16="http://schemas.microsoft.com/office/drawing/2014/main" id="{C567FF46-4A6A-149D-E719-836E26D60FBC}"/>
                </a:ext>
              </a:extLst>
            </p:cNvPr>
            <p:cNvSpPr/>
            <p:nvPr/>
          </p:nvSpPr>
          <p:spPr>
            <a:xfrm flipH="1">
              <a:off x="324974" y="3329817"/>
              <a:ext cx="996153" cy="813106"/>
            </a:xfrm>
            <a:custGeom>
              <a:avLst/>
              <a:gdLst/>
              <a:ahLst/>
              <a:cxnLst/>
              <a:rect l="l" t="t" r="r" b="b"/>
              <a:pathLst>
                <a:path w="22824" h="18630" extrusionOk="0">
                  <a:moveTo>
                    <a:pt x="18958" y="0"/>
                  </a:moveTo>
                  <a:cubicBezTo>
                    <a:pt x="18959" y="0"/>
                    <a:pt x="22384" y="703"/>
                    <a:pt x="22062" y="4304"/>
                  </a:cubicBezTo>
                  <a:cubicBezTo>
                    <a:pt x="21740" y="7891"/>
                    <a:pt x="20847" y="14171"/>
                    <a:pt x="19178" y="15782"/>
                  </a:cubicBezTo>
                  <a:cubicBezTo>
                    <a:pt x="17800" y="17112"/>
                    <a:pt x="13106" y="17583"/>
                    <a:pt x="9525" y="17583"/>
                  </a:cubicBezTo>
                  <a:cubicBezTo>
                    <a:pt x="8771" y="17583"/>
                    <a:pt x="8066" y="17562"/>
                    <a:pt x="7452" y="17524"/>
                  </a:cubicBezTo>
                  <a:cubicBezTo>
                    <a:pt x="3353" y="17260"/>
                    <a:pt x="747" y="16470"/>
                    <a:pt x="747" y="16470"/>
                  </a:cubicBezTo>
                  <a:cubicBezTo>
                    <a:pt x="747" y="16470"/>
                    <a:pt x="0" y="16953"/>
                    <a:pt x="220" y="17260"/>
                  </a:cubicBezTo>
                  <a:cubicBezTo>
                    <a:pt x="423" y="17544"/>
                    <a:pt x="2153" y="18630"/>
                    <a:pt x="10085" y="18630"/>
                  </a:cubicBezTo>
                  <a:cubicBezTo>
                    <a:pt x="10731" y="18630"/>
                    <a:pt x="11419" y="18623"/>
                    <a:pt x="12151" y="18607"/>
                  </a:cubicBezTo>
                  <a:cubicBezTo>
                    <a:pt x="21842" y="18417"/>
                    <a:pt x="21169" y="16967"/>
                    <a:pt x="21579" y="15416"/>
                  </a:cubicBezTo>
                  <a:cubicBezTo>
                    <a:pt x="21974" y="13849"/>
                    <a:pt x="22823" y="5505"/>
                    <a:pt x="22706" y="3675"/>
                  </a:cubicBezTo>
                  <a:cubicBezTo>
                    <a:pt x="22604" y="1859"/>
                    <a:pt x="21681" y="337"/>
                    <a:pt x="189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7">
              <a:extLst>
                <a:ext uri="{FF2B5EF4-FFF2-40B4-BE49-F238E27FC236}">
                  <a16:creationId xmlns:a16="http://schemas.microsoft.com/office/drawing/2014/main" id="{57FDA7E8-AD0B-5F76-E46C-E339BDFBE5F6}"/>
                </a:ext>
              </a:extLst>
            </p:cNvPr>
            <p:cNvSpPr/>
            <p:nvPr/>
          </p:nvSpPr>
          <p:spPr>
            <a:xfrm flipH="1">
              <a:off x="584400" y="3614123"/>
              <a:ext cx="31992" cy="41594"/>
            </a:xfrm>
            <a:custGeom>
              <a:avLst/>
              <a:gdLst/>
              <a:ahLst/>
              <a:cxnLst/>
              <a:rect l="l" t="t" r="r" b="b"/>
              <a:pathLst>
                <a:path w="733" h="953" extrusionOk="0">
                  <a:moveTo>
                    <a:pt x="367" y="1"/>
                  </a:moveTo>
                  <a:cubicBezTo>
                    <a:pt x="176" y="1"/>
                    <a:pt x="1" y="220"/>
                    <a:pt x="1" y="484"/>
                  </a:cubicBezTo>
                  <a:cubicBezTo>
                    <a:pt x="1" y="733"/>
                    <a:pt x="176" y="952"/>
                    <a:pt x="367" y="952"/>
                  </a:cubicBezTo>
                  <a:cubicBezTo>
                    <a:pt x="572" y="952"/>
                    <a:pt x="733" y="733"/>
                    <a:pt x="733" y="484"/>
                  </a:cubicBezTo>
                  <a:cubicBezTo>
                    <a:pt x="733" y="220"/>
                    <a:pt x="572" y="1"/>
                    <a:pt x="3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7">
              <a:extLst>
                <a:ext uri="{FF2B5EF4-FFF2-40B4-BE49-F238E27FC236}">
                  <a16:creationId xmlns:a16="http://schemas.microsoft.com/office/drawing/2014/main" id="{7AC0BF29-220C-7993-38D8-77CA315C8C41}"/>
                </a:ext>
              </a:extLst>
            </p:cNvPr>
            <p:cNvSpPr/>
            <p:nvPr/>
          </p:nvSpPr>
          <p:spPr>
            <a:xfrm flipH="1">
              <a:off x="565851" y="3543200"/>
              <a:ext cx="49275" cy="193653"/>
            </a:xfrm>
            <a:custGeom>
              <a:avLst/>
              <a:gdLst/>
              <a:ahLst/>
              <a:cxnLst/>
              <a:rect l="l" t="t" r="r" b="b"/>
              <a:pathLst>
                <a:path w="1129" h="4437" extrusionOk="0">
                  <a:moveTo>
                    <a:pt x="235" y="1"/>
                  </a:moveTo>
                  <a:cubicBezTo>
                    <a:pt x="221" y="1"/>
                    <a:pt x="177" y="59"/>
                    <a:pt x="147" y="162"/>
                  </a:cubicBezTo>
                  <a:cubicBezTo>
                    <a:pt x="89" y="279"/>
                    <a:pt x="30" y="455"/>
                    <a:pt x="16" y="674"/>
                  </a:cubicBezTo>
                  <a:cubicBezTo>
                    <a:pt x="1" y="909"/>
                    <a:pt x="30" y="1187"/>
                    <a:pt x="162" y="1465"/>
                  </a:cubicBezTo>
                  <a:cubicBezTo>
                    <a:pt x="221" y="1611"/>
                    <a:pt x="308" y="1743"/>
                    <a:pt x="425" y="1860"/>
                  </a:cubicBezTo>
                  <a:cubicBezTo>
                    <a:pt x="543" y="1992"/>
                    <a:pt x="660" y="2080"/>
                    <a:pt x="616" y="2226"/>
                  </a:cubicBezTo>
                  <a:cubicBezTo>
                    <a:pt x="587" y="2372"/>
                    <a:pt x="484" y="2504"/>
                    <a:pt x="440" y="2665"/>
                  </a:cubicBezTo>
                  <a:cubicBezTo>
                    <a:pt x="382" y="2841"/>
                    <a:pt x="382" y="3002"/>
                    <a:pt x="382" y="3148"/>
                  </a:cubicBezTo>
                  <a:cubicBezTo>
                    <a:pt x="382" y="3456"/>
                    <a:pt x="499" y="3719"/>
                    <a:pt x="601" y="3910"/>
                  </a:cubicBezTo>
                  <a:cubicBezTo>
                    <a:pt x="718" y="4115"/>
                    <a:pt x="865" y="4246"/>
                    <a:pt x="953" y="4320"/>
                  </a:cubicBezTo>
                  <a:cubicBezTo>
                    <a:pt x="1040" y="4407"/>
                    <a:pt x="1114" y="4437"/>
                    <a:pt x="1114" y="4437"/>
                  </a:cubicBezTo>
                  <a:cubicBezTo>
                    <a:pt x="1128" y="4407"/>
                    <a:pt x="879" y="4261"/>
                    <a:pt x="674" y="3880"/>
                  </a:cubicBezTo>
                  <a:cubicBezTo>
                    <a:pt x="587" y="3705"/>
                    <a:pt x="499" y="3441"/>
                    <a:pt x="499" y="3163"/>
                  </a:cubicBezTo>
                  <a:cubicBezTo>
                    <a:pt x="499" y="3017"/>
                    <a:pt x="513" y="2856"/>
                    <a:pt x="543" y="2724"/>
                  </a:cubicBezTo>
                  <a:cubicBezTo>
                    <a:pt x="587" y="2607"/>
                    <a:pt x="689" y="2460"/>
                    <a:pt x="733" y="2270"/>
                  </a:cubicBezTo>
                  <a:cubicBezTo>
                    <a:pt x="762" y="2167"/>
                    <a:pt x="733" y="2050"/>
                    <a:pt x="674" y="1977"/>
                  </a:cubicBezTo>
                  <a:cubicBezTo>
                    <a:pt x="616" y="1904"/>
                    <a:pt x="572" y="1845"/>
                    <a:pt x="513" y="1802"/>
                  </a:cubicBezTo>
                  <a:cubicBezTo>
                    <a:pt x="425" y="1684"/>
                    <a:pt x="323" y="1553"/>
                    <a:pt x="279" y="1436"/>
                  </a:cubicBezTo>
                  <a:cubicBezTo>
                    <a:pt x="147" y="1172"/>
                    <a:pt x="103" y="923"/>
                    <a:pt x="103" y="704"/>
                  </a:cubicBezTo>
                  <a:cubicBezTo>
                    <a:pt x="103" y="264"/>
                    <a:pt x="250" y="1"/>
                    <a:pt x="2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7">
              <a:extLst>
                <a:ext uri="{FF2B5EF4-FFF2-40B4-BE49-F238E27FC236}">
                  <a16:creationId xmlns:a16="http://schemas.microsoft.com/office/drawing/2014/main" id="{55F1A612-3BA6-7524-483B-F2A481A5EF92}"/>
                </a:ext>
              </a:extLst>
            </p:cNvPr>
            <p:cNvSpPr/>
            <p:nvPr/>
          </p:nvSpPr>
          <p:spPr>
            <a:xfrm flipH="1">
              <a:off x="592693" y="3607751"/>
              <a:ext cx="60099" cy="47966"/>
            </a:xfrm>
            <a:custGeom>
              <a:avLst/>
              <a:gdLst/>
              <a:ahLst/>
              <a:cxnLst/>
              <a:rect l="l" t="t" r="r" b="b"/>
              <a:pathLst>
                <a:path w="1377" h="1099" extrusionOk="0">
                  <a:moveTo>
                    <a:pt x="73" y="0"/>
                  </a:moveTo>
                  <a:cubicBezTo>
                    <a:pt x="59" y="0"/>
                    <a:pt x="0" y="118"/>
                    <a:pt x="15" y="323"/>
                  </a:cubicBezTo>
                  <a:cubicBezTo>
                    <a:pt x="44" y="498"/>
                    <a:pt x="161" y="732"/>
                    <a:pt x="410" y="908"/>
                  </a:cubicBezTo>
                  <a:cubicBezTo>
                    <a:pt x="644" y="1069"/>
                    <a:pt x="893" y="1098"/>
                    <a:pt x="1084" y="1098"/>
                  </a:cubicBezTo>
                  <a:cubicBezTo>
                    <a:pt x="1259" y="1098"/>
                    <a:pt x="1376" y="1084"/>
                    <a:pt x="1376" y="1069"/>
                  </a:cubicBezTo>
                  <a:cubicBezTo>
                    <a:pt x="1376" y="1054"/>
                    <a:pt x="1259" y="1025"/>
                    <a:pt x="1098" y="1011"/>
                  </a:cubicBezTo>
                  <a:cubicBezTo>
                    <a:pt x="937" y="996"/>
                    <a:pt x="703" y="937"/>
                    <a:pt x="498" y="791"/>
                  </a:cubicBezTo>
                  <a:cubicBezTo>
                    <a:pt x="293" y="645"/>
                    <a:pt x="161" y="440"/>
                    <a:pt x="132" y="279"/>
                  </a:cubicBezTo>
                  <a:cubicBezTo>
                    <a:pt x="73" y="118"/>
                    <a:pt x="88" y="0"/>
                    <a:pt x="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5" name="Google Shape;1255;p47">
            <a:extLst>
              <a:ext uri="{FF2B5EF4-FFF2-40B4-BE49-F238E27FC236}">
                <a16:creationId xmlns:a16="http://schemas.microsoft.com/office/drawing/2014/main" id="{09166E65-FAF3-859B-B5E2-2A96EC8788F8}"/>
              </a:ext>
            </a:extLst>
          </p:cNvPr>
          <p:cNvGrpSpPr/>
          <p:nvPr/>
        </p:nvGrpSpPr>
        <p:grpSpPr>
          <a:xfrm>
            <a:off x="8512438" y="3519557"/>
            <a:ext cx="727535" cy="1710819"/>
            <a:chOff x="-181612" y="3483857"/>
            <a:chExt cx="727535" cy="1710819"/>
          </a:xfrm>
        </p:grpSpPr>
        <p:sp>
          <p:nvSpPr>
            <p:cNvPr id="1256" name="Google Shape;1256;p47">
              <a:extLst>
                <a:ext uri="{FF2B5EF4-FFF2-40B4-BE49-F238E27FC236}">
                  <a16:creationId xmlns:a16="http://schemas.microsoft.com/office/drawing/2014/main" id="{15925145-7398-6321-1207-7E5B789C6A29}"/>
                </a:ext>
              </a:extLst>
            </p:cNvPr>
            <p:cNvSpPr/>
            <p:nvPr/>
          </p:nvSpPr>
          <p:spPr>
            <a:xfrm flipH="1">
              <a:off x="56020" y="484596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7">
              <a:extLst>
                <a:ext uri="{FF2B5EF4-FFF2-40B4-BE49-F238E27FC236}">
                  <a16:creationId xmlns:a16="http://schemas.microsoft.com/office/drawing/2014/main" id="{0D21DCBB-3AC9-7823-175E-F54AFC6E172E}"/>
                </a:ext>
              </a:extLst>
            </p:cNvPr>
            <p:cNvSpPr/>
            <p:nvPr/>
          </p:nvSpPr>
          <p:spPr>
            <a:xfrm flipH="1">
              <a:off x="-181612" y="348385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7">
              <a:extLst>
                <a:ext uri="{FF2B5EF4-FFF2-40B4-BE49-F238E27FC236}">
                  <a16:creationId xmlns:a16="http://schemas.microsoft.com/office/drawing/2014/main" id="{9E39BB37-F324-729C-FEDE-6B9433593ABB}"/>
                </a:ext>
              </a:extLst>
            </p:cNvPr>
            <p:cNvSpPr/>
            <p:nvPr/>
          </p:nvSpPr>
          <p:spPr>
            <a:xfrm flipH="1">
              <a:off x="162751" y="484596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9" name="Google Shape;1259;p47">
            <a:extLst>
              <a:ext uri="{FF2B5EF4-FFF2-40B4-BE49-F238E27FC236}">
                <a16:creationId xmlns:a16="http://schemas.microsoft.com/office/drawing/2014/main" id="{1E52E7EF-62CF-3B0C-C785-85E3350D10BC}"/>
              </a:ext>
            </a:extLst>
          </p:cNvPr>
          <p:cNvGrpSpPr/>
          <p:nvPr/>
        </p:nvGrpSpPr>
        <p:grpSpPr>
          <a:xfrm>
            <a:off x="7944975" y="3259525"/>
            <a:ext cx="891794" cy="1989775"/>
            <a:chOff x="7944975" y="3259525"/>
            <a:chExt cx="891794" cy="1989775"/>
          </a:xfrm>
        </p:grpSpPr>
        <p:sp>
          <p:nvSpPr>
            <p:cNvPr id="1260" name="Google Shape;1260;p47">
              <a:extLst>
                <a:ext uri="{FF2B5EF4-FFF2-40B4-BE49-F238E27FC236}">
                  <a16:creationId xmlns:a16="http://schemas.microsoft.com/office/drawing/2014/main" id="{0010C4BD-48C8-2CB8-B859-547E9F494FA1}"/>
                </a:ext>
              </a:extLst>
            </p:cNvPr>
            <p:cNvSpPr/>
            <p:nvPr/>
          </p:nvSpPr>
          <p:spPr>
            <a:xfrm>
              <a:off x="8392382" y="3259525"/>
              <a:ext cx="444386" cy="1190799"/>
            </a:xfrm>
            <a:custGeom>
              <a:avLst/>
              <a:gdLst/>
              <a:ahLst/>
              <a:cxnLst/>
              <a:rect l="l" t="t" r="r" b="b"/>
              <a:pathLst>
                <a:path w="8550" h="22911" extrusionOk="0">
                  <a:moveTo>
                    <a:pt x="2460" y="0"/>
                  </a:moveTo>
                  <a:lnTo>
                    <a:pt x="1" y="22252"/>
                  </a:lnTo>
                  <a:lnTo>
                    <a:pt x="4451" y="22911"/>
                  </a:lnTo>
                  <a:lnTo>
                    <a:pt x="8550" y="234"/>
                  </a:lnTo>
                  <a:lnTo>
                    <a:pt x="246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7">
              <a:extLst>
                <a:ext uri="{FF2B5EF4-FFF2-40B4-BE49-F238E27FC236}">
                  <a16:creationId xmlns:a16="http://schemas.microsoft.com/office/drawing/2014/main" id="{8F510958-F4E3-679E-5817-BB5037A243B6}"/>
                </a:ext>
              </a:extLst>
            </p:cNvPr>
            <p:cNvSpPr/>
            <p:nvPr/>
          </p:nvSpPr>
          <p:spPr>
            <a:xfrm>
              <a:off x="8371072" y="3259525"/>
              <a:ext cx="418555" cy="1126922"/>
            </a:xfrm>
            <a:custGeom>
              <a:avLst/>
              <a:gdLst/>
              <a:ahLst/>
              <a:cxnLst/>
              <a:rect l="l" t="t" r="r" b="b"/>
              <a:pathLst>
                <a:path w="8053" h="21682" extrusionOk="0">
                  <a:moveTo>
                    <a:pt x="1948" y="0"/>
                  </a:moveTo>
                  <a:lnTo>
                    <a:pt x="1" y="21505"/>
                  </a:lnTo>
                  <a:lnTo>
                    <a:pt x="4202" y="21681"/>
                  </a:lnTo>
                  <a:lnTo>
                    <a:pt x="8052" y="234"/>
                  </a:lnTo>
                  <a:lnTo>
                    <a:pt x="19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7">
              <a:extLst>
                <a:ext uri="{FF2B5EF4-FFF2-40B4-BE49-F238E27FC236}">
                  <a16:creationId xmlns:a16="http://schemas.microsoft.com/office/drawing/2014/main" id="{9EADFD45-CC7E-3637-F6EE-D481B648226E}"/>
                </a:ext>
              </a:extLst>
            </p:cNvPr>
            <p:cNvSpPr/>
            <p:nvPr/>
          </p:nvSpPr>
          <p:spPr>
            <a:xfrm>
              <a:off x="7944975" y="4350652"/>
              <a:ext cx="694750" cy="898648"/>
            </a:xfrm>
            <a:custGeom>
              <a:avLst/>
              <a:gdLst/>
              <a:ahLst/>
              <a:cxnLst/>
              <a:rect l="l" t="t" r="r" b="b"/>
              <a:pathLst>
                <a:path w="13367" h="17290" extrusionOk="0">
                  <a:moveTo>
                    <a:pt x="1406" y="1318"/>
                  </a:moveTo>
                  <a:lnTo>
                    <a:pt x="11317" y="1830"/>
                  </a:lnTo>
                  <a:lnTo>
                    <a:pt x="6544" y="5783"/>
                  </a:lnTo>
                  <a:lnTo>
                    <a:pt x="1406" y="1318"/>
                  </a:lnTo>
                  <a:close/>
                  <a:moveTo>
                    <a:pt x="11946" y="1889"/>
                  </a:moveTo>
                  <a:lnTo>
                    <a:pt x="11595" y="10145"/>
                  </a:lnTo>
                  <a:lnTo>
                    <a:pt x="6852" y="6046"/>
                  </a:lnTo>
                  <a:lnTo>
                    <a:pt x="11946" y="1889"/>
                  </a:lnTo>
                  <a:close/>
                  <a:moveTo>
                    <a:pt x="1055" y="1610"/>
                  </a:moveTo>
                  <a:lnTo>
                    <a:pt x="6164" y="6090"/>
                  </a:lnTo>
                  <a:lnTo>
                    <a:pt x="1040" y="10321"/>
                  </a:lnTo>
                  <a:lnTo>
                    <a:pt x="1040" y="10321"/>
                  </a:lnTo>
                  <a:lnTo>
                    <a:pt x="1055" y="1610"/>
                  </a:lnTo>
                  <a:close/>
                  <a:moveTo>
                    <a:pt x="0" y="0"/>
                  </a:moveTo>
                  <a:lnTo>
                    <a:pt x="249" y="1259"/>
                  </a:lnTo>
                  <a:lnTo>
                    <a:pt x="410" y="1259"/>
                  </a:lnTo>
                  <a:lnTo>
                    <a:pt x="557" y="16821"/>
                  </a:lnTo>
                  <a:lnTo>
                    <a:pt x="1011" y="16806"/>
                  </a:lnTo>
                  <a:lnTo>
                    <a:pt x="1040" y="10804"/>
                  </a:lnTo>
                  <a:lnTo>
                    <a:pt x="6486" y="6368"/>
                  </a:lnTo>
                  <a:lnTo>
                    <a:pt x="11580" y="10833"/>
                  </a:lnTo>
                  <a:lnTo>
                    <a:pt x="11302" y="17289"/>
                  </a:lnTo>
                  <a:lnTo>
                    <a:pt x="11756" y="17289"/>
                  </a:lnTo>
                  <a:lnTo>
                    <a:pt x="12576" y="1918"/>
                  </a:lnTo>
                  <a:lnTo>
                    <a:pt x="13059" y="1933"/>
                  </a:lnTo>
                  <a:lnTo>
                    <a:pt x="13366" y="586"/>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594;p34">
            <a:extLst>
              <a:ext uri="{FF2B5EF4-FFF2-40B4-BE49-F238E27FC236}">
                <a16:creationId xmlns:a16="http://schemas.microsoft.com/office/drawing/2014/main" id="{C6F51972-7F66-A459-92CF-906D1BAFFDFD}"/>
              </a:ext>
            </a:extLst>
          </p:cNvPr>
          <p:cNvSpPr txBox="1">
            <a:spLocks/>
          </p:cNvSpPr>
          <p:nvPr/>
        </p:nvSpPr>
        <p:spPr>
          <a:xfrm>
            <a:off x="3538653" y="1307717"/>
            <a:ext cx="1918010" cy="864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chemeClr val="dk1"/>
              </a:buClr>
              <a:buSzPts val="4800"/>
              <a:buFont typeface="Archivo Black"/>
              <a:buNone/>
              <a:defRPr sz="7200" b="0" i="0" u="none" strike="noStrike" cap="none">
                <a:solidFill>
                  <a:schemeClr val="dk1"/>
                </a:solidFill>
                <a:latin typeface="Archivo Black"/>
                <a:ea typeface="Archivo Black"/>
                <a:cs typeface="Archivo Black"/>
                <a:sym typeface="Archivo Black"/>
              </a:defRPr>
            </a:lvl1pPr>
            <a:lvl2pPr marR="0" lvl="1"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r>
              <a:rPr lang="en" sz="4800" dirty="0">
                <a:solidFill>
                  <a:schemeClr val="lt2"/>
                </a:solidFill>
              </a:rPr>
              <a:t>0</a:t>
            </a:r>
            <a:r>
              <a:rPr lang="ar-EG" sz="4800" dirty="0">
                <a:solidFill>
                  <a:schemeClr val="lt2"/>
                </a:solidFill>
              </a:rPr>
              <a:t>5</a:t>
            </a:r>
            <a:endParaRPr lang="en" sz="4100" dirty="0">
              <a:solidFill>
                <a:schemeClr val="lt2"/>
              </a:solidFill>
            </a:endParaRPr>
          </a:p>
        </p:txBody>
      </p:sp>
    </p:spTree>
    <p:extLst>
      <p:ext uri="{BB962C8B-B14F-4D97-AF65-F5344CB8AC3E}">
        <p14:creationId xmlns:p14="http://schemas.microsoft.com/office/powerpoint/2010/main" val="42491775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1056989" y="2114066"/>
            <a:ext cx="3984000" cy="66915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Market Overview</a:t>
            </a:r>
            <a:endParaRPr sz="3200" dirty="0"/>
          </a:p>
        </p:txBody>
      </p:sp>
      <p:sp>
        <p:nvSpPr>
          <p:cNvPr id="632" name="Google Shape;632;p35"/>
          <p:cNvSpPr txBox="1">
            <a:spLocks noGrp="1"/>
          </p:cNvSpPr>
          <p:nvPr>
            <p:ph type="subTitle" idx="1"/>
          </p:nvPr>
        </p:nvSpPr>
        <p:spPr>
          <a:xfrm>
            <a:off x="1443284" y="3252225"/>
            <a:ext cx="3599091"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770"/>
              <a:buFont typeface="Arial"/>
              <a:buNone/>
            </a:pPr>
            <a:r>
              <a:rPr lang="en" dirty="0"/>
              <a:t>EGP 110.9B Total Market | +32.4% Value Growth | MAT January 2026</a:t>
            </a:r>
            <a:endParaRPr dirty="0"/>
          </a:p>
        </p:txBody>
      </p:sp>
      <p:grpSp>
        <p:nvGrpSpPr>
          <p:cNvPr id="634" name="Google Shape;634;p35"/>
          <p:cNvGrpSpPr/>
          <p:nvPr/>
        </p:nvGrpSpPr>
        <p:grpSpPr>
          <a:xfrm>
            <a:off x="5461950" y="522238"/>
            <a:ext cx="2250830" cy="3661147"/>
            <a:chOff x="5401837" y="470183"/>
            <a:chExt cx="2068777" cy="3107670"/>
          </a:xfrm>
        </p:grpSpPr>
        <p:sp>
          <p:nvSpPr>
            <p:cNvPr id="635" name="Google Shape;635;p35"/>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5"/>
          <p:cNvGrpSpPr/>
          <p:nvPr/>
        </p:nvGrpSpPr>
        <p:grpSpPr>
          <a:xfrm>
            <a:off x="5378976" y="1196470"/>
            <a:ext cx="2416767" cy="3688689"/>
            <a:chOff x="8936226" y="1196470"/>
            <a:chExt cx="2416767" cy="3688689"/>
          </a:xfrm>
        </p:grpSpPr>
        <p:sp>
          <p:nvSpPr>
            <p:cNvPr id="641" name="Google Shape;641;p35"/>
            <p:cNvSpPr/>
            <p:nvPr/>
          </p:nvSpPr>
          <p:spPr>
            <a:xfrm flipH="1">
              <a:off x="9621961" y="1803301"/>
              <a:ext cx="785363" cy="776526"/>
            </a:xfrm>
            <a:custGeom>
              <a:avLst/>
              <a:gdLst/>
              <a:ahLst/>
              <a:cxnLst/>
              <a:rect l="l" t="t" r="r" b="b"/>
              <a:pathLst>
                <a:path w="10043" h="9930" extrusionOk="0">
                  <a:moveTo>
                    <a:pt x="8464" y="0"/>
                  </a:moveTo>
                  <a:cubicBezTo>
                    <a:pt x="8007" y="0"/>
                    <a:pt x="7162" y="139"/>
                    <a:pt x="6427" y="1025"/>
                  </a:cubicBezTo>
                  <a:cubicBezTo>
                    <a:pt x="5358" y="2298"/>
                    <a:pt x="2430" y="5651"/>
                    <a:pt x="2167" y="6031"/>
                  </a:cubicBezTo>
                  <a:cubicBezTo>
                    <a:pt x="1918" y="6412"/>
                    <a:pt x="0" y="9149"/>
                    <a:pt x="1318" y="9852"/>
                  </a:cubicBezTo>
                  <a:cubicBezTo>
                    <a:pt x="1417" y="9905"/>
                    <a:pt x="1531" y="9930"/>
                    <a:pt x="1655" y="9930"/>
                  </a:cubicBezTo>
                  <a:cubicBezTo>
                    <a:pt x="3168" y="9930"/>
                    <a:pt x="6295" y="6265"/>
                    <a:pt x="6295" y="6265"/>
                  </a:cubicBezTo>
                  <a:lnTo>
                    <a:pt x="9809" y="1918"/>
                  </a:lnTo>
                  <a:cubicBezTo>
                    <a:pt x="9955" y="1727"/>
                    <a:pt x="10043" y="1493"/>
                    <a:pt x="10043" y="1259"/>
                  </a:cubicBezTo>
                  <a:cubicBezTo>
                    <a:pt x="10043" y="1039"/>
                    <a:pt x="9955" y="790"/>
                    <a:pt x="9677" y="615"/>
                  </a:cubicBezTo>
                  <a:cubicBezTo>
                    <a:pt x="9208" y="307"/>
                    <a:pt x="8798" y="29"/>
                    <a:pt x="8798" y="29"/>
                  </a:cubicBezTo>
                  <a:cubicBezTo>
                    <a:pt x="8798" y="29"/>
                    <a:pt x="8671" y="0"/>
                    <a:pt x="8464"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flipH="1">
              <a:off x="9719244" y="1815813"/>
              <a:ext cx="99705" cy="194327"/>
            </a:xfrm>
            <a:custGeom>
              <a:avLst/>
              <a:gdLst/>
              <a:ahLst/>
              <a:cxnLst/>
              <a:rect l="l" t="t" r="r" b="b"/>
              <a:pathLst>
                <a:path w="1275" h="2485" extrusionOk="0">
                  <a:moveTo>
                    <a:pt x="1245" y="1"/>
                  </a:moveTo>
                  <a:cubicBezTo>
                    <a:pt x="1245" y="1"/>
                    <a:pt x="1216" y="74"/>
                    <a:pt x="1245" y="206"/>
                  </a:cubicBezTo>
                  <a:cubicBezTo>
                    <a:pt x="1245" y="323"/>
                    <a:pt x="1216" y="513"/>
                    <a:pt x="1216" y="733"/>
                  </a:cubicBezTo>
                  <a:cubicBezTo>
                    <a:pt x="1216" y="967"/>
                    <a:pt x="1201" y="1230"/>
                    <a:pt x="1201" y="1523"/>
                  </a:cubicBezTo>
                  <a:lnTo>
                    <a:pt x="1201" y="1977"/>
                  </a:lnTo>
                  <a:cubicBezTo>
                    <a:pt x="1187" y="2124"/>
                    <a:pt x="1143" y="2299"/>
                    <a:pt x="1026" y="2358"/>
                  </a:cubicBezTo>
                  <a:cubicBezTo>
                    <a:pt x="988" y="2378"/>
                    <a:pt x="949" y="2387"/>
                    <a:pt x="909" y="2387"/>
                  </a:cubicBezTo>
                  <a:cubicBezTo>
                    <a:pt x="808" y="2387"/>
                    <a:pt x="704" y="2329"/>
                    <a:pt x="630" y="2255"/>
                  </a:cubicBezTo>
                  <a:cubicBezTo>
                    <a:pt x="542" y="2138"/>
                    <a:pt x="484" y="1992"/>
                    <a:pt x="455" y="1845"/>
                  </a:cubicBezTo>
                  <a:cubicBezTo>
                    <a:pt x="381" y="1567"/>
                    <a:pt x="367" y="1304"/>
                    <a:pt x="308" y="1084"/>
                  </a:cubicBezTo>
                  <a:cubicBezTo>
                    <a:pt x="250" y="865"/>
                    <a:pt x="191" y="689"/>
                    <a:pt x="118" y="586"/>
                  </a:cubicBezTo>
                  <a:cubicBezTo>
                    <a:pt x="89" y="528"/>
                    <a:pt x="45" y="499"/>
                    <a:pt x="30" y="469"/>
                  </a:cubicBezTo>
                  <a:lnTo>
                    <a:pt x="1" y="440"/>
                  </a:lnTo>
                  <a:lnTo>
                    <a:pt x="1" y="440"/>
                  </a:lnTo>
                  <a:cubicBezTo>
                    <a:pt x="1" y="440"/>
                    <a:pt x="30" y="499"/>
                    <a:pt x="89" y="601"/>
                  </a:cubicBezTo>
                  <a:cubicBezTo>
                    <a:pt x="133" y="718"/>
                    <a:pt x="191" y="879"/>
                    <a:pt x="235" y="1099"/>
                  </a:cubicBezTo>
                  <a:cubicBezTo>
                    <a:pt x="264" y="1318"/>
                    <a:pt x="294" y="1567"/>
                    <a:pt x="367" y="1860"/>
                  </a:cubicBezTo>
                  <a:cubicBezTo>
                    <a:pt x="396" y="2006"/>
                    <a:pt x="455" y="2182"/>
                    <a:pt x="557" y="2299"/>
                  </a:cubicBezTo>
                  <a:cubicBezTo>
                    <a:pt x="643" y="2396"/>
                    <a:pt x="776" y="2485"/>
                    <a:pt x="910" y="2485"/>
                  </a:cubicBezTo>
                  <a:cubicBezTo>
                    <a:pt x="959" y="2485"/>
                    <a:pt x="1008" y="2473"/>
                    <a:pt x="1055" y="2446"/>
                  </a:cubicBezTo>
                  <a:cubicBezTo>
                    <a:pt x="1143" y="2402"/>
                    <a:pt x="1201" y="2328"/>
                    <a:pt x="1245" y="2226"/>
                  </a:cubicBezTo>
                  <a:cubicBezTo>
                    <a:pt x="1260" y="2138"/>
                    <a:pt x="1274" y="2050"/>
                    <a:pt x="1274" y="1977"/>
                  </a:cubicBezTo>
                  <a:lnTo>
                    <a:pt x="1274" y="1523"/>
                  </a:lnTo>
                  <a:lnTo>
                    <a:pt x="1274" y="733"/>
                  </a:lnTo>
                  <a:cubicBezTo>
                    <a:pt x="1260" y="513"/>
                    <a:pt x="1260" y="323"/>
                    <a:pt x="1260" y="206"/>
                  </a:cubicBezTo>
                  <a:cubicBezTo>
                    <a:pt x="1260" y="74"/>
                    <a:pt x="1245" y="1"/>
                    <a:pt x="1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flipH="1">
              <a:off x="9672324" y="1848891"/>
              <a:ext cx="55053" cy="118317"/>
            </a:xfrm>
            <a:custGeom>
              <a:avLst/>
              <a:gdLst/>
              <a:ahLst/>
              <a:cxnLst/>
              <a:rect l="l" t="t" r="r" b="b"/>
              <a:pathLst>
                <a:path w="704" h="1513" extrusionOk="0">
                  <a:moveTo>
                    <a:pt x="685" y="1"/>
                  </a:moveTo>
                  <a:cubicBezTo>
                    <a:pt x="652" y="1"/>
                    <a:pt x="550" y="354"/>
                    <a:pt x="367" y="749"/>
                  </a:cubicBezTo>
                  <a:cubicBezTo>
                    <a:pt x="177" y="1188"/>
                    <a:pt x="1" y="1496"/>
                    <a:pt x="16" y="1510"/>
                  </a:cubicBezTo>
                  <a:cubicBezTo>
                    <a:pt x="16" y="1512"/>
                    <a:pt x="17" y="1512"/>
                    <a:pt x="19" y="1512"/>
                  </a:cubicBezTo>
                  <a:cubicBezTo>
                    <a:pt x="52" y="1512"/>
                    <a:pt x="273" y="1226"/>
                    <a:pt x="455" y="807"/>
                  </a:cubicBezTo>
                  <a:cubicBezTo>
                    <a:pt x="660" y="383"/>
                    <a:pt x="704" y="2"/>
                    <a:pt x="689" y="2"/>
                  </a:cubicBezTo>
                  <a:cubicBezTo>
                    <a:pt x="688" y="1"/>
                    <a:pt x="687"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flipH="1">
              <a:off x="9618523" y="1885645"/>
              <a:ext cx="105414" cy="98297"/>
            </a:xfrm>
            <a:custGeom>
              <a:avLst/>
              <a:gdLst/>
              <a:ahLst/>
              <a:cxnLst/>
              <a:rect l="l" t="t" r="r" b="b"/>
              <a:pathLst>
                <a:path w="1348" h="1257" extrusionOk="0">
                  <a:moveTo>
                    <a:pt x="1317" y="0"/>
                  </a:moveTo>
                  <a:cubicBezTo>
                    <a:pt x="1293" y="0"/>
                    <a:pt x="1004" y="376"/>
                    <a:pt x="660" y="835"/>
                  </a:cubicBezTo>
                  <a:cubicBezTo>
                    <a:pt x="586" y="952"/>
                    <a:pt x="499" y="1084"/>
                    <a:pt x="411" y="1128"/>
                  </a:cubicBezTo>
                  <a:cubicBezTo>
                    <a:pt x="358" y="1163"/>
                    <a:pt x="294" y="1183"/>
                    <a:pt x="235" y="1183"/>
                  </a:cubicBezTo>
                  <a:cubicBezTo>
                    <a:pt x="197" y="1183"/>
                    <a:pt x="162" y="1175"/>
                    <a:pt x="133" y="1157"/>
                  </a:cubicBezTo>
                  <a:cubicBezTo>
                    <a:pt x="74" y="1113"/>
                    <a:pt x="59" y="1026"/>
                    <a:pt x="74" y="982"/>
                  </a:cubicBezTo>
                  <a:cubicBezTo>
                    <a:pt x="103" y="938"/>
                    <a:pt x="118" y="908"/>
                    <a:pt x="118" y="908"/>
                  </a:cubicBezTo>
                  <a:lnTo>
                    <a:pt x="118" y="908"/>
                  </a:lnTo>
                  <a:cubicBezTo>
                    <a:pt x="118" y="908"/>
                    <a:pt x="74" y="908"/>
                    <a:pt x="45" y="967"/>
                  </a:cubicBezTo>
                  <a:cubicBezTo>
                    <a:pt x="30" y="1026"/>
                    <a:pt x="1" y="1113"/>
                    <a:pt x="103" y="1201"/>
                  </a:cubicBezTo>
                  <a:cubicBezTo>
                    <a:pt x="147" y="1238"/>
                    <a:pt x="206" y="1256"/>
                    <a:pt x="270" y="1256"/>
                  </a:cubicBezTo>
                  <a:cubicBezTo>
                    <a:pt x="334" y="1256"/>
                    <a:pt x="403" y="1238"/>
                    <a:pt x="469" y="1201"/>
                  </a:cubicBezTo>
                  <a:cubicBezTo>
                    <a:pt x="586" y="1143"/>
                    <a:pt x="660" y="1011"/>
                    <a:pt x="762" y="894"/>
                  </a:cubicBezTo>
                  <a:cubicBezTo>
                    <a:pt x="1084" y="425"/>
                    <a:pt x="1348" y="15"/>
                    <a:pt x="1318" y="1"/>
                  </a:cubicBezTo>
                  <a:cubicBezTo>
                    <a:pt x="1318" y="1"/>
                    <a:pt x="1318" y="0"/>
                    <a:pt x="1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flipH="1">
              <a:off x="9793768" y="1895889"/>
              <a:ext cx="73273" cy="143419"/>
            </a:xfrm>
            <a:custGeom>
              <a:avLst/>
              <a:gdLst/>
              <a:ahLst/>
              <a:cxnLst/>
              <a:rect l="l" t="t" r="r" b="b"/>
              <a:pathLst>
                <a:path w="937" h="1834" extrusionOk="0">
                  <a:moveTo>
                    <a:pt x="922" y="1"/>
                  </a:moveTo>
                  <a:cubicBezTo>
                    <a:pt x="902" y="1"/>
                    <a:pt x="622" y="174"/>
                    <a:pt x="247" y="427"/>
                  </a:cubicBezTo>
                  <a:lnTo>
                    <a:pt x="247" y="427"/>
                  </a:lnTo>
                  <a:cubicBezTo>
                    <a:pt x="227" y="433"/>
                    <a:pt x="209" y="442"/>
                    <a:pt x="191" y="455"/>
                  </a:cubicBezTo>
                  <a:lnTo>
                    <a:pt x="250" y="529"/>
                  </a:lnTo>
                  <a:cubicBezTo>
                    <a:pt x="253" y="526"/>
                    <a:pt x="256" y="524"/>
                    <a:pt x="259" y="522"/>
                  </a:cubicBezTo>
                  <a:lnTo>
                    <a:pt x="259" y="522"/>
                  </a:lnTo>
                  <a:lnTo>
                    <a:pt x="264" y="529"/>
                  </a:lnTo>
                  <a:cubicBezTo>
                    <a:pt x="277" y="522"/>
                    <a:pt x="294" y="519"/>
                    <a:pt x="314" y="519"/>
                  </a:cubicBezTo>
                  <a:cubicBezTo>
                    <a:pt x="342" y="519"/>
                    <a:pt x="377" y="526"/>
                    <a:pt x="411" y="543"/>
                  </a:cubicBezTo>
                  <a:cubicBezTo>
                    <a:pt x="440" y="587"/>
                    <a:pt x="484" y="646"/>
                    <a:pt x="499" y="719"/>
                  </a:cubicBezTo>
                  <a:cubicBezTo>
                    <a:pt x="557" y="1056"/>
                    <a:pt x="411" y="1378"/>
                    <a:pt x="279" y="1553"/>
                  </a:cubicBezTo>
                  <a:cubicBezTo>
                    <a:pt x="133" y="1744"/>
                    <a:pt x="1" y="1817"/>
                    <a:pt x="30" y="1831"/>
                  </a:cubicBezTo>
                  <a:cubicBezTo>
                    <a:pt x="30" y="1833"/>
                    <a:pt x="31" y="1833"/>
                    <a:pt x="33" y="1833"/>
                  </a:cubicBezTo>
                  <a:cubicBezTo>
                    <a:pt x="54" y="1833"/>
                    <a:pt x="190" y="1756"/>
                    <a:pt x="338" y="1568"/>
                  </a:cubicBezTo>
                  <a:cubicBezTo>
                    <a:pt x="499" y="1392"/>
                    <a:pt x="645" y="1056"/>
                    <a:pt x="587" y="675"/>
                  </a:cubicBezTo>
                  <a:cubicBezTo>
                    <a:pt x="572" y="602"/>
                    <a:pt x="513" y="514"/>
                    <a:pt x="440" y="455"/>
                  </a:cubicBezTo>
                  <a:cubicBezTo>
                    <a:pt x="421" y="448"/>
                    <a:pt x="400" y="440"/>
                    <a:pt x="377" y="434"/>
                  </a:cubicBezTo>
                  <a:lnTo>
                    <a:pt x="377" y="434"/>
                  </a:lnTo>
                  <a:cubicBezTo>
                    <a:pt x="706" y="190"/>
                    <a:pt x="936" y="15"/>
                    <a:pt x="923" y="2"/>
                  </a:cubicBezTo>
                  <a:cubicBezTo>
                    <a:pt x="923" y="1"/>
                    <a:pt x="923"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flipH="1">
              <a:off x="10646536" y="2905683"/>
              <a:ext cx="213017" cy="1979477"/>
            </a:xfrm>
            <a:custGeom>
              <a:avLst/>
              <a:gdLst/>
              <a:ahLst/>
              <a:cxnLst/>
              <a:rect l="l" t="t" r="r" b="b"/>
              <a:pathLst>
                <a:path w="2724" h="25313" extrusionOk="0">
                  <a:moveTo>
                    <a:pt x="2723" y="1"/>
                  </a:moveTo>
                  <a:lnTo>
                    <a:pt x="1860" y="249"/>
                  </a:lnTo>
                  <a:lnTo>
                    <a:pt x="1" y="25312"/>
                  </a:lnTo>
                  <a:lnTo>
                    <a:pt x="528" y="25312"/>
                  </a:lnTo>
                  <a:lnTo>
                    <a:pt x="27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flipH="1">
              <a:off x="10276727" y="2783222"/>
              <a:ext cx="873572" cy="115658"/>
            </a:xfrm>
            <a:custGeom>
              <a:avLst/>
              <a:gdLst/>
              <a:ahLst/>
              <a:cxnLst/>
              <a:rect l="l" t="t" r="r" b="b"/>
              <a:pathLst>
                <a:path w="11171" h="1479" extrusionOk="0">
                  <a:moveTo>
                    <a:pt x="4655" y="0"/>
                  </a:moveTo>
                  <a:cubicBezTo>
                    <a:pt x="0" y="0"/>
                    <a:pt x="220" y="1479"/>
                    <a:pt x="220" y="1479"/>
                  </a:cubicBezTo>
                  <a:lnTo>
                    <a:pt x="10950" y="1479"/>
                  </a:lnTo>
                  <a:cubicBezTo>
                    <a:pt x="11170" y="308"/>
                    <a:pt x="9282" y="0"/>
                    <a:pt x="4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flipH="1">
              <a:off x="10293931" y="2887384"/>
              <a:ext cx="839242" cy="37849"/>
            </a:xfrm>
            <a:custGeom>
              <a:avLst/>
              <a:gdLst/>
              <a:ahLst/>
              <a:cxnLst/>
              <a:rect l="l" t="t" r="r" b="b"/>
              <a:pathLst>
                <a:path w="10732" h="484" extrusionOk="0">
                  <a:moveTo>
                    <a:pt x="1" y="0"/>
                  </a:moveTo>
                  <a:lnTo>
                    <a:pt x="1" y="483"/>
                  </a:lnTo>
                  <a:lnTo>
                    <a:pt x="10731" y="483"/>
                  </a:lnTo>
                  <a:lnTo>
                    <a:pt x="10731" y="14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flipH="1">
              <a:off x="10351175" y="2925155"/>
              <a:ext cx="269086" cy="1949682"/>
            </a:xfrm>
            <a:custGeom>
              <a:avLst/>
              <a:gdLst/>
              <a:ahLst/>
              <a:cxnLst/>
              <a:rect l="l" t="t" r="r" b="b"/>
              <a:pathLst>
                <a:path w="3441" h="24932" extrusionOk="0">
                  <a:moveTo>
                    <a:pt x="0" y="0"/>
                  </a:moveTo>
                  <a:lnTo>
                    <a:pt x="3074" y="24932"/>
                  </a:lnTo>
                  <a:lnTo>
                    <a:pt x="3440" y="24932"/>
                  </a:lnTo>
                  <a:lnTo>
                    <a:pt x="922" y="0"/>
                  </a:lnTo>
                  <a:close/>
                </a:path>
              </a:pathLst>
            </a:custGeom>
            <a:solidFill>
              <a:srgbClr val="7C4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flipH="1">
              <a:off x="10795349" y="2905683"/>
              <a:ext cx="557644" cy="1969154"/>
            </a:xfrm>
            <a:custGeom>
              <a:avLst/>
              <a:gdLst/>
              <a:ahLst/>
              <a:cxnLst/>
              <a:rect l="l" t="t" r="r" b="b"/>
              <a:pathLst>
                <a:path w="7131" h="25181" extrusionOk="0">
                  <a:moveTo>
                    <a:pt x="6237" y="1"/>
                  </a:moveTo>
                  <a:lnTo>
                    <a:pt x="1" y="25181"/>
                  </a:lnTo>
                  <a:lnTo>
                    <a:pt x="411" y="25181"/>
                  </a:lnTo>
                  <a:lnTo>
                    <a:pt x="7130" y="249"/>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flipH="1">
              <a:off x="10522901" y="3686429"/>
              <a:ext cx="488906" cy="36754"/>
            </a:xfrm>
            <a:custGeom>
              <a:avLst/>
              <a:gdLst/>
              <a:ahLst/>
              <a:cxnLst/>
              <a:rect l="l" t="t" r="r" b="b"/>
              <a:pathLst>
                <a:path w="6252" h="470" extrusionOk="0">
                  <a:moveTo>
                    <a:pt x="6193" y="1"/>
                  </a:moveTo>
                  <a:lnTo>
                    <a:pt x="0" y="147"/>
                  </a:lnTo>
                  <a:lnTo>
                    <a:pt x="0" y="469"/>
                  </a:lnTo>
                  <a:lnTo>
                    <a:pt x="6252" y="337"/>
                  </a:lnTo>
                  <a:lnTo>
                    <a:pt x="6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flipH="1">
              <a:off x="10395825" y="4683555"/>
              <a:ext cx="880454" cy="67643"/>
            </a:xfrm>
            <a:custGeom>
              <a:avLst/>
              <a:gdLst/>
              <a:ahLst/>
              <a:cxnLst/>
              <a:rect l="l" t="t" r="r" b="b"/>
              <a:pathLst>
                <a:path w="11259" h="865" extrusionOk="0">
                  <a:moveTo>
                    <a:pt x="89" y="1"/>
                  </a:moveTo>
                  <a:lnTo>
                    <a:pt x="1" y="308"/>
                  </a:lnTo>
                  <a:lnTo>
                    <a:pt x="11259" y="864"/>
                  </a:lnTo>
                  <a:lnTo>
                    <a:pt x="11259" y="425"/>
                  </a:lnTo>
                  <a:lnTo>
                    <a:pt x="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flipH="1">
              <a:off x="9784540" y="4225617"/>
              <a:ext cx="296534" cy="435183"/>
            </a:xfrm>
            <a:custGeom>
              <a:avLst/>
              <a:gdLst/>
              <a:ahLst/>
              <a:cxnLst/>
              <a:rect l="l" t="t" r="r" b="b"/>
              <a:pathLst>
                <a:path w="3792" h="5565" extrusionOk="0">
                  <a:moveTo>
                    <a:pt x="937" y="1"/>
                  </a:moveTo>
                  <a:lnTo>
                    <a:pt x="0" y="1641"/>
                  </a:lnTo>
                  <a:cubicBezTo>
                    <a:pt x="0" y="1641"/>
                    <a:pt x="2782" y="4891"/>
                    <a:pt x="3236" y="5432"/>
                  </a:cubicBezTo>
                  <a:cubicBezTo>
                    <a:pt x="3317" y="5525"/>
                    <a:pt x="3375" y="5564"/>
                    <a:pt x="3416" y="5564"/>
                  </a:cubicBezTo>
                  <a:cubicBezTo>
                    <a:pt x="3624" y="5564"/>
                    <a:pt x="3367" y="4539"/>
                    <a:pt x="3367" y="4539"/>
                  </a:cubicBezTo>
                  <a:lnTo>
                    <a:pt x="3792" y="3324"/>
                  </a:lnTo>
                  <a:lnTo>
                    <a:pt x="9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flipH="1">
              <a:off x="9404408" y="2659588"/>
              <a:ext cx="1304063" cy="1874063"/>
            </a:xfrm>
            <a:custGeom>
              <a:avLst/>
              <a:gdLst/>
              <a:ahLst/>
              <a:cxnLst/>
              <a:rect l="l" t="t" r="r" b="b"/>
              <a:pathLst>
                <a:path w="16676" h="23965" extrusionOk="0">
                  <a:moveTo>
                    <a:pt x="7145" y="0"/>
                  </a:moveTo>
                  <a:lnTo>
                    <a:pt x="1" y="835"/>
                  </a:lnTo>
                  <a:lnTo>
                    <a:pt x="11024" y="10160"/>
                  </a:lnTo>
                  <a:lnTo>
                    <a:pt x="6647" y="22223"/>
                  </a:lnTo>
                  <a:lnTo>
                    <a:pt x="11991" y="23965"/>
                  </a:lnTo>
                  <a:cubicBezTo>
                    <a:pt x="11991" y="23965"/>
                    <a:pt x="16675" y="10160"/>
                    <a:pt x="16675" y="8593"/>
                  </a:cubicBezTo>
                  <a:cubicBezTo>
                    <a:pt x="16661" y="6705"/>
                    <a:pt x="7145" y="0"/>
                    <a:pt x="7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flipH="1">
              <a:off x="9814099" y="4685901"/>
              <a:ext cx="495944" cy="145608"/>
            </a:xfrm>
            <a:custGeom>
              <a:avLst/>
              <a:gdLst/>
              <a:ahLst/>
              <a:cxnLst/>
              <a:rect l="l" t="t" r="r" b="b"/>
              <a:pathLst>
                <a:path w="6342" h="1862" extrusionOk="0">
                  <a:moveTo>
                    <a:pt x="0" y="0"/>
                  </a:moveTo>
                  <a:lnTo>
                    <a:pt x="601" y="1801"/>
                  </a:lnTo>
                  <a:cubicBezTo>
                    <a:pt x="601" y="1801"/>
                    <a:pt x="4146" y="1861"/>
                    <a:pt x="5340" y="1861"/>
                  </a:cubicBezTo>
                  <a:cubicBezTo>
                    <a:pt x="5460" y="1861"/>
                    <a:pt x="5555" y="1861"/>
                    <a:pt x="5622" y="1859"/>
                  </a:cubicBezTo>
                  <a:cubicBezTo>
                    <a:pt x="5630" y="1859"/>
                    <a:pt x="5637" y="1859"/>
                    <a:pt x="5644" y="1859"/>
                  </a:cubicBezTo>
                  <a:cubicBezTo>
                    <a:pt x="6341" y="1859"/>
                    <a:pt x="5036" y="1171"/>
                    <a:pt x="5036" y="1171"/>
                  </a:cubicBezTo>
                  <a:lnTo>
                    <a:pt x="4392" y="59"/>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flipH="1">
              <a:off x="10133700" y="1657927"/>
              <a:ext cx="803661" cy="996424"/>
            </a:xfrm>
            <a:custGeom>
              <a:avLst/>
              <a:gdLst/>
              <a:ahLst/>
              <a:cxnLst/>
              <a:rect l="l" t="t" r="r" b="b"/>
              <a:pathLst>
                <a:path w="10277" h="12742" extrusionOk="0">
                  <a:moveTo>
                    <a:pt x="4954" y="0"/>
                  </a:moveTo>
                  <a:cubicBezTo>
                    <a:pt x="3960" y="0"/>
                    <a:pt x="3002" y="114"/>
                    <a:pt x="2386" y="351"/>
                  </a:cubicBezTo>
                  <a:cubicBezTo>
                    <a:pt x="2386" y="351"/>
                    <a:pt x="220" y="1273"/>
                    <a:pt x="0" y="3220"/>
                  </a:cubicBezTo>
                  <a:lnTo>
                    <a:pt x="0" y="8168"/>
                  </a:lnTo>
                  <a:lnTo>
                    <a:pt x="29" y="10233"/>
                  </a:lnTo>
                  <a:cubicBezTo>
                    <a:pt x="29" y="10233"/>
                    <a:pt x="5271" y="12742"/>
                    <a:pt x="8414" y="12742"/>
                  </a:cubicBezTo>
                  <a:cubicBezTo>
                    <a:pt x="9209" y="12742"/>
                    <a:pt x="9869" y="12581"/>
                    <a:pt x="10277" y="12180"/>
                  </a:cubicBezTo>
                  <a:lnTo>
                    <a:pt x="9867" y="5621"/>
                  </a:lnTo>
                  <a:cubicBezTo>
                    <a:pt x="9838" y="4216"/>
                    <a:pt x="10013" y="1961"/>
                    <a:pt x="8974" y="1024"/>
                  </a:cubicBezTo>
                  <a:cubicBezTo>
                    <a:pt x="8769" y="849"/>
                    <a:pt x="8549" y="658"/>
                    <a:pt x="8315" y="541"/>
                  </a:cubicBezTo>
                  <a:cubicBezTo>
                    <a:pt x="7566" y="187"/>
                    <a:pt x="6230" y="0"/>
                    <a:pt x="49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flipH="1">
              <a:off x="10224100" y="1207809"/>
              <a:ext cx="422515" cy="538642"/>
            </a:xfrm>
            <a:custGeom>
              <a:avLst/>
              <a:gdLst/>
              <a:ahLst/>
              <a:cxnLst/>
              <a:rect l="l" t="t" r="r" b="b"/>
              <a:pathLst>
                <a:path w="5403" h="6888" extrusionOk="0">
                  <a:moveTo>
                    <a:pt x="2796" y="0"/>
                  </a:moveTo>
                  <a:cubicBezTo>
                    <a:pt x="1518" y="0"/>
                    <a:pt x="1450" y="617"/>
                    <a:pt x="1450" y="617"/>
                  </a:cubicBezTo>
                  <a:lnTo>
                    <a:pt x="1450" y="1700"/>
                  </a:lnTo>
                  <a:cubicBezTo>
                    <a:pt x="1450" y="1700"/>
                    <a:pt x="1090" y="1443"/>
                    <a:pt x="746" y="1443"/>
                  </a:cubicBezTo>
                  <a:cubicBezTo>
                    <a:pt x="493" y="1443"/>
                    <a:pt x="248" y="1582"/>
                    <a:pt x="161" y="2066"/>
                  </a:cubicBezTo>
                  <a:cubicBezTo>
                    <a:pt x="0" y="2959"/>
                    <a:pt x="864" y="3120"/>
                    <a:pt x="864" y="3120"/>
                  </a:cubicBezTo>
                  <a:lnTo>
                    <a:pt x="659" y="5682"/>
                  </a:lnTo>
                  <a:cubicBezTo>
                    <a:pt x="630" y="6034"/>
                    <a:pt x="732" y="6370"/>
                    <a:pt x="967" y="6605"/>
                  </a:cubicBezTo>
                  <a:cubicBezTo>
                    <a:pt x="1185" y="6812"/>
                    <a:pt x="1431" y="6888"/>
                    <a:pt x="1674" y="6888"/>
                  </a:cubicBezTo>
                  <a:cubicBezTo>
                    <a:pt x="2051" y="6888"/>
                    <a:pt x="2422" y="6706"/>
                    <a:pt x="2679" y="6546"/>
                  </a:cubicBezTo>
                  <a:cubicBezTo>
                    <a:pt x="2870" y="6414"/>
                    <a:pt x="2987" y="6224"/>
                    <a:pt x="2987" y="5975"/>
                  </a:cubicBezTo>
                  <a:lnTo>
                    <a:pt x="2987" y="5302"/>
                  </a:lnTo>
                  <a:lnTo>
                    <a:pt x="3895" y="5302"/>
                  </a:lnTo>
                  <a:cubicBezTo>
                    <a:pt x="5402" y="5228"/>
                    <a:pt x="5139" y="441"/>
                    <a:pt x="5139" y="441"/>
                  </a:cubicBezTo>
                  <a:cubicBezTo>
                    <a:pt x="5139" y="31"/>
                    <a:pt x="4334" y="31"/>
                    <a:pt x="4334" y="31"/>
                  </a:cubicBezTo>
                  <a:lnTo>
                    <a:pt x="2928" y="2"/>
                  </a:lnTo>
                  <a:cubicBezTo>
                    <a:pt x="2883" y="1"/>
                    <a:pt x="2839" y="0"/>
                    <a:pt x="279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flipH="1">
              <a:off x="10311138" y="1383133"/>
              <a:ext cx="22913" cy="112217"/>
            </a:xfrm>
            <a:custGeom>
              <a:avLst/>
              <a:gdLst/>
              <a:ahLst/>
              <a:cxnLst/>
              <a:rect l="l" t="t" r="r" b="b"/>
              <a:pathLst>
                <a:path w="293" h="1435" extrusionOk="0">
                  <a:moveTo>
                    <a:pt x="234" y="0"/>
                  </a:moveTo>
                  <a:cubicBezTo>
                    <a:pt x="220" y="29"/>
                    <a:pt x="190" y="366"/>
                    <a:pt x="190" y="776"/>
                  </a:cubicBezTo>
                  <a:cubicBezTo>
                    <a:pt x="190" y="996"/>
                    <a:pt x="234" y="1186"/>
                    <a:pt x="176" y="1303"/>
                  </a:cubicBezTo>
                  <a:cubicBezTo>
                    <a:pt x="146" y="1362"/>
                    <a:pt x="103" y="1391"/>
                    <a:pt x="73" y="1391"/>
                  </a:cubicBezTo>
                  <a:cubicBezTo>
                    <a:pt x="29" y="1405"/>
                    <a:pt x="15" y="1405"/>
                    <a:pt x="15" y="1405"/>
                  </a:cubicBezTo>
                  <a:cubicBezTo>
                    <a:pt x="0" y="1405"/>
                    <a:pt x="15" y="1435"/>
                    <a:pt x="73" y="1435"/>
                  </a:cubicBezTo>
                  <a:cubicBezTo>
                    <a:pt x="117" y="1435"/>
                    <a:pt x="176" y="1405"/>
                    <a:pt x="234" y="1347"/>
                  </a:cubicBezTo>
                  <a:cubicBezTo>
                    <a:pt x="264" y="1274"/>
                    <a:pt x="293" y="1171"/>
                    <a:pt x="293" y="1083"/>
                  </a:cubicBezTo>
                  <a:lnTo>
                    <a:pt x="293" y="776"/>
                  </a:lnTo>
                  <a:cubicBezTo>
                    <a:pt x="293" y="351"/>
                    <a:pt x="249"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flipH="1">
              <a:off x="10390120" y="1387669"/>
              <a:ext cx="9228" cy="27526"/>
            </a:xfrm>
            <a:custGeom>
              <a:avLst/>
              <a:gdLst/>
              <a:ahLst/>
              <a:cxnLst/>
              <a:rect l="l" t="t" r="r" b="b"/>
              <a:pathLst>
                <a:path w="118" h="352" extrusionOk="0">
                  <a:moveTo>
                    <a:pt x="59" y="1"/>
                  </a:moveTo>
                  <a:cubicBezTo>
                    <a:pt x="30" y="1"/>
                    <a:pt x="1" y="74"/>
                    <a:pt x="30" y="191"/>
                  </a:cubicBezTo>
                  <a:cubicBezTo>
                    <a:pt x="30" y="279"/>
                    <a:pt x="59" y="352"/>
                    <a:pt x="74" y="352"/>
                  </a:cubicBezTo>
                  <a:cubicBezTo>
                    <a:pt x="103" y="352"/>
                    <a:pt x="118" y="264"/>
                    <a:pt x="118" y="162"/>
                  </a:cubicBezTo>
                  <a:cubicBezTo>
                    <a:pt x="118"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flipH="1">
              <a:off x="10269927" y="1385401"/>
              <a:ext cx="6882" cy="26432"/>
            </a:xfrm>
            <a:custGeom>
              <a:avLst/>
              <a:gdLst/>
              <a:ahLst/>
              <a:cxnLst/>
              <a:rect l="l" t="t" r="r" b="b"/>
              <a:pathLst>
                <a:path w="88" h="338" extrusionOk="0">
                  <a:moveTo>
                    <a:pt x="29" y="0"/>
                  </a:moveTo>
                  <a:cubicBezTo>
                    <a:pt x="15" y="0"/>
                    <a:pt x="0" y="88"/>
                    <a:pt x="0" y="176"/>
                  </a:cubicBezTo>
                  <a:cubicBezTo>
                    <a:pt x="0" y="264"/>
                    <a:pt x="29" y="337"/>
                    <a:pt x="44" y="337"/>
                  </a:cubicBezTo>
                  <a:cubicBezTo>
                    <a:pt x="73" y="337"/>
                    <a:pt x="88" y="249"/>
                    <a:pt x="88" y="161"/>
                  </a:cubicBezTo>
                  <a:cubicBezTo>
                    <a:pt x="88" y="59"/>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flipH="1">
              <a:off x="10410686" y="1581135"/>
              <a:ext cx="66470" cy="119177"/>
            </a:xfrm>
            <a:custGeom>
              <a:avLst/>
              <a:gdLst/>
              <a:ahLst/>
              <a:cxnLst/>
              <a:rect l="l" t="t" r="r" b="b"/>
              <a:pathLst>
                <a:path w="850" h="1524" extrusionOk="0">
                  <a:moveTo>
                    <a:pt x="15" y="1"/>
                  </a:moveTo>
                  <a:lnTo>
                    <a:pt x="15" y="1"/>
                  </a:lnTo>
                  <a:cubicBezTo>
                    <a:pt x="0" y="250"/>
                    <a:pt x="0" y="528"/>
                    <a:pt x="73" y="791"/>
                  </a:cubicBezTo>
                  <a:cubicBezTo>
                    <a:pt x="147" y="1040"/>
                    <a:pt x="308" y="1260"/>
                    <a:pt x="527" y="1406"/>
                  </a:cubicBezTo>
                  <a:cubicBezTo>
                    <a:pt x="600" y="1465"/>
                    <a:pt x="747" y="1523"/>
                    <a:pt x="747" y="1523"/>
                  </a:cubicBezTo>
                  <a:cubicBezTo>
                    <a:pt x="747" y="1494"/>
                    <a:pt x="776" y="1333"/>
                    <a:pt x="805" y="1318"/>
                  </a:cubicBezTo>
                  <a:cubicBezTo>
                    <a:pt x="849" y="1040"/>
                    <a:pt x="835" y="820"/>
                    <a:pt x="805" y="513"/>
                  </a:cubicBezTo>
                  <a:cubicBezTo>
                    <a:pt x="483" y="440"/>
                    <a:pt x="220" y="235"/>
                    <a:pt x="15" y="1"/>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flipH="1">
              <a:off x="10545815" y="1356780"/>
              <a:ext cx="53880" cy="74446"/>
            </a:xfrm>
            <a:custGeom>
              <a:avLst/>
              <a:gdLst/>
              <a:ahLst/>
              <a:cxnLst/>
              <a:rect l="l" t="t" r="r" b="b"/>
              <a:pathLst>
                <a:path w="689" h="952" extrusionOk="0">
                  <a:moveTo>
                    <a:pt x="59" y="0"/>
                  </a:moveTo>
                  <a:cubicBezTo>
                    <a:pt x="59" y="0"/>
                    <a:pt x="132" y="30"/>
                    <a:pt x="220" y="88"/>
                  </a:cubicBezTo>
                  <a:cubicBezTo>
                    <a:pt x="281" y="131"/>
                    <a:pt x="346" y="185"/>
                    <a:pt x="405" y="257"/>
                  </a:cubicBezTo>
                  <a:lnTo>
                    <a:pt x="405" y="257"/>
                  </a:lnTo>
                  <a:cubicBezTo>
                    <a:pt x="392" y="254"/>
                    <a:pt x="380" y="251"/>
                    <a:pt x="367" y="249"/>
                  </a:cubicBezTo>
                  <a:cubicBezTo>
                    <a:pt x="348" y="246"/>
                    <a:pt x="329" y="244"/>
                    <a:pt x="310" y="244"/>
                  </a:cubicBezTo>
                  <a:cubicBezTo>
                    <a:pt x="251" y="244"/>
                    <a:pt x="191" y="260"/>
                    <a:pt x="147" y="293"/>
                  </a:cubicBezTo>
                  <a:cubicBezTo>
                    <a:pt x="103" y="322"/>
                    <a:pt x="59" y="396"/>
                    <a:pt x="45" y="454"/>
                  </a:cubicBezTo>
                  <a:cubicBezTo>
                    <a:pt x="1" y="586"/>
                    <a:pt x="45" y="688"/>
                    <a:pt x="103" y="762"/>
                  </a:cubicBezTo>
                  <a:cubicBezTo>
                    <a:pt x="206" y="923"/>
                    <a:pt x="323" y="952"/>
                    <a:pt x="323" y="952"/>
                  </a:cubicBezTo>
                  <a:cubicBezTo>
                    <a:pt x="337" y="923"/>
                    <a:pt x="250" y="879"/>
                    <a:pt x="132" y="703"/>
                  </a:cubicBezTo>
                  <a:cubicBezTo>
                    <a:pt x="103" y="630"/>
                    <a:pt x="74" y="542"/>
                    <a:pt x="118" y="454"/>
                  </a:cubicBezTo>
                  <a:cubicBezTo>
                    <a:pt x="130" y="380"/>
                    <a:pt x="195" y="316"/>
                    <a:pt x="286" y="316"/>
                  </a:cubicBezTo>
                  <a:cubicBezTo>
                    <a:pt x="302" y="316"/>
                    <a:pt x="319" y="318"/>
                    <a:pt x="337" y="322"/>
                  </a:cubicBezTo>
                  <a:cubicBezTo>
                    <a:pt x="393" y="334"/>
                    <a:pt x="449" y="370"/>
                    <a:pt x="498" y="407"/>
                  </a:cubicBezTo>
                  <a:lnTo>
                    <a:pt x="498" y="407"/>
                  </a:lnTo>
                  <a:cubicBezTo>
                    <a:pt x="503" y="417"/>
                    <a:pt x="508" y="428"/>
                    <a:pt x="513" y="440"/>
                  </a:cubicBezTo>
                  <a:lnTo>
                    <a:pt x="527" y="428"/>
                  </a:lnTo>
                  <a:lnTo>
                    <a:pt x="527" y="428"/>
                  </a:lnTo>
                  <a:cubicBezTo>
                    <a:pt x="532" y="432"/>
                    <a:pt x="537" y="436"/>
                    <a:pt x="542" y="440"/>
                  </a:cubicBezTo>
                  <a:lnTo>
                    <a:pt x="689" y="542"/>
                  </a:lnTo>
                  <a:lnTo>
                    <a:pt x="616" y="381"/>
                  </a:lnTo>
                  <a:cubicBezTo>
                    <a:pt x="513" y="191"/>
                    <a:pt x="367" y="88"/>
                    <a:pt x="264" y="30"/>
                  </a:cubicBezTo>
                  <a:cubicBezTo>
                    <a:pt x="132" y="0"/>
                    <a:pt x="59"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flipH="1">
              <a:off x="10337413" y="1536014"/>
              <a:ext cx="42463" cy="9931"/>
            </a:xfrm>
            <a:custGeom>
              <a:avLst/>
              <a:gdLst/>
              <a:ahLst/>
              <a:cxnLst/>
              <a:rect l="l" t="t" r="r" b="b"/>
              <a:pathLst>
                <a:path w="543" h="127" extrusionOk="0">
                  <a:moveTo>
                    <a:pt x="35" y="1"/>
                  </a:moveTo>
                  <a:cubicBezTo>
                    <a:pt x="17" y="1"/>
                    <a:pt x="5" y="2"/>
                    <a:pt x="0" y="7"/>
                  </a:cubicBezTo>
                  <a:cubicBezTo>
                    <a:pt x="0" y="21"/>
                    <a:pt x="103" y="95"/>
                    <a:pt x="264" y="124"/>
                  </a:cubicBezTo>
                  <a:cubicBezTo>
                    <a:pt x="280" y="125"/>
                    <a:pt x="296" y="126"/>
                    <a:pt x="311" y="126"/>
                  </a:cubicBezTo>
                  <a:cubicBezTo>
                    <a:pt x="438" y="126"/>
                    <a:pt x="542" y="78"/>
                    <a:pt x="542" y="65"/>
                  </a:cubicBezTo>
                  <a:cubicBezTo>
                    <a:pt x="527" y="51"/>
                    <a:pt x="410" y="51"/>
                    <a:pt x="264" y="21"/>
                  </a:cubicBezTo>
                  <a:cubicBezTo>
                    <a:pt x="160" y="11"/>
                    <a:pt x="79"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flipH="1">
              <a:off x="10234423" y="1196470"/>
              <a:ext cx="321793" cy="145687"/>
            </a:xfrm>
            <a:custGeom>
              <a:avLst/>
              <a:gdLst/>
              <a:ahLst/>
              <a:cxnLst/>
              <a:rect l="l" t="t" r="r" b="b"/>
              <a:pathLst>
                <a:path w="4115" h="1863" extrusionOk="0">
                  <a:moveTo>
                    <a:pt x="1216" y="1"/>
                  </a:moveTo>
                  <a:cubicBezTo>
                    <a:pt x="923" y="1"/>
                    <a:pt x="587" y="15"/>
                    <a:pt x="367" y="235"/>
                  </a:cubicBezTo>
                  <a:cubicBezTo>
                    <a:pt x="118" y="469"/>
                    <a:pt x="74" y="835"/>
                    <a:pt x="89" y="1172"/>
                  </a:cubicBezTo>
                  <a:cubicBezTo>
                    <a:pt x="89" y="1348"/>
                    <a:pt x="1" y="1655"/>
                    <a:pt x="147" y="1787"/>
                  </a:cubicBezTo>
                  <a:cubicBezTo>
                    <a:pt x="178" y="1812"/>
                    <a:pt x="233" y="1820"/>
                    <a:pt x="296" y="1820"/>
                  </a:cubicBezTo>
                  <a:cubicBezTo>
                    <a:pt x="397" y="1820"/>
                    <a:pt x="521" y="1799"/>
                    <a:pt x="596" y="1799"/>
                  </a:cubicBezTo>
                  <a:cubicBezTo>
                    <a:pt x="609" y="1799"/>
                    <a:pt x="621" y="1800"/>
                    <a:pt x="630" y="1801"/>
                  </a:cubicBezTo>
                  <a:cubicBezTo>
                    <a:pt x="796" y="1835"/>
                    <a:pt x="971" y="1863"/>
                    <a:pt x="1139" y="1863"/>
                  </a:cubicBezTo>
                  <a:cubicBezTo>
                    <a:pt x="1268" y="1863"/>
                    <a:pt x="1394" y="1846"/>
                    <a:pt x="1509" y="1801"/>
                  </a:cubicBezTo>
                  <a:cubicBezTo>
                    <a:pt x="1792" y="1731"/>
                    <a:pt x="2048" y="1510"/>
                    <a:pt x="2091" y="1230"/>
                  </a:cubicBezTo>
                  <a:lnTo>
                    <a:pt x="2091" y="1230"/>
                  </a:lnTo>
                  <a:cubicBezTo>
                    <a:pt x="2065" y="1440"/>
                    <a:pt x="2068" y="1649"/>
                    <a:pt x="2124" y="1845"/>
                  </a:cubicBezTo>
                  <a:cubicBezTo>
                    <a:pt x="2266" y="1638"/>
                    <a:pt x="2397" y="1420"/>
                    <a:pt x="2537" y="1210"/>
                  </a:cubicBezTo>
                  <a:lnTo>
                    <a:pt x="2537" y="1210"/>
                  </a:lnTo>
                  <a:cubicBezTo>
                    <a:pt x="2462" y="1365"/>
                    <a:pt x="2513" y="1561"/>
                    <a:pt x="2636" y="1684"/>
                  </a:cubicBezTo>
                  <a:cubicBezTo>
                    <a:pt x="2755" y="1790"/>
                    <a:pt x="2932" y="1848"/>
                    <a:pt x="3116" y="1848"/>
                  </a:cubicBezTo>
                  <a:cubicBezTo>
                    <a:pt x="3136" y="1848"/>
                    <a:pt x="3157" y="1847"/>
                    <a:pt x="3178" y="1845"/>
                  </a:cubicBezTo>
                  <a:cubicBezTo>
                    <a:pt x="3383" y="1831"/>
                    <a:pt x="3939" y="1684"/>
                    <a:pt x="4115" y="1611"/>
                  </a:cubicBezTo>
                  <a:lnTo>
                    <a:pt x="4115" y="879"/>
                  </a:lnTo>
                  <a:cubicBezTo>
                    <a:pt x="4115" y="528"/>
                    <a:pt x="3880" y="235"/>
                    <a:pt x="3544" y="162"/>
                  </a:cubicBezTo>
                  <a:cubicBezTo>
                    <a:pt x="3441" y="118"/>
                    <a:pt x="3324" y="118"/>
                    <a:pt x="3222" y="103"/>
                  </a:cubicBezTo>
                  <a:cubicBezTo>
                    <a:pt x="2563" y="30"/>
                    <a:pt x="1904" y="1"/>
                    <a:pt x="1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flipH="1">
              <a:off x="9995679" y="2350230"/>
              <a:ext cx="274326" cy="332585"/>
            </a:xfrm>
            <a:custGeom>
              <a:avLst/>
              <a:gdLst/>
              <a:ahLst/>
              <a:cxnLst/>
              <a:rect l="l" t="t" r="r" b="b"/>
              <a:pathLst>
                <a:path w="3508" h="4253" extrusionOk="0">
                  <a:moveTo>
                    <a:pt x="1627" y="1"/>
                  </a:moveTo>
                  <a:cubicBezTo>
                    <a:pt x="1421" y="1"/>
                    <a:pt x="1" y="1365"/>
                    <a:pt x="1" y="1365"/>
                  </a:cubicBezTo>
                  <a:cubicBezTo>
                    <a:pt x="1" y="1365"/>
                    <a:pt x="57" y="4252"/>
                    <a:pt x="584" y="4252"/>
                  </a:cubicBezTo>
                  <a:cubicBezTo>
                    <a:pt x="595" y="4252"/>
                    <a:pt x="605" y="4251"/>
                    <a:pt x="616" y="4249"/>
                  </a:cubicBezTo>
                  <a:cubicBezTo>
                    <a:pt x="616" y="4249"/>
                    <a:pt x="2753" y="3517"/>
                    <a:pt x="2899" y="3327"/>
                  </a:cubicBezTo>
                  <a:cubicBezTo>
                    <a:pt x="3028" y="3147"/>
                    <a:pt x="2248" y="3136"/>
                    <a:pt x="2051" y="3136"/>
                  </a:cubicBezTo>
                  <a:cubicBezTo>
                    <a:pt x="2023" y="3136"/>
                    <a:pt x="2006" y="3136"/>
                    <a:pt x="2006" y="3136"/>
                  </a:cubicBezTo>
                  <a:cubicBezTo>
                    <a:pt x="2006" y="3136"/>
                    <a:pt x="3046" y="2975"/>
                    <a:pt x="3192" y="2770"/>
                  </a:cubicBezTo>
                  <a:cubicBezTo>
                    <a:pt x="3368" y="2565"/>
                    <a:pt x="1860" y="2492"/>
                    <a:pt x="1860" y="2492"/>
                  </a:cubicBezTo>
                  <a:cubicBezTo>
                    <a:pt x="1860" y="2492"/>
                    <a:pt x="3339" y="2492"/>
                    <a:pt x="3339" y="2170"/>
                  </a:cubicBezTo>
                  <a:cubicBezTo>
                    <a:pt x="3339" y="1833"/>
                    <a:pt x="1699" y="1746"/>
                    <a:pt x="1699" y="1746"/>
                  </a:cubicBezTo>
                  <a:cubicBezTo>
                    <a:pt x="1699" y="1746"/>
                    <a:pt x="3397" y="1716"/>
                    <a:pt x="3456" y="1365"/>
                  </a:cubicBezTo>
                  <a:cubicBezTo>
                    <a:pt x="3507" y="1117"/>
                    <a:pt x="2392" y="1080"/>
                    <a:pt x="1731" y="1080"/>
                  </a:cubicBezTo>
                  <a:cubicBezTo>
                    <a:pt x="1456" y="1080"/>
                    <a:pt x="1260" y="1087"/>
                    <a:pt x="1260" y="1087"/>
                  </a:cubicBezTo>
                  <a:cubicBezTo>
                    <a:pt x="1772" y="662"/>
                    <a:pt x="1787" y="106"/>
                    <a:pt x="1640" y="3"/>
                  </a:cubicBezTo>
                  <a:cubicBezTo>
                    <a:pt x="1637" y="2"/>
                    <a:pt x="1632" y="1"/>
                    <a:pt x="1627"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flipH="1">
              <a:off x="10221831" y="1894794"/>
              <a:ext cx="805851" cy="852615"/>
            </a:xfrm>
            <a:custGeom>
              <a:avLst/>
              <a:gdLst/>
              <a:ahLst/>
              <a:cxnLst/>
              <a:rect l="l" t="t" r="r" b="b"/>
              <a:pathLst>
                <a:path w="10305" h="10903" extrusionOk="0">
                  <a:moveTo>
                    <a:pt x="1111" y="1"/>
                  </a:moveTo>
                  <a:cubicBezTo>
                    <a:pt x="1111" y="1"/>
                    <a:pt x="130" y="2709"/>
                    <a:pt x="57" y="7043"/>
                  </a:cubicBezTo>
                  <a:cubicBezTo>
                    <a:pt x="0" y="10403"/>
                    <a:pt x="2392" y="10902"/>
                    <a:pt x="3960" y="10902"/>
                  </a:cubicBezTo>
                  <a:cubicBezTo>
                    <a:pt x="4413" y="10902"/>
                    <a:pt x="4798" y="10860"/>
                    <a:pt x="5034" y="10834"/>
                  </a:cubicBezTo>
                  <a:cubicBezTo>
                    <a:pt x="6103" y="10702"/>
                    <a:pt x="10305" y="10102"/>
                    <a:pt x="10305" y="10102"/>
                  </a:cubicBezTo>
                  <a:lnTo>
                    <a:pt x="9704" y="7174"/>
                  </a:lnTo>
                  <a:cubicBezTo>
                    <a:pt x="9704" y="7174"/>
                    <a:pt x="7128" y="7540"/>
                    <a:pt x="4303" y="7540"/>
                  </a:cubicBezTo>
                  <a:cubicBezTo>
                    <a:pt x="3014" y="7540"/>
                    <a:pt x="4449" y="543"/>
                    <a:pt x="4449" y="543"/>
                  </a:cubicBezTo>
                  <a:lnTo>
                    <a:pt x="1111"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flipH="1">
              <a:off x="9839434" y="2696186"/>
              <a:ext cx="941137" cy="2037814"/>
            </a:xfrm>
            <a:custGeom>
              <a:avLst/>
              <a:gdLst/>
              <a:ahLst/>
              <a:cxnLst/>
              <a:rect l="l" t="t" r="r" b="b"/>
              <a:pathLst>
                <a:path w="12035" h="26059" extrusionOk="0">
                  <a:moveTo>
                    <a:pt x="5739" y="1"/>
                  </a:moveTo>
                  <a:lnTo>
                    <a:pt x="1" y="630"/>
                  </a:lnTo>
                  <a:lnTo>
                    <a:pt x="5285" y="26059"/>
                  </a:lnTo>
                  <a:lnTo>
                    <a:pt x="12034" y="26059"/>
                  </a:lnTo>
                  <a:lnTo>
                    <a:pt x="5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flipH="1">
              <a:off x="10099294" y="2659588"/>
              <a:ext cx="256574" cy="237024"/>
            </a:xfrm>
            <a:custGeom>
              <a:avLst/>
              <a:gdLst/>
              <a:ahLst/>
              <a:cxnLst/>
              <a:rect l="l" t="t" r="r" b="b"/>
              <a:pathLst>
                <a:path w="3281" h="3031" extrusionOk="0">
                  <a:moveTo>
                    <a:pt x="2548" y="0"/>
                  </a:moveTo>
                  <a:lnTo>
                    <a:pt x="1" y="469"/>
                  </a:lnTo>
                  <a:lnTo>
                    <a:pt x="586" y="3030"/>
                  </a:lnTo>
                  <a:lnTo>
                    <a:pt x="3280" y="469"/>
                  </a:lnTo>
                  <a:lnTo>
                    <a:pt x="25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flipH="1">
              <a:off x="10256163" y="2681328"/>
              <a:ext cx="41290" cy="232489"/>
            </a:xfrm>
            <a:custGeom>
              <a:avLst/>
              <a:gdLst/>
              <a:ahLst/>
              <a:cxnLst/>
              <a:rect l="l" t="t" r="r" b="b"/>
              <a:pathLst>
                <a:path w="528" h="2973" extrusionOk="0">
                  <a:moveTo>
                    <a:pt x="15" y="0"/>
                  </a:moveTo>
                  <a:cubicBezTo>
                    <a:pt x="1" y="0"/>
                    <a:pt x="15" y="191"/>
                    <a:pt x="74" y="454"/>
                  </a:cubicBezTo>
                  <a:cubicBezTo>
                    <a:pt x="132" y="732"/>
                    <a:pt x="191" y="1113"/>
                    <a:pt x="279" y="1537"/>
                  </a:cubicBezTo>
                  <a:cubicBezTo>
                    <a:pt x="337" y="1742"/>
                    <a:pt x="366" y="1947"/>
                    <a:pt x="410" y="2123"/>
                  </a:cubicBezTo>
                  <a:cubicBezTo>
                    <a:pt x="440" y="2313"/>
                    <a:pt x="454" y="2474"/>
                    <a:pt x="440" y="2606"/>
                  </a:cubicBezTo>
                  <a:cubicBezTo>
                    <a:pt x="410" y="2752"/>
                    <a:pt x="381" y="2855"/>
                    <a:pt x="337" y="2899"/>
                  </a:cubicBezTo>
                  <a:cubicBezTo>
                    <a:pt x="279" y="2928"/>
                    <a:pt x="220" y="2914"/>
                    <a:pt x="220" y="2928"/>
                  </a:cubicBezTo>
                  <a:cubicBezTo>
                    <a:pt x="220" y="2943"/>
                    <a:pt x="235" y="2943"/>
                    <a:pt x="264" y="2972"/>
                  </a:cubicBezTo>
                  <a:cubicBezTo>
                    <a:pt x="279" y="2972"/>
                    <a:pt x="308" y="2972"/>
                    <a:pt x="352" y="2943"/>
                  </a:cubicBezTo>
                  <a:cubicBezTo>
                    <a:pt x="440" y="2884"/>
                    <a:pt x="454" y="2767"/>
                    <a:pt x="498" y="2635"/>
                  </a:cubicBezTo>
                  <a:cubicBezTo>
                    <a:pt x="528" y="2489"/>
                    <a:pt x="513" y="2313"/>
                    <a:pt x="484" y="2123"/>
                  </a:cubicBezTo>
                  <a:lnTo>
                    <a:pt x="366" y="1523"/>
                  </a:lnTo>
                  <a:cubicBezTo>
                    <a:pt x="293" y="1098"/>
                    <a:pt x="205" y="718"/>
                    <a:pt x="147" y="439"/>
                  </a:cubicBezTo>
                  <a:cubicBezTo>
                    <a:pt x="74" y="161"/>
                    <a:pt x="44" y="0"/>
                    <a:pt x="15"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flipH="1">
              <a:off x="10213779" y="2692745"/>
              <a:ext cx="137476" cy="485466"/>
            </a:xfrm>
            <a:custGeom>
              <a:avLst/>
              <a:gdLst/>
              <a:ahLst/>
              <a:cxnLst/>
              <a:rect l="l" t="t" r="r" b="b"/>
              <a:pathLst>
                <a:path w="1758" h="6208" extrusionOk="0">
                  <a:moveTo>
                    <a:pt x="0" y="1"/>
                  </a:moveTo>
                  <a:cubicBezTo>
                    <a:pt x="0" y="15"/>
                    <a:pt x="15" y="88"/>
                    <a:pt x="44" y="250"/>
                  </a:cubicBezTo>
                  <a:cubicBezTo>
                    <a:pt x="88" y="425"/>
                    <a:pt x="161" y="645"/>
                    <a:pt x="235" y="908"/>
                  </a:cubicBezTo>
                  <a:cubicBezTo>
                    <a:pt x="396" y="1494"/>
                    <a:pt x="615" y="2270"/>
                    <a:pt x="850" y="3104"/>
                  </a:cubicBezTo>
                  <a:cubicBezTo>
                    <a:pt x="1098" y="3953"/>
                    <a:pt x="1318" y="4729"/>
                    <a:pt x="1479" y="5300"/>
                  </a:cubicBezTo>
                  <a:cubicBezTo>
                    <a:pt x="1552" y="5564"/>
                    <a:pt x="1611" y="5783"/>
                    <a:pt x="1655" y="5974"/>
                  </a:cubicBezTo>
                  <a:cubicBezTo>
                    <a:pt x="1699" y="6120"/>
                    <a:pt x="1728" y="6208"/>
                    <a:pt x="1728" y="6208"/>
                  </a:cubicBezTo>
                  <a:cubicBezTo>
                    <a:pt x="1757" y="6208"/>
                    <a:pt x="1728" y="6120"/>
                    <a:pt x="1713" y="5988"/>
                  </a:cubicBezTo>
                  <a:cubicBezTo>
                    <a:pt x="1684" y="5827"/>
                    <a:pt x="1625" y="5608"/>
                    <a:pt x="1552" y="5315"/>
                  </a:cubicBezTo>
                  <a:cubicBezTo>
                    <a:pt x="1406" y="4744"/>
                    <a:pt x="1201" y="3953"/>
                    <a:pt x="967" y="3090"/>
                  </a:cubicBezTo>
                  <a:cubicBezTo>
                    <a:pt x="732" y="2240"/>
                    <a:pt x="484" y="1450"/>
                    <a:pt x="308" y="894"/>
                  </a:cubicBezTo>
                  <a:cubicBezTo>
                    <a:pt x="220" y="630"/>
                    <a:pt x="147" y="381"/>
                    <a:pt x="88" y="235"/>
                  </a:cubicBezTo>
                  <a:cubicBezTo>
                    <a:pt x="30" y="89"/>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5"/>
            <p:cNvSpPr/>
            <p:nvPr/>
          </p:nvSpPr>
          <p:spPr>
            <a:xfrm flipH="1">
              <a:off x="10313404" y="2748814"/>
              <a:ext cx="400775" cy="1977209"/>
            </a:xfrm>
            <a:custGeom>
              <a:avLst/>
              <a:gdLst/>
              <a:ahLst/>
              <a:cxnLst/>
              <a:rect l="l" t="t" r="r" b="b"/>
              <a:pathLst>
                <a:path w="5125" h="25284" extrusionOk="0">
                  <a:moveTo>
                    <a:pt x="1" y="1"/>
                  </a:moveTo>
                  <a:lnTo>
                    <a:pt x="1" y="74"/>
                  </a:lnTo>
                  <a:cubicBezTo>
                    <a:pt x="30" y="118"/>
                    <a:pt x="30" y="191"/>
                    <a:pt x="45" y="264"/>
                  </a:cubicBezTo>
                  <a:cubicBezTo>
                    <a:pt x="74" y="455"/>
                    <a:pt x="118" y="718"/>
                    <a:pt x="176" y="1026"/>
                  </a:cubicBezTo>
                  <a:cubicBezTo>
                    <a:pt x="279" y="1655"/>
                    <a:pt x="440" y="2592"/>
                    <a:pt x="645" y="3749"/>
                  </a:cubicBezTo>
                  <a:cubicBezTo>
                    <a:pt x="1055" y="6047"/>
                    <a:pt x="1655" y="9224"/>
                    <a:pt x="2343" y="12708"/>
                  </a:cubicBezTo>
                  <a:cubicBezTo>
                    <a:pt x="3060" y="16192"/>
                    <a:pt x="3734" y="19354"/>
                    <a:pt x="4246" y="21624"/>
                  </a:cubicBezTo>
                  <a:cubicBezTo>
                    <a:pt x="4510" y="22765"/>
                    <a:pt x="4729" y="23673"/>
                    <a:pt x="4876" y="24317"/>
                  </a:cubicBezTo>
                  <a:cubicBezTo>
                    <a:pt x="4883" y="24344"/>
                    <a:pt x="4891" y="24371"/>
                    <a:pt x="4898" y="24398"/>
                  </a:cubicBezTo>
                  <a:lnTo>
                    <a:pt x="4898" y="24398"/>
                  </a:lnTo>
                  <a:cubicBezTo>
                    <a:pt x="4891" y="24367"/>
                    <a:pt x="4883" y="24335"/>
                    <a:pt x="4876" y="24303"/>
                  </a:cubicBezTo>
                  <a:cubicBezTo>
                    <a:pt x="4744" y="23644"/>
                    <a:pt x="4539" y="22722"/>
                    <a:pt x="4290" y="21594"/>
                  </a:cubicBezTo>
                  <a:cubicBezTo>
                    <a:pt x="3792" y="19296"/>
                    <a:pt x="3119" y="16148"/>
                    <a:pt x="2416" y="12664"/>
                  </a:cubicBezTo>
                  <a:cubicBezTo>
                    <a:pt x="1728" y="9180"/>
                    <a:pt x="1128" y="6003"/>
                    <a:pt x="703" y="3705"/>
                  </a:cubicBezTo>
                  <a:cubicBezTo>
                    <a:pt x="498" y="2563"/>
                    <a:pt x="323" y="1626"/>
                    <a:pt x="206" y="982"/>
                  </a:cubicBezTo>
                  <a:cubicBezTo>
                    <a:pt x="132" y="674"/>
                    <a:pt x="103" y="440"/>
                    <a:pt x="59" y="250"/>
                  </a:cubicBezTo>
                  <a:cubicBezTo>
                    <a:pt x="45" y="177"/>
                    <a:pt x="45" y="118"/>
                    <a:pt x="30" y="74"/>
                  </a:cubicBezTo>
                  <a:cubicBezTo>
                    <a:pt x="1" y="16"/>
                    <a:pt x="1" y="1"/>
                    <a:pt x="1" y="1"/>
                  </a:cubicBezTo>
                  <a:close/>
                  <a:moveTo>
                    <a:pt x="4898" y="24398"/>
                  </a:moveTo>
                  <a:lnTo>
                    <a:pt x="4898" y="24398"/>
                  </a:lnTo>
                  <a:cubicBezTo>
                    <a:pt x="4961" y="24662"/>
                    <a:pt x="5011" y="24877"/>
                    <a:pt x="5037" y="25035"/>
                  </a:cubicBezTo>
                  <a:cubicBezTo>
                    <a:pt x="5051" y="25108"/>
                    <a:pt x="5081" y="25181"/>
                    <a:pt x="5081" y="25210"/>
                  </a:cubicBezTo>
                  <a:cubicBezTo>
                    <a:pt x="5125" y="25254"/>
                    <a:pt x="5125" y="25283"/>
                    <a:pt x="5125" y="25283"/>
                  </a:cubicBezTo>
                  <a:lnTo>
                    <a:pt x="5125" y="25283"/>
                  </a:lnTo>
                  <a:cubicBezTo>
                    <a:pt x="5125" y="25283"/>
                    <a:pt x="5125" y="25269"/>
                    <a:pt x="5110" y="25239"/>
                  </a:cubicBezTo>
                  <a:cubicBezTo>
                    <a:pt x="5095" y="25181"/>
                    <a:pt x="5066" y="25122"/>
                    <a:pt x="5051" y="25049"/>
                  </a:cubicBezTo>
                  <a:cubicBezTo>
                    <a:pt x="5025" y="24902"/>
                    <a:pt x="4974" y="24670"/>
                    <a:pt x="4898" y="2439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flipH="1">
              <a:off x="9904734" y="3923453"/>
              <a:ext cx="128248" cy="596510"/>
            </a:xfrm>
            <a:custGeom>
              <a:avLst/>
              <a:gdLst/>
              <a:ahLst/>
              <a:cxnLst/>
              <a:rect l="l" t="t" r="r" b="b"/>
              <a:pathLst>
                <a:path w="1640" h="7628" extrusionOk="0">
                  <a:moveTo>
                    <a:pt x="30" y="0"/>
                  </a:moveTo>
                  <a:lnTo>
                    <a:pt x="30" y="0"/>
                  </a:lnTo>
                  <a:cubicBezTo>
                    <a:pt x="0" y="15"/>
                    <a:pt x="337" y="1728"/>
                    <a:pt x="776" y="3821"/>
                  </a:cubicBezTo>
                  <a:cubicBezTo>
                    <a:pt x="1215" y="5929"/>
                    <a:pt x="1596" y="7627"/>
                    <a:pt x="1611" y="7627"/>
                  </a:cubicBezTo>
                  <a:cubicBezTo>
                    <a:pt x="1640" y="7627"/>
                    <a:pt x="1303" y="5929"/>
                    <a:pt x="864" y="3806"/>
                  </a:cubicBezTo>
                  <a:cubicBezTo>
                    <a:pt x="425" y="1698"/>
                    <a:pt x="44" y="0"/>
                    <a:pt x="30" y="0"/>
                  </a:cubicBezTo>
                  <a:close/>
                </a:path>
              </a:pathLst>
            </a:custGeom>
            <a:solidFill>
              <a:srgbClr val="2D6A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flipH="1">
              <a:off x="9786807" y="3069433"/>
              <a:ext cx="454577" cy="974294"/>
            </a:xfrm>
            <a:custGeom>
              <a:avLst/>
              <a:gdLst/>
              <a:ahLst/>
              <a:cxnLst/>
              <a:rect l="l" t="t" r="r" b="b"/>
              <a:pathLst>
                <a:path w="5813" h="12459" extrusionOk="0">
                  <a:moveTo>
                    <a:pt x="1" y="0"/>
                  </a:moveTo>
                  <a:lnTo>
                    <a:pt x="103" y="103"/>
                  </a:lnTo>
                  <a:cubicBezTo>
                    <a:pt x="206" y="176"/>
                    <a:pt x="323" y="264"/>
                    <a:pt x="469" y="381"/>
                  </a:cubicBezTo>
                  <a:cubicBezTo>
                    <a:pt x="806" y="615"/>
                    <a:pt x="1260" y="966"/>
                    <a:pt x="1831" y="1391"/>
                  </a:cubicBezTo>
                  <a:cubicBezTo>
                    <a:pt x="2416" y="1801"/>
                    <a:pt x="3090" y="2298"/>
                    <a:pt x="3836" y="2869"/>
                  </a:cubicBezTo>
                  <a:cubicBezTo>
                    <a:pt x="4041" y="3001"/>
                    <a:pt x="4232" y="3148"/>
                    <a:pt x="4422" y="3294"/>
                  </a:cubicBezTo>
                  <a:cubicBezTo>
                    <a:pt x="4612" y="3440"/>
                    <a:pt x="4832" y="3587"/>
                    <a:pt x="5008" y="3748"/>
                  </a:cubicBezTo>
                  <a:cubicBezTo>
                    <a:pt x="5212" y="3909"/>
                    <a:pt x="5403" y="4099"/>
                    <a:pt x="5520" y="4319"/>
                  </a:cubicBezTo>
                  <a:cubicBezTo>
                    <a:pt x="5652" y="4538"/>
                    <a:pt x="5725" y="4787"/>
                    <a:pt x="5725" y="5051"/>
                  </a:cubicBezTo>
                  <a:cubicBezTo>
                    <a:pt x="5725" y="5578"/>
                    <a:pt x="5505" y="6075"/>
                    <a:pt x="5344" y="6544"/>
                  </a:cubicBezTo>
                  <a:cubicBezTo>
                    <a:pt x="5154" y="7042"/>
                    <a:pt x="4993" y="7495"/>
                    <a:pt x="4832" y="7935"/>
                  </a:cubicBezTo>
                  <a:cubicBezTo>
                    <a:pt x="4495" y="8813"/>
                    <a:pt x="4202" y="9604"/>
                    <a:pt x="3968" y="10277"/>
                  </a:cubicBezTo>
                  <a:cubicBezTo>
                    <a:pt x="3734" y="10965"/>
                    <a:pt x="3529" y="11492"/>
                    <a:pt x="3397" y="11873"/>
                  </a:cubicBezTo>
                  <a:cubicBezTo>
                    <a:pt x="3353" y="12063"/>
                    <a:pt x="3295" y="12195"/>
                    <a:pt x="3251" y="12312"/>
                  </a:cubicBezTo>
                  <a:cubicBezTo>
                    <a:pt x="3222" y="12400"/>
                    <a:pt x="3207" y="12458"/>
                    <a:pt x="3207" y="12458"/>
                  </a:cubicBezTo>
                  <a:cubicBezTo>
                    <a:pt x="3222" y="12458"/>
                    <a:pt x="3236" y="12400"/>
                    <a:pt x="3280" y="12312"/>
                  </a:cubicBezTo>
                  <a:cubicBezTo>
                    <a:pt x="3309" y="12224"/>
                    <a:pt x="3368" y="12078"/>
                    <a:pt x="3441" y="11887"/>
                  </a:cubicBezTo>
                  <a:cubicBezTo>
                    <a:pt x="3588" y="11507"/>
                    <a:pt x="3792" y="10980"/>
                    <a:pt x="4041" y="10321"/>
                  </a:cubicBezTo>
                  <a:cubicBezTo>
                    <a:pt x="4305" y="9647"/>
                    <a:pt x="4598" y="8857"/>
                    <a:pt x="4920" y="7979"/>
                  </a:cubicBezTo>
                  <a:cubicBezTo>
                    <a:pt x="5081" y="7525"/>
                    <a:pt x="5256" y="7056"/>
                    <a:pt x="5432" y="6588"/>
                  </a:cubicBezTo>
                  <a:cubicBezTo>
                    <a:pt x="5593" y="6105"/>
                    <a:pt x="5813" y="5622"/>
                    <a:pt x="5813" y="5051"/>
                  </a:cubicBezTo>
                  <a:cubicBezTo>
                    <a:pt x="5813" y="4773"/>
                    <a:pt x="5740" y="4494"/>
                    <a:pt x="5593" y="4260"/>
                  </a:cubicBezTo>
                  <a:cubicBezTo>
                    <a:pt x="5447" y="4041"/>
                    <a:pt x="5271" y="3836"/>
                    <a:pt x="5066" y="3675"/>
                  </a:cubicBezTo>
                  <a:cubicBezTo>
                    <a:pt x="4861" y="3514"/>
                    <a:pt x="4671" y="3367"/>
                    <a:pt x="4466" y="3221"/>
                  </a:cubicBezTo>
                  <a:cubicBezTo>
                    <a:pt x="4261" y="3074"/>
                    <a:pt x="4056" y="2943"/>
                    <a:pt x="3880" y="2796"/>
                  </a:cubicBezTo>
                  <a:cubicBezTo>
                    <a:pt x="3134" y="2255"/>
                    <a:pt x="2446" y="1757"/>
                    <a:pt x="1860" y="1332"/>
                  </a:cubicBezTo>
                  <a:cubicBezTo>
                    <a:pt x="1274" y="908"/>
                    <a:pt x="821" y="586"/>
                    <a:pt x="499" y="351"/>
                  </a:cubicBezTo>
                  <a:cubicBezTo>
                    <a:pt x="352" y="234"/>
                    <a:pt x="220" y="161"/>
                    <a:pt x="133" y="88"/>
                  </a:cubicBezTo>
                  <a:cubicBezTo>
                    <a:pt x="45" y="15"/>
                    <a:pt x="1"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flipH="1">
              <a:off x="8936226" y="2352732"/>
              <a:ext cx="1159706" cy="95091"/>
            </a:xfrm>
            <a:custGeom>
              <a:avLst/>
              <a:gdLst/>
              <a:ahLst/>
              <a:cxnLst/>
              <a:rect l="l" t="t" r="r" b="b"/>
              <a:pathLst>
                <a:path w="14830" h="1216" extrusionOk="0">
                  <a:moveTo>
                    <a:pt x="0" y="1"/>
                  </a:moveTo>
                  <a:lnTo>
                    <a:pt x="0" y="1216"/>
                  </a:lnTo>
                  <a:lnTo>
                    <a:pt x="14830" y="1216"/>
                  </a:lnTo>
                  <a:lnTo>
                    <a:pt x="148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flipH="1">
              <a:off x="9106784" y="2440863"/>
              <a:ext cx="90477" cy="2433975"/>
            </a:xfrm>
            <a:custGeom>
              <a:avLst/>
              <a:gdLst/>
              <a:ahLst/>
              <a:cxnLst/>
              <a:rect l="l" t="t" r="r" b="b"/>
              <a:pathLst>
                <a:path w="1157" h="31125" extrusionOk="0">
                  <a:moveTo>
                    <a:pt x="0" y="1"/>
                  </a:moveTo>
                  <a:lnTo>
                    <a:pt x="0" y="31125"/>
                  </a:lnTo>
                  <a:lnTo>
                    <a:pt x="556" y="31125"/>
                  </a:lnTo>
                  <a:lnTo>
                    <a:pt x="1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flipH="1">
              <a:off x="9817697" y="2432887"/>
              <a:ext cx="90556" cy="2451101"/>
            </a:xfrm>
            <a:custGeom>
              <a:avLst/>
              <a:gdLst/>
              <a:ahLst/>
              <a:cxnLst/>
              <a:rect l="l" t="t" r="r" b="b"/>
              <a:pathLst>
                <a:path w="1158" h="31344" extrusionOk="0">
                  <a:moveTo>
                    <a:pt x="1" y="0"/>
                  </a:moveTo>
                  <a:lnTo>
                    <a:pt x="1" y="31344"/>
                  </a:lnTo>
                  <a:lnTo>
                    <a:pt x="557" y="31344"/>
                  </a:lnTo>
                  <a:lnTo>
                    <a:pt x="1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flipH="1">
              <a:off x="9197181" y="3357912"/>
              <a:ext cx="640067" cy="51534"/>
            </a:xfrm>
            <a:custGeom>
              <a:avLst/>
              <a:gdLst/>
              <a:ahLst/>
              <a:cxnLst/>
              <a:rect l="l" t="t" r="r" b="b"/>
              <a:pathLst>
                <a:path w="8185" h="659" extrusionOk="0">
                  <a:moveTo>
                    <a:pt x="1" y="0"/>
                  </a:moveTo>
                  <a:lnTo>
                    <a:pt x="1" y="659"/>
                  </a:lnTo>
                  <a:lnTo>
                    <a:pt x="8184" y="659"/>
                  </a:lnTo>
                  <a:lnTo>
                    <a:pt x="8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flipH="1">
              <a:off x="10337412" y="1455233"/>
              <a:ext cx="281755" cy="419152"/>
            </a:xfrm>
            <a:custGeom>
              <a:avLst/>
              <a:gdLst/>
              <a:ahLst/>
              <a:cxnLst/>
              <a:rect l="l" t="t" r="r" b="b"/>
              <a:pathLst>
                <a:path w="3603" h="5360" extrusionOk="0">
                  <a:moveTo>
                    <a:pt x="294" y="0"/>
                  </a:moveTo>
                  <a:cubicBezTo>
                    <a:pt x="294" y="0"/>
                    <a:pt x="294" y="30"/>
                    <a:pt x="279" y="103"/>
                  </a:cubicBezTo>
                  <a:cubicBezTo>
                    <a:pt x="250" y="176"/>
                    <a:pt x="235" y="278"/>
                    <a:pt x="220" y="396"/>
                  </a:cubicBezTo>
                  <a:cubicBezTo>
                    <a:pt x="176" y="659"/>
                    <a:pt x="103" y="1040"/>
                    <a:pt x="74" y="1494"/>
                  </a:cubicBezTo>
                  <a:cubicBezTo>
                    <a:pt x="30" y="1977"/>
                    <a:pt x="1" y="2518"/>
                    <a:pt x="74" y="3148"/>
                  </a:cubicBezTo>
                  <a:cubicBezTo>
                    <a:pt x="103" y="3455"/>
                    <a:pt x="162" y="3763"/>
                    <a:pt x="279" y="4099"/>
                  </a:cubicBezTo>
                  <a:cubicBezTo>
                    <a:pt x="367" y="4407"/>
                    <a:pt x="528" y="4744"/>
                    <a:pt x="806" y="4992"/>
                  </a:cubicBezTo>
                  <a:cubicBezTo>
                    <a:pt x="1069" y="5241"/>
                    <a:pt x="1410" y="5360"/>
                    <a:pt x="1731" y="5360"/>
                  </a:cubicBezTo>
                  <a:cubicBezTo>
                    <a:pt x="1749" y="5360"/>
                    <a:pt x="1768" y="5359"/>
                    <a:pt x="1787" y="5358"/>
                  </a:cubicBezTo>
                  <a:cubicBezTo>
                    <a:pt x="2138" y="5344"/>
                    <a:pt x="2446" y="5227"/>
                    <a:pt x="2724" y="5066"/>
                  </a:cubicBezTo>
                  <a:cubicBezTo>
                    <a:pt x="3002" y="4905"/>
                    <a:pt x="3207" y="4656"/>
                    <a:pt x="3324" y="4407"/>
                  </a:cubicBezTo>
                  <a:cubicBezTo>
                    <a:pt x="3456" y="4173"/>
                    <a:pt x="3529" y="3909"/>
                    <a:pt x="3544" y="3675"/>
                  </a:cubicBezTo>
                  <a:cubicBezTo>
                    <a:pt x="3602" y="3192"/>
                    <a:pt x="3514" y="2811"/>
                    <a:pt x="3426" y="2577"/>
                  </a:cubicBezTo>
                  <a:cubicBezTo>
                    <a:pt x="3383" y="2445"/>
                    <a:pt x="3353" y="2357"/>
                    <a:pt x="3309" y="2299"/>
                  </a:cubicBezTo>
                  <a:cubicBezTo>
                    <a:pt x="3280" y="2255"/>
                    <a:pt x="3251" y="2211"/>
                    <a:pt x="3251" y="2211"/>
                  </a:cubicBezTo>
                  <a:lnTo>
                    <a:pt x="3251" y="2211"/>
                  </a:lnTo>
                  <a:cubicBezTo>
                    <a:pt x="3236" y="2211"/>
                    <a:pt x="3309" y="2343"/>
                    <a:pt x="3397" y="2577"/>
                  </a:cubicBezTo>
                  <a:cubicBezTo>
                    <a:pt x="3470" y="2811"/>
                    <a:pt x="3544" y="3206"/>
                    <a:pt x="3485" y="3660"/>
                  </a:cubicBezTo>
                  <a:cubicBezTo>
                    <a:pt x="3441" y="4114"/>
                    <a:pt x="3192" y="4670"/>
                    <a:pt x="2680" y="4992"/>
                  </a:cubicBezTo>
                  <a:cubicBezTo>
                    <a:pt x="2431" y="5153"/>
                    <a:pt x="2124" y="5271"/>
                    <a:pt x="1787" y="5271"/>
                  </a:cubicBezTo>
                  <a:cubicBezTo>
                    <a:pt x="1465" y="5271"/>
                    <a:pt x="1128" y="5153"/>
                    <a:pt x="879" y="4919"/>
                  </a:cubicBezTo>
                  <a:cubicBezTo>
                    <a:pt x="616" y="4685"/>
                    <a:pt x="469" y="4378"/>
                    <a:pt x="367" y="4055"/>
                  </a:cubicBezTo>
                  <a:cubicBezTo>
                    <a:pt x="279" y="3748"/>
                    <a:pt x="206" y="3441"/>
                    <a:pt x="162" y="3133"/>
                  </a:cubicBezTo>
                  <a:cubicBezTo>
                    <a:pt x="89" y="2518"/>
                    <a:pt x="103" y="1962"/>
                    <a:pt x="147" y="1494"/>
                  </a:cubicBezTo>
                  <a:cubicBezTo>
                    <a:pt x="176" y="1040"/>
                    <a:pt x="220" y="659"/>
                    <a:pt x="250" y="396"/>
                  </a:cubicBezTo>
                  <a:cubicBezTo>
                    <a:pt x="279" y="293"/>
                    <a:pt x="279" y="176"/>
                    <a:pt x="294" y="103"/>
                  </a:cubicBezTo>
                  <a:lnTo>
                    <a:pt x="2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flipH="1">
              <a:off x="10073018" y="1863905"/>
              <a:ext cx="389280" cy="504546"/>
            </a:xfrm>
            <a:custGeom>
              <a:avLst/>
              <a:gdLst/>
              <a:ahLst/>
              <a:cxnLst/>
              <a:rect l="l" t="t" r="r" b="b"/>
              <a:pathLst>
                <a:path w="4978" h="6452" extrusionOk="0">
                  <a:moveTo>
                    <a:pt x="516" y="2734"/>
                  </a:moveTo>
                  <a:cubicBezTo>
                    <a:pt x="535" y="2734"/>
                    <a:pt x="553" y="2735"/>
                    <a:pt x="571" y="2738"/>
                  </a:cubicBezTo>
                  <a:cubicBezTo>
                    <a:pt x="626" y="2742"/>
                    <a:pt x="678" y="2757"/>
                    <a:pt x="727" y="2781"/>
                  </a:cubicBezTo>
                  <a:lnTo>
                    <a:pt x="727" y="2781"/>
                  </a:lnTo>
                  <a:cubicBezTo>
                    <a:pt x="729" y="2894"/>
                    <a:pt x="723" y="3010"/>
                    <a:pt x="703" y="3119"/>
                  </a:cubicBezTo>
                  <a:cubicBezTo>
                    <a:pt x="688" y="3192"/>
                    <a:pt x="645" y="3265"/>
                    <a:pt x="586" y="3324"/>
                  </a:cubicBezTo>
                  <a:cubicBezTo>
                    <a:pt x="530" y="3346"/>
                    <a:pt x="474" y="3377"/>
                    <a:pt x="417" y="3377"/>
                  </a:cubicBezTo>
                  <a:cubicBezTo>
                    <a:pt x="400" y="3377"/>
                    <a:pt x="383" y="3375"/>
                    <a:pt x="366" y="3368"/>
                  </a:cubicBezTo>
                  <a:cubicBezTo>
                    <a:pt x="220" y="3338"/>
                    <a:pt x="103" y="3148"/>
                    <a:pt x="147" y="2987"/>
                  </a:cubicBezTo>
                  <a:cubicBezTo>
                    <a:pt x="199" y="2843"/>
                    <a:pt x="358" y="2734"/>
                    <a:pt x="516" y="2734"/>
                  </a:cubicBezTo>
                  <a:close/>
                  <a:moveTo>
                    <a:pt x="147" y="1"/>
                  </a:moveTo>
                  <a:cubicBezTo>
                    <a:pt x="147" y="30"/>
                    <a:pt x="176" y="59"/>
                    <a:pt x="191" y="132"/>
                  </a:cubicBezTo>
                  <a:cubicBezTo>
                    <a:pt x="205" y="206"/>
                    <a:pt x="249" y="323"/>
                    <a:pt x="293" y="469"/>
                  </a:cubicBezTo>
                  <a:cubicBezTo>
                    <a:pt x="396" y="762"/>
                    <a:pt x="513" y="1172"/>
                    <a:pt x="615" y="1728"/>
                  </a:cubicBezTo>
                  <a:cubicBezTo>
                    <a:pt x="659" y="2006"/>
                    <a:pt x="703" y="2299"/>
                    <a:pt x="718" y="2621"/>
                  </a:cubicBezTo>
                  <a:cubicBezTo>
                    <a:pt x="720" y="2647"/>
                    <a:pt x="722" y="2673"/>
                    <a:pt x="724" y="2699"/>
                  </a:cubicBezTo>
                  <a:lnTo>
                    <a:pt x="724" y="2699"/>
                  </a:lnTo>
                  <a:cubicBezTo>
                    <a:pt x="675" y="2680"/>
                    <a:pt x="624" y="2669"/>
                    <a:pt x="571" y="2665"/>
                  </a:cubicBezTo>
                  <a:cubicBezTo>
                    <a:pt x="551" y="2662"/>
                    <a:pt x="529" y="2661"/>
                    <a:pt x="508" y="2661"/>
                  </a:cubicBezTo>
                  <a:cubicBezTo>
                    <a:pt x="320" y="2661"/>
                    <a:pt x="125" y="2775"/>
                    <a:pt x="59" y="2972"/>
                  </a:cubicBezTo>
                  <a:cubicBezTo>
                    <a:pt x="0" y="3192"/>
                    <a:pt x="147" y="3412"/>
                    <a:pt x="352" y="3470"/>
                  </a:cubicBezTo>
                  <a:cubicBezTo>
                    <a:pt x="367" y="3472"/>
                    <a:pt x="382" y="3473"/>
                    <a:pt x="396" y="3473"/>
                  </a:cubicBezTo>
                  <a:cubicBezTo>
                    <a:pt x="495" y="3473"/>
                    <a:pt x="581" y="3431"/>
                    <a:pt x="645" y="3368"/>
                  </a:cubicBezTo>
                  <a:cubicBezTo>
                    <a:pt x="718" y="3295"/>
                    <a:pt x="762" y="3207"/>
                    <a:pt x="776" y="3119"/>
                  </a:cubicBezTo>
                  <a:cubicBezTo>
                    <a:pt x="808" y="3016"/>
                    <a:pt x="814" y="2921"/>
                    <a:pt x="810" y="2830"/>
                  </a:cubicBezTo>
                  <a:lnTo>
                    <a:pt x="810" y="2830"/>
                  </a:lnTo>
                  <a:cubicBezTo>
                    <a:pt x="894" y="2890"/>
                    <a:pt x="963" y="2973"/>
                    <a:pt x="1011" y="3060"/>
                  </a:cubicBezTo>
                  <a:cubicBezTo>
                    <a:pt x="1098" y="3251"/>
                    <a:pt x="1128" y="3441"/>
                    <a:pt x="1098" y="3646"/>
                  </a:cubicBezTo>
                  <a:cubicBezTo>
                    <a:pt x="1069" y="4056"/>
                    <a:pt x="879" y="4451"/>
                    <a:pt x="923" y="4876"/>
                  </a:cubicBezTo>
                  <a:cubicBezTo>
                    <a:pt x="937" y="5300"/>
                    <a:pt x="1142" y="5666"/>
                    <a:pt x="1391" y="5930"/>
                  </a:cubicBezTo>
                  <a:cubicBezTo>
                    <a:pt x="1669" y="6208"/>
                    <a:pt x="2006" y="6398"/>
                    <a:pt x="2328" y="6427"/>
                  </a:cubicBezTo>
                  <a:cubicBezTo>
                    <a:pt x="2424" y="6444"/>
                    <a:pt x="2518" y="6451"/>
                    <a:pt x="2610" y="6451"/>
                  </a:cubicBezTo>
                  <a:cubicBezTo>
                    <a:pt x="2838" y="6451"/>
                    <a:pt x="3052" y="6406"/>
                    <a:pt x="3250" y="6354"/>
                  </a:cubicBezTo>
                  <a:cubicBezTo>
                    <a:pt x="3499" y="6281"/>
                    <a:pt x="3733" y="6193"/>
                    <a:pt x="3953" y="6135"/>
                  </a:cubicBezTo>
                  <a:cubicBezTo>
                    <a:pt x="4173" y="6076"/>
                    <a:pt x="4363" y="6032"/>
                    <a:pt x="4509" y="6003"/>
                  </a:cubicBezTo>
                  <a:cubicBezTo>
                    <a:pt x="4623" y="5992"/>
                    <a:pt x="4717" y="5989"/>
                    <a:pt x="4789" y="5989"/>
                  </a:cubicBezTo>
                  <a:cubicBezTo>
                    <a:pt x="4869" y="5989"/>
                    <a:pt x="4924" y="5993"/>
                    <a:pt x="4953" y="5993"/>
                  </a:cubicBezTo>
                  <a:cubicBezTo>
                    <a:pt x="4970" y="5993"/>
                    <a:pt x="4978" y="5992"/>
                    <a:pt x="4978" y="5988"/>
                  </a:cubicBezTo>
                  <a:cubicBezTo>
                    <a:pt x="4978" y="5988"/>
                    <a:pt x="4865" y="5969"/>
                    <a:pt x="4641" y="5969"/>
                  </a:cubicBezTo>
                  <a:cubicBezTo>
                    <a:pt x="4584" y="5969"/>
                    <a:pt x="4521" y="5971"/>
                    <a:pt x="4451" y="5974"/>
                  </a:cubicBezTo>
                  <a:cubicBezTo>
                    <a:pt x="4304" y="5988"/>
                    <a:pt x="4114" y="6032"/>
                    <a:pt x="3895" y="6076"/>
                  </a:cubicBezTo>
                  <a:cubicBezTo>
                    <a:pt x="3704" y="6135"/>
                    <a:pt x="3455" y="6208"/>
                    <a:pt x="3192" y="6281"/>
                  </a:cubicBezTo>
                  <a:cubicBezTo>
                    <a:pt x="3004" y="6333"/>
                    <a:pt x="2793" y="6378"/>
                    <a:pt x="2576" y="6378"/>
                  </a:cubicBezTo>
                  <a:cubicBezTo>
                    <a:pt x="2489" y="6378"/>
                    <a:pt x="2401" y="6371"/>
                    <a:pt x="2313" y="6354"/>
                  </a:cubicBezTo>
                  <a:cubicBezTo>
                    <a:pt x="1991" y="6296"/>
                    <a:pt x="1684" y="6135"/>
                    <a:pt x="1435" y="5886"/>
                  </a:cubicBezTo>
                  <a:cubicBezTo>
                    <a:pt x="1172" y="5622"/>
                    <a:pt x="996" y="5256"/>
                    <a:pt x="967" y="4876"/>
                  </a:cubicBezTo>
                  <a:cubicBezTo>
                    <a:pt x="952" y="4495"/>
                    <a:pt x="1142" y="4100"/>
                    <a:pt x="1172" y="3661"/>
                  </a:cubicBezTo>
                  <a:cubicBezTo>
                    <a:pt x="1215" y="3441"/>
                    <a:pt x="1186" y="3221"/>
                    <a:pt x="1084" y="3031"/>
                  </a:cubicBezTo>
                  <a:cubicBezTo>
                    <a:pt x="1020" y="2912"/>
                    <a:pt x="922" y="2805"/>
                    <a:pt x="804" y="2738"/>
                  </a:cubicBezTo>
                  <a:lnTo>
                    <a:pt x="804" y="2738"/>
                  </a:lnTo>
                  <a:cubicBezTo>
                    <a:pt x="800" y="2694"/>
                    <a:pt x="795" y="2650"/>
                    <a:pt x="791" y="2606"/>
                  </a:cubicBezTo>
                  <a:cubicBezTo>
                    <a:pt x="776" y="2270"/>
                    <a:pt x="732" y="1977"/>
                    <a:pt x="688" y="1713"/>
                  </a:cubicBezTo>
                  <a:cubicBezTo>
                    <a:pt x="571" y="1172"/>
                    <a:pt x="440" y="733"/>
                    <a:pt x="337" y="440"/>
                  </a:cubicBezTo>
                  <a:cubicBezTo>
                    <a:pt x="279" y="293"/>
                    <a:pt x="249" y="191"/>
                    <a:pt x="205" y="118"/>
                  </a:cubicBezTo>
                  <a:lnTo>
                    <a:pt x="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flipH="1">
              <a:off x="9017477" y="1850142"/>
              <a:ext cx="720144" cy="496961"/>
            </a:xfrm>
            <a:custGeom>
              <a:avLst/>
              <a:gdLst/>
              <a:ahLst/>
              <a:cxnLst/>
              <a:rect l="l" t="t" r="r" b="b"/>
              <a:pathLst>
                <a:path w="9209" h="6355" extrusionOk="0">
                  <a:moveTo>
                    <a:pt x="1025" y="1"/>
                  </a:moveTo>
                  <a:lnTo>
                    <a:pt x="0" y="6355"/>
                  </a:lnTo>
                  <a:lnTo>
                    <a:pt x="7993" y="6355"/>
                  </a:lnTo>
                  <a:lnTo>
                    <a:pt x="9208" y="1026"/>
                  </a:lnTo>
                  <a:lnTo>
                    <a:pt x="10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flipH="1">
              <a:off x="9101072" y="2335606"/>
              <a:ext cx="1029268" cy="34408"/>
            </a:xfrm>
            <a:custGeom>
              <a:avLst/>
              <a:gdLst/>
              <a:ahLst/>
              <a:cxnLst/>
              <a:rect l="l" t="t" r="r" b="b"/>
              <a:pathLst>
                <a:path w="13162" h="440" extrusionOk="0">
                  <a:moveTo>
                    <a:pt x="5008" y="0"/>
                  </a:moveTo>
                  <a:lnTo>
                    <a:pt x="30" y="117"/>
                  </a:lnTo>
                  <a:lnTo>
                    <a:pt x="1" y="308"/>
                  </a:lnTo>
                  <a:lnTo>
                    <a:pt x="13103" y="439"/>
                  </a:lnTo>
                  <a:lnTo>
                    <a:pt x="13162" y="147"/>
                  </a:lnTo>
                  <a:lnTo>
                    <a:pt x="50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5"/>
            <p:cNvSpPr/>
            <p:nvPr/>
          </p:nvSpPr>
          <p:spPr>
            <a:xfrm flipH="1">
              <a:off x="9309399" y="2062924"/>
              <a:ext cx="74525" cy="102364"/>
            </a:xfrm>
            <a:custGeom>
              <a:avLst/>
              <a:gdLst/>
              <a:ahLst/>
              <a:cxnLst/>
              <a:rect l="l" t="t" r="r" b="b"/>
              <a:pathLst>
                <a:path w="953" h="1309" extrusionOk="0">
                  <a:moveTo>
                    <a:pt x="561" y="0"/>
                  </a:moveTo>
                  <a:cubicBezTo>
                    <a:pt x="339" y="0"/>
                    <a:pt x="115" y="228"/>
                    <a:pt x="74" y="574"/>
                  </a:cubicBezTo>
                  <a:cubicBezTo>
                    <a:pt x="1" y="940"/>
                    <a:pt x="118" y="1247"/>
                    <a:pt x="338" y="1306"/>
                  </a:cubicBezTo>
                  <a:cubicBezTo>
                    <a:pt x="349" y="1307"/>
                    <a:pt x="361" y="1308"/>
                    <a:pt x="373" y="1308"/>
                  </a:cubicBezTo>
                  <a:cubicBezTo>
                    <a:pt x="583" y="1308"/>
                    <a:pt x="810" y="1067"/>
                    <a:pt x="879" y="735"/>
                  </a:cubicBezTo>
                  <a:cubicBezTo>
                    <a:pt x="952" y="369"/>
                    <a:pt x="821" y="61"/>
                    <a:pt x="601" y="3"/>
                  </a:cubicBezTo>
                  <a:cubicBezTo>
                    <a:pt x="588" y="1"/>
                    <a:pt x="575" y="0"/>
                    <a:pt x="56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5"/>
            <p:cNvSpPr/>
            <p:nvPr/>
          </p:nvSpPr>
          <p:spPr>
            <a:xfrm flipH="1">
              <a:off x="9291100" y="2037196"/>
              <a:ext cx="113390" cy="153741"/>
            </a:xfrm>
            <a:custGeom>
              <a:avLst/>
              <a:gdLst/>
              <a:ahLst/>
              <a:cxnLst/>
              <a:rect l="l" t="t" r="r" b="b"/>
              <a:pathLst>
                <a:path w="1450" h="1966" extrusionOk="0">
                  <a:moveTo>
                    <a:pt x="838" y="1"/>
                  </a:moveTo>
                  <a:cubicBezTo>
                    <a:pt x="527" y="1"/>
                    <a:pt x="211" y="362"/>
                    <a:pt x="117" y="859"/>
                  </a:cubicBezTo>
                  <a:cubicBezTo>
                    <a:pt x="0" y="1415"/>
                    <a:pt x="205" y="1913"/>
                    <a:pt x="527" y="1957"/>
                  </a:cubicBezTo>
                  <a:cubicBezTo>
                    <a:pt x="554" y="1963"/>
                    <a:pt x="582" y="1966"/>
                    <a:pt x="609" y="1966"/>
                  </a:cubicBezTo>
                  <a:cubicBezTo>
                    <a:pt x="921" y="1966"/>
                    <a:pt x="1238" y="1592"/>
                    <a:pt x="1332" y="1108"/>
                  </a:cubicBezTo>
                  <a:cubicBezTo>
                    <a:pt x="1450" y="551"/>
                    <a:pt x="1245" y="54"/>
                    <a:pt x="923" y="10"/>
                  </a:cubicBezTo>
                  <a:cubicBezTo>
                    <a:pt x="895" y="4"/>
                    <a:pt x="867" y="1"/>
                    <a:pt x="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flipH="1">
              <a:off x="10577877" y="1410581"/>
              <a:ext cx="18377" cy="44730"/>
            </a:xfrm>
            <a:custGeom>
              <a:avLst/>
              <a:gdLst/>
              <a:ahLst/>
              <a:cxnLst/>
              <a:rect l="l" t="t" r="r" b="b"/>
              <a:pathLst>
                <a:path w="235" h="572" extrusionOk="0">
                  <a:moveTo>
                    <a:pt x="220" y="0"/>
                  </a:moveTo>
                  <a:cubicBezTo>
                    <a:pt x="206" y="0"/>
                    <a:pt x="132" y="118"/>
                    <a:pt x="74" y="279"/>
                  </a:cubicBezTo>
                  <a:cubicBezTo>
                    <a:pt x="15" y="425"/>
                    <a:pt x="1" y="557"/>
                    <a:pt x="15" y="571"/>
                  </a:cubicBezTo>
                  <a:cubicBezTo>
                    <a:pt x="30" y="571"/>
                    <a:pt x="103" y="440"/>
                    <a:pt x="162" y="293"/>
                  </a:cubicBezTo>
                  <a:cubicBezTo>
                    <a:pt x="220" y="147"/>
                    <a:pt x="235"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7825375" y="2447285"/>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36"/>
          <p:cNvSpPr txBox="1">
            <a:spLocks noGrp="1"/>
          </p:cNvSpPr>
          <p:nvPr>
            <p:ph type="title"/>
          </p:nvPr>
        </p:nvSpPr>
        <p:spPr>
          <a:xfrm>
            <a:off x="720000" y="445025"/>
            <a:ext cx="7752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Market Scale &amp; Growth Metrics</a:t>
            </a:r>
            <a:endParaRPr/>
          </a:p>
        </p:txBody>
      </p:sp>
      <p:sp>
        <p:nvSpPr>
          <p:cNvPr id="698" name="Google Shape;698;p36"/>
          <p:cNvSpPr txBox="1">
            <a:spLocks noGrp="1"/>
          </p:cNvSpPr>
          <p:nvPr>
            <p:ph type="title" idx="2"/>
          </p:nvPr>
        </p:nvSpPr>
        <p:spPr>
          <a:xfrm>
            <a:off x="792868" y="2289226"/>
            <a:ext cx="21996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EGP 110.9 Billion</a:t>
            </a:r>
            <a:endParaRPr dirty="0"/>
          </a:p>
        </p:txBody>
      </p:sp>
      <p:sp>
        <p:nvSpPr>
          <p:cNvPr id="699" name="Google Shape;699;p36"/>
          <p:cNvSpPr txBox="1">
            <a:spLocks noGrp="1"/>
          </p:cNvSpPr>
          <p:nvPr>
            <p:ph type="subTitle" idx="1"/>
          </p:nvPr>
        </p:nvSpPr>
        <p:spPr>
          <a:xfrm>
            <a:off x="833450" y="3018825"/>
            <a:ext cx="219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Total Market Value MAT Jan 2026 — up from EGP 83.7B in 2025. 4-Year CAGR: 30.9%.</a:t>
            </a:r>
            <a:endParaRPr/>
          </a:p>
        </p:txBody>
      </p:sp>
      <p:sp>
        <p:nvSpPr>
          <p:cNvPr id="700" name="Google Shape;700;p36"/>
          <p:cNvSpPr txBox="1">
            <a:spLocks noGrp="1"/>
          </p:cNvSpPr>
          <p:nvPr>
            <p:ph type="title" idx="3"/>
          </p:nvPr>
        </p:nvSpPr>
        <p:spPr>
          <a:xfrm>
            <a:off x="3318857" y="2285825"/>
            <a:ext cx="2352943"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+32.4% Value Growth</a:t>
            </a:r>
            <a:endParaRPr dirty="0"/>
          </a:p>
        </p:txBody>
      </p:sp>
      <p:sp>
        <p:nvSpPr>
          <p:cNvPr id="701" name="Google Shape;701;p36"/>
          <p:cNvSpPr txBox="1">
            <a:spLocks noGrp="1"/>
          </p:cNvSpPr>
          <p:nvPr>
            <p:ph type="subTitle" idx="4"/>
          </p:nvPr>
        </p:nvSpPr>
        <p:spPr>
          <a:xfrm>
            <a:off x="3472202" y="3018825"/>
            <a:ext cx="219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YoY growth driven by 181% price inflation (EGP 37 to EGP 105/unit). Volume recovered +4.3% — a positive signal after years of stagnation.</a:t>
            </a:r>
            <a:endParaRPr dirty="0"/>
          </a:p>
        </p:txBody>
      </p:sp>
      <p:sp>
        <p:nvSpPr>
          <p:cNvPr id="702" name="Google Shape;702;p36"/>
          <p:cNvSpPr txBox="1">
            <a:spLocks noGrp="1"/>
          </p:cNvSpPr>
          <p:nvPr>
            <p:ph type="title" idx="5"/>
          </p:nvPr>
        </p:nvSpPr>
        <p:spPr>
          <a:xfrm>
            <a:off x="5934096" y="2281933"/>
            <a:ext cx="2772935"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+4.3% </a:t>
            </a:r>
            <a:r>
              <a:rPr lang="en-US" dirty="0"/>
              <a:t>Units</a:t>
            </a:r>
            <a:r>
              <a:rPr lang="en" dirty="0"/>
              <a:t> Growth</a:t>
            </a:r>
            <a:endParaRPr dirty="0"/>
          </a:p>
        </p:txBody>
      </p:sp>
      <p:sp>
        <p:nvSpPr>
          <p:cNvPr id="703" name="Google Shape;703;p36"/>
          <p:cNvSpPr txBox="1">
            <a:spLocks noGrp="1"/>
          </p:cNvSpPr>
          <p:nvPr>
            <p:ph type="subTitle" idx="6"/>
          </p:nvPr>
        </p:nvSpPr>
        <p:spPr>
          <a:xfrm>
            <a:off x="6110958" y="3018825"/>
            <a:ext cx="2199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1.057 billion units sold MAT 2026. Stores channel growing 1.9x faster than pharmacies at 45.8% vs 24.3%.</a:t>
            </a:r>
            <a:endParaRPr dirty="0"/>
          </a:p>
        </p:txBody>
      </p:sp>
      <p:grpSp>
        <p:nvGrpSpPr>
          <p:cNvPr id="704" name="Google Shape;704;p36"/>
          <p:cNvGrpSpPr/>
          <p:nvPr/>
        </p:nvGrpSpPr>
        <p:grpSpPr>
          <a:xfrm>
            <a:off x="118696" y="1017725"/>
            <a:ext cx="887400" cy="856500"/>
            <a:chOff x="118696" y="1017725"/>
            <a:chExt cx="887400" cy="856500"/>
          </a:xfrm>
        </p:grpSpPr>
        <p:sp>
          <p:nvSpPr>
            <p:cNvPr id="705" name="Google Shape;705;p36"/>
            <p:cNvSpPr/>
            <p:nvPr/>
          </p:nvSpPr>
          <p:spPr>
            <a:xfrm rot="1645945">
              <a:off x="221177" y="1140514"/>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6" name="Google Shape;706;p36"/>
            <p:cNvGrpSpPr/>
            <p:nvPr/>
          </p:nvGrpSpPr>
          <p:grpSpPr>
            <a:xfrm>
              <a:off x="356001" y="1278355"/>
              <a:ext cx="470598" cy="335235"/>
              <a:chOff x="393289" y="3285780"/>
              <a:chExt cx="470598" cy="335235"/>
            </a:xfrm>
          </p:grpSpPr>
          <p:sp>
            <p:nvSpPr>
              <p:cNvPr id="707" name="Google Shape;707;p36"/>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6"/>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6"/>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10" name="Google Shape;710;p36"/>
          <p:cNvSpPr/>
          <p:nvPr/>
        </p:nvSpPr>
        <p:spPr>
          <a:xfrm rot="464186">
            <a:off x="268825" y="4115024"/>
            <a:ext cx="296398" cy="26551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 name="Google Shape;711;p36"/>
          <p:cNvGrpSpPr/>
          <p:nvPr/>
        </p:nvGrpSpPr>
        <p:grpSpPr>
          <a:xfrm>
            <a:off x="8386129" y="4361448"/>
            <a:ext cx="644700" cy="619200"/>
            <a:chOff x="8386129" y="4361448"/>
            <a:chExt cx="644700" cy="619200"/>
          </a:xfrm>
        </p:grpSpPr>
        <p:sp>
          <p:nvSpPr>
            <p:cNvPr id="712" name="Google Shape;712;p36"/>
            <p:cNvSpPr/>
            <p:nvPr/>
          </p:nvSpPr>
          <p:spPr>
            <a:xfrm rot="-1481922">
              <a:off x="8457190" y="4445867"/>
              <a:ext cx="502577" cy="450362"/>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6"/>
            <p:cNvSpPr/>
            <p:nvPr/>
          </p:nvSpPr>
          <p:spPr>
            <a:xfrm rot="-2234491">
              <a:off x="8613868" y="4516895"/>
              <a:ext cx="189264" cy="308220"/>
            </a:xfrm>
            <a:custGeom>
              <a:avLst/>
              <a:gdLst/>
              <a:ahLst/>
              <a:cxnLst/>
              <a:rect l="l" t="t" r="r" b="b"/>
              <a:pathLst>
                <a:path w="1012" h="1648" extrusionOk="0">
                  <a:moveTo>
                    <a:pt x="520" y="0"/>
                  </a:moveTo>
                  <a:cubicBezTo>
                    <a:pt x="159" y="0"/>
                    <a:pt x="15" y="217"/>
                    <a:pt x="0" y="506"/>
                  </a:cubicBezTo>
                  <a:cubicBezTo>
                    <a:pt x="0" y="521"/>
                    <a:pt x="15" y="535"/>
                    <a:pt x="29" y="535"/>
                  </a:cubicBezTo>
                  <a:lnTo>
                    <a:pt x="304" y="535"/>
                  </a:lnTo>
                  <a:cubicBezTo>
                    <a:pt x="318" y="535"/>
                    <a:pt x="333" y="535"/>
                    <a:pt x="333" y="521"/>
                  </a:cubicBezTo>
                  <a:cubicBezTo>
                    <a:pt x="333" y="405"/>
                    <a:pt x="390" y="304"/>
                    <a:pt x="520" y="304"/>
                  </a:cubicBezTo>
                  <a:cubicBezTo>
                    <a:pt x="622" y="304"/>
                    <a:pt x="679" y="362"/>
                    <a:pt x="679" y="463"/>
                  </a:cubicBezTo>
                  <a:cubicBezTo>
                    <a:pt x="679" y="564"/>
                    <a:pt x="607" y="622"/>
                    <a:pt x="448" y="766"/>
                  </a:cubicBezTo>
                  <a:cubicBezTo>
                    <a:pt x="260" y="911"/>
                    <a:pt x="246" y="1026"/>
                    <a:pt x="246" y="1200"/>
                  </a:cubicBezTo>
                  <a:cubicBezTo>
                    <a:pt x="246" y="1214"/>
                    <a:pt x="260" y="1243"/>
                    <a:pt x="289" y="1243"/>
                  </a:cubicBezTo>
                  <a:lnTo>
                    <a:pt x="535" y="1243"/>
                  </a:lnTo>
                  <a:cubicBezTo>
                    <a:pt x="549" y="1243"/>
                    <a:pt x="578" y="1229"/>
                    <a:pt x="578" y="1200"/>
                  </a:cubicBezTo>
                  <a:cubicBezTo>
                    <a:pt x="578" y="1099"/>
                    <a:pt x="622" y="1026"/>
                    <a:pt x="809" y="867"/>
                  </a:cubicBezTo>
                  <a:cubicBezTo>
                    <a:pt x="910" y="766"/>
                    <a:pt x="1012" y="665"/>
                    <a:pt x="1012" y="463"/>
                  </a:cubicBezTo>
                  <a:cubicBezTo>
                    <a:pt x="1012" y="246"/>
                    <a:pt x="896" y="0"/>
                    <a:pt x="520" y="0"/>
                  </a:cubicBezTo>
                  <a:close/>
                  <a:moveTo>
                    <a:pt x="260" y="1373"/>
                  </a:moveTo>
                  <a:cubicBezTo>
                    <a:pt x="246" y="1373"/>
                    <a:pt x="231" y="1388"/>
                    <a:pt x="231" y="1402"/>
                  </a:cubicBezTo>
                  <a:lnTo>
                    <a:pt x="231" y="1619"/>
                  </a:lnTo>
                  <a:cubicBezTo>
                    <a:pt x="231" y="1633"/>
                    <a:pt x="246" y="1648"/>
                    <a:pt x="260" y="1648"/>
                  </a:cubicBezTo>
                  <a:lnTo>
                    <a:pt x="535" y="1648"/>
                  </a:lnTo>
                  <a:cubicBezTo>
                    <a:pt x="549" y="1648"/>
                    <a:pt x="578" y="1633"/>
                    <a:pt x="578" y="1619"/>
                  </a:cubicBezTo>
                  <a:lnTo>
                    <a:pt x="578" y="1402"/>
                  </a:lnTo>
                  <a:cubicBezTo>
                    <a:pt x="578" y="1388"/>
                    <a:pt x="549" y="1373"/>
                    <a:pt x="535" y="137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 name="Google Shape;714;p36"/>
          <p:cNvGrpSpPr/>
          <p:nvPr/>
        </p:nvGrpSpPr>
        <p:grpSpPr>
          <a:xfrm>
            <a:off x="1511274" y="1481834"/>
            <a:ext cx="576327" cy="518749"/>
            <a:chOff x="1645088" y="2423533"/>
            <a:chExt cx="576327" cy="518749"/>
          </a:xfrm>
        </p:grpSpPr>
        <p:sp>
          <p:nvSpPr>
            <p:cNvPr id="715" name="Google Shape;715;p36"/>
            <p:cNvSpPr/>
            <p:nvPr/>
          </p:nvSpPr>
          <p:spPr>
            <a:xfrm>
              <a:off x="1782965" y="2423533"/>
              <a:ext cx="300560" cy="114116"/>
            </a:xfrm>
            <a:custGeom>
              <a:avLst/>
              <a:gdLst/>
              <a:ahLst/>
              <a:cxnLst/>
              <a:rect l="l" t="t" r="r" b="b"/>
              <a:pathLst>
                <a:path w="12741" h="4838" extrusionOk="0">
                  <a:moveTo>
                    <a:pt x="2376" y="0"/>
                  </a:moveTo>
                  <a:cubicBezTo>
                    <a:pt x="1072" y="0"/>
                    <a:pt x="0" y="1052"/>
                    <a:pt x="0" y="2355"/>
                  </a:cubicBezTo>
                  <a:lnTo>
                    <a:pt x="0" y="4457"/>
                  </a:lnTo>
                  <a:cubicBezTo>
                    <a:pt x="0" y="4710"/>
                    <a:pt x="189" y="4836"/>
                    <a:pt x="378" y="4836"/>
                  </a:cubicBezTo>
                  <a:cubicBezTo>
                    <a:pt x="568" y="4836"/>
                    <a:pt x="757" y="4710"/>
                    <a:pt x="757" y="4457"/>
                  </a:cubicBezTo>
                  <a:lnTo>
                    <a:pt x="757" y="2355"/>
                  </a:lnTo>
                  <a:cubicBezTo>
                    <a:pt x="757" y="1472"/>
                    <a:pt x="1472" y="757"/>
                    <a:pt x="2355" y="757"/>
                  </a:cubicBezTo>
                  <a:lnTo>
                    <a:pt x="10365" y="757"/>
                  </a:lnTo>
                  <a:cubicBezTo>
                    <a:pt x="11248" y="757"/>
                    <a:pt x="11963" y="1472"/>
                    <a:pt x="11963" y="2355"/>
                  </a:cubicBezTo>
                  <a:lnTo>
                    <a:pt x="11963" y="4457"/>
                  </a:lnTo>
                  <a:cubicBezTo>
                    <a:pt x="11963" y="4668"/>
                    <a:pt x="12131" y="4836"/>
                    <a:pt x="12341" y="4836"/>
                  </a:cubicBezTo>
                  <a:cubicBezTo>
                    <a:pt x="12353" y="4837"/>
                    <a:pt x="12365" y="4838"/>
                    <a:pt x="12377" y="4838"/>
                  </a:cubicBezTo>
                  <a:cubicBezTo>
                    <a:pt x="12572" y="4838"/>
                    <a:pt x="12741" y="4676"/>
                    <a:pt x="12741" y="4457"/>
                  </a:cubicBezTo>
                  <a:lnTo>
                    <a:pt x="12741" y="2355"/>
                  </a:lnTo>
                  <a:cubicBezTo>
                    <a:pt x="12741" y="1052"/>
                    <a:pt x="11669" y="0"/>
                    <a:pt x="103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6"/>
            <p:cNvSpPr/>
            <p:nvPr/>
          </p:nvSpPr>
          <p:spPr>
            <a:xfrm>
              <a:off x="1839484" y="2432945"/>
              <a:ext cx="186998" cy="46161"/>
            </a:xfrm>
            <a:custGeom>
              <a:avLst/>
              <a:gdLst/>
              <a:ahLst/>
              <a:cxnLst/>
              <a:rect l="l" t="t" r="r" b="b"/>
              <a:pathLst>
                <a:path w="7927" h="1957" extrusionOk="0">
                  <a:moveTo>
                    <a:pt x="22" y="1"/>
                  </a:moveTo>
                  <a:cubicBezTo>
                    <a:pt x="1" y="1073"/>
                    <a:pt x="884" y="1956"/>
                    <a:pt x="1977" y="1956"/>
                  </a:cubicBezTo>
                  <a:lnTo>
                    <a:pt x="5972" y="1956"/>
                  </a:lnTo>
                  <a:cubicBezTo>
                    <a:pt x="7044" y="1956"/>
                    <a:pt x="7927" y="1073"/>
                    <a:pt x="7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6"/>
            <p:cNvSpPr/>
            <p:nvPr/>
          </p:nvSpPr>
          <p:spPr>
            <a:xfrm>
              <a:off x="1665421" y="2738934"/>
              <a:ext cx="535163" cy="203348"/>
            </a:xfrm>
            <a:custGeom>
              <a:avLst/>
              <a:gdLst/>
              <a:ahLst/>
              <a:cxnLst/>
              <a:rect l="l" t="t" r="r" b="b"/>
              <a:pathLst>
                <a:path w="22686" h="8621" extrusionOk="0">
                  <a:moveTo>
                    <a:pt x="0" y="1"/>
                  </a:moveTo>
                  <a:lnTo>
                    <a:pt x="0" y="6687"/>
                  </a:lnTo>
                  <a:cubicBezTo>
                    <a:pt x="0" y="7759"/>
                    <a:pt x="883" y="8621"/>
                    <a:pt x="1956" y="8621"/>
                  </a:cubicBezTo>
                  <a:lnTo>
                    <a:pt x="20730" y="8621"/>
                  </a:lnTo>
                  <a:cubicBezTo>
                    <a:pt x="21803" y="8621"/>
                    <a:pt x="22686" y="7759"/>
                    <a:pt x="22686" y="6687"/>
                  </a:cubicBezTo>
                  <a:lnTo>
                    <a:pt x="226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6"/>
            <p:cNvSpPr/>
            <p:nvPr/>
          </p:nvSpPr>
          <p:spPr>
            <a:xfrm>
              <a:off x="1665421" y="2738934"/>
              <a:ext cx="76903" cy="203348"/>
            </a:xfrm>
            <a:custGeom>
              <a:avLst/>
              <a:gdLst/>
              <a:ahLst/>
              <a:cxnLst/>
              <a:rect l="l" t="t" r="r" b="b"/>
              <a:pathLst>
                <a:path w="3260" h="8621" extrusionOk="0">
                  <a:moveTo>
                    <a:pt x="21" y="1"/>
                  </a:moveTo>
                  <a:lnTo>
                    <a:pt x="21" y="6687"/>
                  </a:lnTo>
                  <a:cubicBezTo>
                    <a:pt x="0" y="7759"/>
                    <a:pt x="883" y="8621"/>
                    <a:pt x="1956" y="8621"/>
                  </a:cubicBezTo>
                  <a:lnTo>
                    <a:pt x="3259" y="8621"/>
                  </a:lnTo>
                  <a:cubicBezTo>
                    <a:pt x="2187" y="8621"/>
                    <a:pt x="1304" y="7759"/>
                    <a:pt x="1304" y="6687"/>
                  </a:cubicBezTo>
                  <a:lnTo>
                    <a:pt x="1304"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6"/>
            <p:cNvSpPr/>
            <p:nvPr/>
          </p:nvSpPr>
          <p:spPr>
            <a:xfrm>
              <a:off x="1665917" y="2738934"/>
              <a:ext cx="534667" cy="110130"/>
            </a:xfrm>
            <a:custGeom>
              <a:avLst/>
              <a:gdLst/>
              <a:ahLst/>
              <a:cxnLst/>
              <a:rect l="l" t="t" r="r" b="b"/>
              <a:pathLst>
                <a:path w="22665" h="4669" extrusionOk="0">
                  <a:moveTo>
                    <a:pt x="0" y="1"/>
                  </a:moveTo>
                  <a:lnTo>
                    <a:pt x="0" y="1956"/>
                  </a:lnTo>
                  <a:cubicBezTo>
                    <a:pt x="2839" y="3449"/>
                    <a:pt x="5950" y="4374"/>
                    <a:pt x="9167" y="4668"/>
                  </a:cubicBezTo>
                  <a:lnTo>
                    <a:pt x="13498" y="4668"/>
                  </a:lnTo>
                  <a:cubicBezTo>
                    <a:pt x="16694" y="4374"/>
                    <a:pt x="19805" y="3449"/>
                    <a:pt x="22665" y="1956"/>
                  </a:cubicBezTo>
                  <a:lnTo>
                    <a:pt x="226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6"/>
            <p:cNvSpPr/>
            <p:nvPr/>
          </p:nvSpPr>
          <p:spPr>
            <a:xfrm>
              <a:off x="1645088" y="2523218"/>
              <a:ext cx="576327" cy="279701"/>
            </a:xfrm>
            <a:custGeom>
              <a:avLst/>
              <a:gdLst/>
              <a:ahLst/>
              <a:cxnLst/>
              <a:rect l="l" t="t" r="r" b="b"/>
              <a:pathLst>
                <a:path w="24431" h="11858" extrusionOk="0">
                  <a:moveTo>
                    <a:pt x="1956" y="0"/>
                  </a:moveTo>
                  <a:cubicBezTo>
                    <a:pt x="862" y="0"/>
                    <a:pt x="0" y="862"/>
                    <a:pt x="0" y="1955"/>
                  </a:cubicBezTo>
                  <a:lnTo>
                    <a:pt x="0" y="8662"/>
                  </a:lnTo>
                  <a:cubicBezTo>
                    <a:pt x="3070" y="10449"/>
                    <a:pt x="6497" y="11543"/>
                    <a:pt x="10050" y="11858"/>
                  </a:cubicBezTo>
                  <a:lnTo>
                    <a:pt x="14381" y="11858"/>
                  </a:lnTo>
                  <a:cubicBezTo>
                    <a:pt x="17913" y="11543"/>
                    <a:pt x="21340" y="10449"/>
                    <a:pt x="24431" y="8662"/>
                  </a:cubicBezTo>
                  <a:lnTo>
                    <a:pt x="24431" y="1955"/>
                  </a:lnTo>
                  <a:cubicBezTo>
                    <a:pt x="24431" y="862"/>
                    <a:pt x="23548" y="0"/>
                    <a:pt x="224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6"/>
            <p:cNvSpPr/>
            <p:nvPr/>
          </p:nvSpPr>
          <p:spPr>
            <a:xfrm>
              <a:off x="1645088" y="2523194"/>
              <a:ext cx="75889" cy="220732"/>
            </a:xfrm>
            <a:custGeom>
              <a:avLst/>
              <a:gdLst/>
              <a:ahLst/>
              <a:cxnLst/>
              <a:rect l="l" t="t" r="r" b="b"/>
              <a:pathLst>
                <a:path w="3217" h="9358" extrusionOk="0">
                  <a:moveTo>
                    <a:pt x="1917" y="1"/>
                  </a:moveTo>
                  <a:cubicBezTo>
                    <a:pt x="842" y="1"/>
                    <a:pt x="0" y="876"/>
                    <a:pt x="0" y="1956"/>
                  </a:cubicBezTo>
                  <a:lnTo>
                    <a:pt x="0" y="8663"/>
                  </a:lnTo>
                  <a:cubicBezTo>
                    <a:pt x="421" y="8916"/>
                    <a:pt x="841" y="9147"/>
                    <a:pt x="1262" y="9357"/>
                  </a:cubicBezTo>
                  <a:lnTo>
                    <a:pt x="1262" y="1935"/>
                  </a:lnTo>
                  <a:cubicBezTo>
                    <a:pt x="1262" y="863"/>
                    <a:pt x="2145" y="1"/>
                    <a:pt x="3217" y="1"/>
                  </a:cubicBezTo>
                  <a:lnTo>
                    <a:pt x="1956" y="1"/>
                  </a:lnTo>
                  <a:cubicBezTo>
                    <a:pt x="1943" y="1"/>
                    <a:pt x="1930" y="1"/>
                    <a:pt x="1917"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6"/>
            <p:cNvSpPr/>
            <p:nvPr/>
          </p:nvSpPr>
          <p:spPr>
            <a:xfrm>
              <a:off x="1813206" y="2669018"/>
              <a:ext cx="239580" cy="128458"/>
            </a:xfrm>
            <a:custGeom>
              <a:avLst/>
              <a:gdLst/>
              <a:ahLst/>
              <a:cxnLst/>
              <a:rect l="l" t="t" r="r" b="b"/>
              <a:pathLst>
                <a:path w="10156" h="5446" extrusionOk="0">
                  <a:moveTo>
                    <a:pt x="1661" y="0"/>
                  </a:moveTo>
                  <a:cubicBezTo>
                    <a:pt x="736" y="0"/>
                    <a:pt x="1" y="736"/>
                    <a:pt x="1" y="1640"/>
                  </a:cubicBezTo>
                  <a:lnTo>
                    <a:pt x="1" y="5235"/>
                  </a:lnTo>
                  <a:cubicBezTo>
                    <a:pt x="337" y="5320"/>
                    <a:pt x="652" y="5383"/>
                    <a:pt x="989" y="5425"/>
                  </a:cubicBezTo>
                  <a:lnTo>
                    <a:pt x="989" y="1640"/>
                  </a:lnTo>
                  <a:cubicBezTo>
                    <a:pt x="989" y="1283"/>
                    <a:pt x="1283" y="989"/>
                    <a:pt x="1661" y="989"/>
                  </a:cubicBezTo>
                  <a:lnTo>
                    <a:pt x="8515" y="989"/>
                  </a:lnTo>
                  <a:cubicBezTo>
                    <a:pt x="8873" y="989"/>
                    <a:pt x="9167" y="1283"/>
                    <a:pt x="9167" y="1640"/>
                  </a:cubicBezTo>
                  <a:lnTo>
                    <a:pt x="9167" y="5446"/>
                  </a:lnTo>
                  <a:cubicBezTo>
                    <a:pt x="9504" y="5383"/>
                    <a:pt x="9840" y="5320"/>
                    <a:pt x="10155" y="5235"/>
                  </a:cubicBezTo>
                  <a:lnTo>
                    <a:pt x="10155" y="1640"/>
                  </a:lnTo>
                  <a:cubicBezTo>
                    <a:pt x="10155" y="736"/>
                    <a:pt x="9419" y="0"/>
                    <a:pt x="8515"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6"/>
            <p:cNvSpPr/>
            <p:nvPr/>
          </p:nvSpPr>
          <p:spPr>
            <a:xfrm>
              <a:off x="1882133" y="2740420"/>
              <a:ext cx="102192" cy="127490"/>
            </a:xfrm>
            <a:custGeom>
              <a:avLst/>
              <a:gdLst/>
              <a:ahLst/>
              <a:cxnLst/>
              <a:rect l="l" t="t" r="r" b="b"/>
              <a:pathLst>
                <a:path w="4332" h="5405" extrusionOk="0">
                  <a:moveTo>
                    <a:pt x="1136" y="1"/>
                  </a:moveTo>
                  <a:cubicBezTo>
                    <a:pt x="506" y="1"/>
                    <a:pt x="1" y="505"/>
                    <a:pt x="1" y="1115"/>
                  </a:cubicBezTo>
                  <a:lnTo>
                    <a:pt x="1" y="4269"/>
                  </a:lnTo>
                  <a:cubicBezTo>
                    <a:pt x="1" y="4900"/>
                    <a:pt x="506" y="5404"/>
                    <a:pt x="1136" y="5404"/>
                  </a:cubicBezTo>
                  <a:lnTo>
                    <a:pt x="3197" y="5404"/>
                  </a:lnTo>
                  <a:cubicBezTo>
                    <a:pt x="3827" y="5404"/>
                    <a:pt x="4332" y="4900"/>
                    <a:pt x="4332" y="4269"/>
                  </a:cubicBezTo>
                  <a:lnTo>
                    <a:pt x="4332" y="1115"/>
                  </a:lnTo>
                  <a:cubicBezTo>
                    <a:pt x="4332" y="505"/>
                    <a:pt x="3827" y="1"/>
                    <a:pt x="31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6"/>
            <p:cNvSpPr/>
            <p:nvPr/>
          </p:nvSpPr>
          <p:spPr>
            <a:xfrm>
              <a:off x="1909425" y="2770189"/>
              <a:ext cx="47133" cy="67460"/>
            </a:xfrm>
            <a:custGeom>
              <a:avLst/>
              <a:gdLst/>
              <a:ahLst/>
              <a:cxnLst/>
              <a:rect l="l" t="t" r="r" b="b"/>
              <a:pathLst>
                <a:path w="1998" h="2860" extrusionOk="0">
                  <a:moveTo>
                    <a:pt x="526" y="0"/>
                  </a:moveTo>
                  <a:cubicBezTo>
                    <a:pt x="232" y="0"/>
                    <a:pt x="21" y="232"/>
                    <a:pt x="0" y="505"/>
                  </a:cubicBezTo>
                  <a:lnTo>
                    <a:pt x="0" y="2355"/>
                  </a:lnTo>
                  <a:cubicBezTo>
                    <a:pt x="21" y="2628"/>
                    <a:pt x="232" y="2860"/>
                    <a:pt x="526" y="2860"/>
                  </a:cubicBezTo>
                  <a:lnTo>
                    <a:pt x="1472" y="2860"/>
                  </a:lnTo>
                  <a:cubicBezTo>
                    <a:pt x="1766" y="2860"/>
                    <a:pt x="1977" y="2628"/>
                    <a:pt x="1998" y="2355"/>
                  </a:cubicBezTo>
                  <a:lnTo>
                    <a:pt x="1998" y="505"/>
                  </a:lnTo>
                  <a:cubicBezTo>
                    <a:pt x="1977" y="232"/>
                    <a:pt x="1766" y="0"/>
                    <a:pt x="14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725;p36"/>
          <p:cNvGrpSpPr/>
          <p:nvPr/>
        </p:nvGrpSpPr>
        <p:grpSpPr>
          <a:xfrm>
            <a:off x="4471556" y="1499478"/>
            <a:ext cx="535161" cy="533648"/>
            <a:chOff x="4304425" y="2416083"/>
            <a:chExt cx="535161" cy="533648"/>
          </a:xfrm>
        </p:grpSpPr>
        <p:sp>
          <p:nvSpPr>
            <p:cNvPr id="726" name="Google Shape;726;p36"/>
            <p:cNvSpPr/>
            <p:nvPr/>
          </p:nvSpPr>
          <p:spPr>
            <a:xfrm>
              <a:off x="4527223" y="2416083"/>
              <a:ext cx="89533" cy="49200"/>
            </a:xfrm>
            <a:custGeom>
              <a:avLst/>
              <a:gdLst/>
              <a:ahLst/>
              <a:cxnLst/>
              <a:rect l="l" t="t" r="r" b="b"/>
              <a:pathLst>
                <a:path w="3827" h="2103" extrusionOk="0">
                  <a:moveTo>
                    <a:pt x="337" y="0"/>
                  </a:moveTo>
                  <a:cubicBezTo>
                    <a:pt x="148" y="0"/>
                    <a:pt x="0" y="147"/>
                    <a:pt x="0" y="315"/>
                  </a:cubicBezTo>
                  <a:lnTo>
                    <a:pt x="0" y="1766"/>
                  </a:lnTo>
                  <a:cubicBezTo>
                    <a:pt x="0" y="1955"/>
                    <a:pt x="148" y="2103"/>
                    <a:pt x="337" y="2103"/>
                  </a:cubicBezTo>
                  <a:lnTo>
                    <a:pt x="3490" y="2103"/>
                  </a:lnTo>
                  <a:cubicBezTo>
                    <a:pt x="3680" y="2103"/>
                    <a:pt x="3827" y="1955"/>
                    <a:pt x="3827" y="1766"/>
                  </a:cubicBezTo>
                  <a:lnTo>
                    <a:pt x="3827" y="315"/>
                  </a:lnTo>
                  <a:cubicBezTo>
                    <a:pt x="3827" y="147"/>
                    <a:pt x="3680" y="0"/>
                    <a:pt x="34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6"/>
            <p:cNvSpPr/>
            <p:nvPr/>
          </p:nvSpPr>
          <p:spPr>
            <a:xfrm>
              <a:off x="4582806" y="2416083"/>
              <a:ext cx="33946" cy="49200"/>
            </a:xfrm>
            <a:custGeom>
              <a:avLst/>
              <a:gdLst/>
              <a:ahLst/>
              <a:cxnLst/>
              <a:rect l="l" t="t" r="r" b="b"/>
              <a:pathLst>
                <a:path w="1451" h="2103" extrusionOk="0">
                  <a:moveTo>
                    <a:pt x="0" y="0"/>
                  </a:moveTo>
                  <a:lnTo>
                    <a:pt x="0" y="2103"/>
                  </a:lnTo>
                  <a:lnTo>
                    <a:pt x="1114" y="2103"/>
                  </a:lnTo>
                  <a:cubicBezTo>
                    <a:pt x="1304" y="2103"/>
                    <a:pt x="1451" y="1955"/>
                    <a:pt x="1451" y="1766"/>
                  </a:cubicBezTo>
                  <a:lnTo>
                    <a:pt x="1451" y="315"/>
                  </a:lnTo>
                  <a:cubicBezTo>
                    <a:pt x="1451" y="147"/>
                    <a:pt x="1304" y="0"/>
                    <a:pt x="1114"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6"/>
            <p:cNvSpPr/>
            <p:nvPr/>
          </p:nvSpPr>
          <p:spPr>
            <a:xfrm>
              <a:off x="4335889" y="2492296"/>
              <a:ext cx="472228" cy="286308"/>
            </a:xfrm>
            <a:custGeom>
              <a:avLst/>
              <a:gdLst/>
              <a:ahLst/>
              <a:cxnLst/>
              <a:rect l="l" t="t" r="r" b="b"/>
              <a:pathLst>
                <a:path w="20185" h="12238" extrusionOk="0">
                  <a:moveTo>
                    <a:pt x="337" y="1"/>
                  </a:moveTo>
                  <a:cubicBezTo>
                    <a:pt x="148" y="1"/>
                    <a:pt x="1" y="148"/>
                    <a:pt x="1" y="337"/>
                  </a:cubicBezTo>
                  <a:lnTo>
                    <a:pt x="1" y="11901"/>
                  </a:lnTo>
                  <a:cubicBezTo>
                    <a:pt x="1" y="12090"/>
                    <a:pt x="148" y="12237"/>
                    <a:pt x="337" y="12237"/>
                  </a:cubicBezTo>
                  <a:lnTo>
                    <a:pt x="19848" y="12237"/>
                  </a:lnTo>
                  <a:cubicBezTo>
                    <a:pt x="20037" y="12237"/>
                    <a:pt x="20184" y="12069"/>
                    <a:pt x="20184" y="11901"/>
                  </a:cubicBezTo>
                  <a:lnTo>
                    <a:pt x="20184" y="337"/>
                  </a:lnTo>
                  <a:cubicBezTo>
                    <a:pt x="20184" y="148"/>
                    <a:pt x="20037" y="1"/>
                    <a:pt x="19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6"/>
            <p:cNvSpPr/>
            <p:nvPr/>
          </p:nvSpPr>
          <p:spPr>
            <a:xfrm>
              <a:off x="4776082" y="2492296"/>
              <a:ext cx="32004" cy="286308"/>
            </a:xfrm>
            <a:custGeom>
              <a:avLst/>
              <a:gdLst/>
              <a:ahLst/>
              <a:cxnLst/>
              <a:rect l="l" t="t" r="r" b="b"/>
              <a:pathLst>
                <a:path w="1368" h="12238" extrusionOk="0">
                  <a:moveTo>
                    <a:pt x="1" y="1"/>
                  </a:moveTo>
                  <a:lnTo>
                    <a:pt x="1" y="12237"/>
                  </a:lnTo>
                  <a:lnTo>
                    <a:pt x="1031" y="12237"/>
                  </a:lnTo>
                  <a:cubicBezTo>
                    <a:pt x="1220" y="12237"/>
                    <a:pt x="1367" y="12069"/>
                    <a:pt x="1367" y="11901"/>
                  </a:cubicBezTo>
                  <a:lnTo>
                    <a:pt x="1367" y="337"/>
                  </a:lnTo>
                  <a:cubicBezTo>
                    <a:pt x="1367" y="148"/>
                    <a:pt x="1220" y="1"/>
                    <a:pt x="1031"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6"/>
            <p:cNvSpPr/>
            <p:nvPr/>
          </p:nvSpPr>
          <p:spPr>
            <a:xfrm>
              <a:off x="4304425" y="2449511"/>
              <a:ext cx="535161" cy="58558"/>
            </a:xfrm>
            <a:custGeom>
              <a:avLst/>
              <a:gdLst/>
              <a:ahLst/>
              <a:cxnLst/>
              <a:rect l="l" t="t" r="r" b="b"/>
              <a:pathLst>
                <a:path w="22875" h="2503" extrusionOk="0">
                  <a:moveTo>
                    <a:pt x="337" y="1"/>
                  </a:moveTo>
                  <a:cubicBezTo>
                    <a:pt x="148" y="1"/>
                    <a:pt x="0" y="148"/>
                    <a:pt x="0" y="337"/>
                  </a:cubicBezTo>
                  <a:lnTo>
                    <a:pt x="0" y="2166"/>
                  </a:lnTo>
                  <a:cubicBezTo>
                    <a:pt x="0" y="2356"/>
                    <a:pt x="148" y="2503"/>
                    <a:pt x="337" y="2503"/>
                  </a:cubicBezTo>
                  <a:lnTo>
                    <a:pt x="22559" y="2503"/>
                  </a:lnTo>
                  <a:cubicBezTo>
                    <a:pt x="22728" y="2503"/>
                    <a:pt x="22875" y="2356"/>
                    <a:pt x="22875" y="2166"/>
                  </a:cubicBezTo>
                  <a:lnTo>
                    <a:pt x="22875" y="337"/>
                  </a:lnTo>
                  <a:cubicBezTo>
                    <a:pt x="22875" y="169"/>
                    <a:pt x="22728" y="1"/>
                    <a:pt x="22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6"/>
            <p:cNvSpPr/>
            <p:nvPr/>
          </p:nvSpPr>
          <p:spPr>
            <a:xfrm>
              <a:off x="4466237" y="2863631"/>
              <a:ext cx="211514" cy="49200"/>
            </a:xfrm>
            <a:custGeom>
              <a:avLst/>
              <a:gdLst/>
              <a:ahLst/>
              <a:cxnLst/>
              <a:rect l="l" t="t" r="r" b="b"/>
              <a:pathLst>
                <a:path w="9041" h="2103" extrusionOk="0">
                  <a:moveTo>
                    <a:pt x="1199" y="0"/>
                  </a:moveTo>
                  <a:cubicBezTo>
                    <a:pt x="1094" y="0"/>
                    <a:pt x="967" y="84"/>
                    <a:pt x="904" y="190"/>
                  </a:cubicBezTo>
                  <a:lnTo>
                    <a:pt x="127" y="1598"/>
                  </a:lnTo>
                  <a:cubicBezTo>
                    <a:pt x="0" y="1829"/>
                    <a:pt x="169" y="2103"/>
                    <a:pt x="421" y="2103"/>
                  </a:cubicBezTo>
                  <a:lnTo>
                    <a:pt x="8620" y="2103"/>
                  </a:lnTo>
                  <a:cubicBezTo>
                    <a:pt x="8873" y="2103"/>
                    <a:pt x="9041" y="1829"/>
                    <a:pt x="8915" y="1598"/>
                  </a:cubicBezTo>
                  <a:lnTo>
                    <a:pt x="8116" y="190"/>
                  </a:lnTo>
                  <a:cubicBezTo>
                    <a:pt x="8053" y="84"/>
                    <a:pt x="7948" y="0"/>
                    <a:pt x="7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6"/>
            <p:cNvSpPr/>
            <p:nvPr/>
          </p:nvSpPr>
          <p:spPr>
            <a:xfrm>
              <a:off x="4405250" y="2805102"/>
              <a:ext cx="129374" cy="144628"/>
            </a:xfrm>
            <a:custGeom>
              <a:avLst/>
              <a:gdLst/>
              <a:ahLst/>
              <a:cxnLst/>
              <a:rect l="l" t="t" r="r" b="b"/>
              <a:pathLst>
                <a:path w="5530" h="6182" extrusionOk="0">
                  <a:moveTo>
                    <a:pt x="3448" y="0"/>
                  </a:moveTo>
                  <a:cubicBezTo>
                    <a:pt x="3322" y="0"/>
                    <a:pt x="3217" y="85"/>
                    <a:pt x="3154" y="190"/>
                  </a:cubicBezTo>
                  <a:lnTo>
                    <a:pt x="126" y="5698"/>
                  </a:lnTo>
                  <a:cubicBezTo>
                    <a:pt x="0" y="5908"/>
                    <a:pt x="169" y="6182"/>
                    <a:pt x="421" y="6182"/>
                  </a:cubicBezTo>
                  <a:lnTo>
                    <a:pt x="2166" y="6182"/>
                  </a:lnTo>
                  <a:cubicBezTo>
                    <a:pt x="2292" y="6182"/>
                    <a:pt x="2397" y="6119"/>
                    <a:pt x="2460" y="6013"/>
                  </a:cubicBezTo>
                  <a:lnTo>
                    <a:pt x="5488" y="505"/>
                  </a:lnTo>
                  <a:cubicBezTo>
                    <a:pt x="5530" y="400"/>
                    <a:pt x="5530" y="274"/>
                    <a:pt x="5488" y="169"/>
                  </a:cubicBezTo>
                  <a:cubicBezTo>
                    <a:pt x="5425" y="63"/>
                    <a:pt x="5298" y="0"/>
                    <a:pt x="51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6"/>
            <p:cNvSpPr/>
            <p:nvPr/>
          </p:nvSpPr>
          <p:spPr>
            <a:xfrm>
              <a:off x="4607884" y="2805524"/>
              <a:ext cx="130848" cy="144207"/>
            </a:xfrm>
            <a:custGeom>
              <a:avLst/>
              <a:gdLst/>
              <a:ahLst/>
              <a:cxnLst/>
              <a:rect l="l" t="t" r="r" b="b"/>
              <a:pathLst>
                <a:path w="5593" h="6164" extrusionOk="0">
                  <a:moveTo>
                    <a:pt x="2184" y="0"/>
                  </a:moveTo>
                  <a:cubicBezTo>
                    <a:pt x="2171" y="0"/>
                    <a:pt x="2158" y="1"/>
                    <a:pt x="2145" y="3"/>
                  </a:cubicBezTo>
                  <a:lnTo>
                    <a:pt x="400" y="3"/>
                  </a:lnTo>
                  <a:cubicBezTo>
                    <a:pt x="148" y="3"/>
                    <a:pt x="0" y="277"/>
                    <a:pt x="127" y="487"/>
                  </a:cubicBezTo>
                  <a:lnTo>
                    <a:pt x="3133" y="5995"/>
                  </a:lnTo>
                  <a:cubicBezTo>
                    <a:pt x="3196" y="6101"/>
                    <a:pt x="3301" y="6164"/>
                    <a:pt x="3427" y="6164"/>
                  </a:cubicBezTo>
                  <a:lnTo>
                    <a:pt x="5172" y="6164"/>
                  </a:lnTo>
                  <a:cubicBezTo>
                    <a:pt x="5425" y="6164"/>
                    <a:pt x="5593" y="5890"/>
                    <a:pt x="5467" y="5680"/>
                  </a:cubicBezTo>
                  <a:lnTo>
                    <a:pt x="2439" y="172"/>
                  </a:lnTo>
                  <a:cubicBezTo>
                    <a:pt x="2383" y="77"/>
                    <a:pt x="2292" y="0"/>
                    <a:pt x="21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6"/>
            <p:cNvSpPr/>
            <p:nvPr/>
          </p:nvSpPr>
          <p:spPr>
            <a:xfrm>
              <a:off x="4463781" y="2805524"/>
              <a:ext cx="72712" cy="31560"/>
            </a:xfrm>
            <a:custGeom>
              <a:avLst/>
              <a:gdLst/>
              <a:ahLst/>
              <a:cxnLst/>
              <a:rect l="l" t="t" r="r" b="b"/>
              <a:pathLst>
                <a:path w="3108" h="1349" extrusionOk="0">
                  <a:moveTo>
                    <a:pt x="908" y="0"/>
                  </a:moveTo>
                  <a:cubicBezTo>
                    <a:pt x="799" y="0"/>
                    <a:pt x="708" y="77"/>
                    <a:pt x="652" y="172"/>
                  </a:cubicBezTo>
                  <a:lnTo>
                    <a:pt x="0" y="1349"/>
                  </a:lnTo>
                  <a:lnTo>
                    <a:pt x="2502" y="1349"/>
                  </a:lnTo>
                  <a:lnTo>
                    <a:pt x="2986" y="487"/>
                  </a:lnTo>
                  <a:cubicBezTo>
                    <a:pt x="3107" y="264"/>
                    <a:pt x="2956" y="2"/>
                    <a:pt x="2719" y="2"/>
                  </a:cubicBezTo>
                  <a:cubicBezTo>
                    <a:pt x="2710" y="2"/>
                    <a:pt x="2701" y="3"/>
                    <a:pt x="2691" y="3"/>
                  </a:cubicBezTo>
                  <a:lnTo>
                    <a:pt x="946" y="3"/>
                  </a:lnTo>
                  <a:cubicBezTo>
                    <a:pt x="933" y="1"/>
                    <a:pt x="920" y="0"/>
                    <a:pt x="908"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6"/>
            <p:cNvSpPr/>
            <p:nvPr/>
          </p:nvSpPr>
          <p:spPr>
            <a:xfrm>
              <a:off x="4607884" y="2805524"/>
              <a:ext cx="72314" cy="31560"/>
            </a:xfrm>
            <a:custGeom>
              <a:avLst/>
              <a:gdLst/>
              <a:ahLst/>
              <a:cxnLst/>
              <a:rect l="l" t="t" r="r" b="b"/>
              <a:pathLst>
                <a:path w="3091" h="1349" extrusionOk="0">
                  <a:moveTo>
                    <a:pt x="2184" y="0"/>
                  </a:moveTo>
                  <a:cubicBezTo>
                    <a:pt x="2171" y="0"/>
                    <a:pt x="2158" y="1"/>
                    <a:pt x="2145" y="3"/>
                  </a:cubicBezTo>
                  <a:lnTo>
                    <a:pt x="400" y="3"/>
                  </a:lnTo>
                  <a:cubicBezTo>
                    <a:pt x="148" y="3"/>
                    <a:pt x="0" y="277"/>
                    <a:pt x="127" y="487"/>
                  </a:cubicBezTo>
                  <a:lnTo>
                    <a:pt x="589" y="1349"/>
                  </a:lnTo>
                  <a:lnTo>
                    <a:pt x="3091" y="1349"/>
                  </a:lnTo>
                  <a:lnTo>
                    <a:pt x="2439" y="172"/>
                  </a:lnTo>
                  <a:cubicBezTo>
                    <a:pt x="2383" y="77"/>
                    <a:pt x="2292" y="0"/>
                    <a:pt x="2184"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6"/>
            <p:cNvSpPr/>
            <p:nvPr/>
          </p:nvSpPr>
          <p:spPr>
            <a:xfrm>
              <a:off x="4304425" y="2762809"/>
              <a:ext cx="535161" cy="58066"/>
            </a:xfrm>
            <a:custGeom>
              <a:avLst/>
              <a:gdLst/>
              <a:ahLst/>
              <a:cxnLst/>
              <a:rect l="l" t="t" r="r" b="b"/>
              <a:pathLst>
                <a:path w="22875" h="2482" extrusionOk="0">
                  <a:moveTo>
                    <a:pt x="337" y="0"/>
                  </a:moveTo>
                  <a:cubicBezTo>
                    <a:pt x="148" y="0"/>
                    <a:pt x="0" y="147"/>
                    <a:pt x="0" y="337"/>
                  </a:cubicBezTo>
                  <a:lnTo>
                    <a:pt x="0" y="2145"/>
                  </a:lnTo>
                  <a:cubicBezTo>
                    <a:pt x="0" y="2334"/>
                    <a:pt x="148" y="2481"/>
                    <a:pt x="337" y="2481"/>
                  </a:cubicBezTo>
                  <a:lnTo>
                    <a:pt x="22559" y="2481"/>
                  </a:lnTo>
                  <a:cubicBezTo>
                    <a:pt x="22728" y="2481"/>
                    <a:pt x="22875" y="2334"/>
                    <a:pt x="22875" y="2145"/>
                  </a:cubicBezTo>
                  <a:lnTo>
                    <a:pt x="22875" y="337"/>
                  </a:lnTo>
                  <a:cubicBezTo>
                    <a:pt x="22875" y="147"/>
                    <a:pt x="22728" y="0"/>
                    <a:pt x="225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6"/>
            <p:cNvSpPr/>
            <p:nvPr/>
          </p:nvSpPr>
          <p:spPr>
            <a:xfrm>
              <a:off x="4806587" y="2449511"/>
              <a:ext cx="32964" cy="58558"/>
            </a:xfrm>
            <a:custGeom>
              <a:avLst/>
              <a:gdLst/>
              <a:ahLst/>
              <a:cxnLst/>
              <a:rect l="l" t="t" r="r" b="b"/>
              <a:pathLst>
                <a:path w="1409" h="2503" extrusionOk="0">
                  <a:moveTo>
                    <a:pt x="0" y="1"/>
                  </a:moveTo>
                  <a:lnTo>
                    <a:pt x="0" y="2503"/>
                  </a:lnTo>
                  <a:lnTo>
                    <a:pt x="1093" y="2503"/>
                  </a:lnTo>
                  <a:cubicBezTo>
                    <a:pt x="1262" y="2503"/>
                    <a:pt x="1409" y="2356"/>
                    <a:pt x="1409" y="2166"/>
                  </a:cubicBezTo>
                  <a:lnTo>
                    <a:pt x="1409" y="337"/>
                  </a:lnTo>
                  <a:cubicBezTo>
                    <a:pt x="1409" y="169"/>
                    <a:pt x="1262" y="1"/>
                    <a:pt x="1093" y="1"/>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6"/>
            <p:cNvSpPr/>
            <p:nvPr/>
          </p:nvSpPr>
          <p:spPr>
            <a:xfrm>
              <a:off x="4806587" y="2762809"/>
              <a:ext cx="32964" cy="58066"/>
            </a:xfrm>
            <a:custGeom>
              <a:avLst/>
              <a:gdLst/>
              <a:ahLst/>
              <a:cxnLst/>
              <a:rect l="l" t="t" r="r" b="b"/>
              <a:pathLst>
                <a:path w="1409" h="2482" extrusionOk="0">
                  <a:moveTo>
                    <a:pt x="0" y="0"/>
                  </a:moveTo>
                  <a:lnTo>
                    <a:pt x="0" y="2481"/>
                  </a:lnTo>
                  <a:lnTo>
                    <a:pt x="1093" y="2481"/>
                  </a:lnTo>
                  <a:cubicBezTo>
                    <a:pt x="1262" y="2481"/>
                    <a:pt x="1409" y="2334"/>
                    <a:pt x="1409" y="2145"/>
                  </a:cubicBezTo>
                  <a:lnTo>
                    <a:pt x="1409" y="337"/>
                  </a:lnTo>
                  <a:cubicBezTo>
                    <a:pt x="1409" y="147"/>
                    <a:pt x="1262" y="0"/>
                    <a:pt x="1093"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6"/>
            <p:cNvSpPr/>
            <p:nvPr/>
          </p:nvSpPr>
          <p:spPr>
            <a:xfrm>
              <a:off x="4615253" y="2569375"/>
              <a:ext cx="74092" cy="79356"/>
            </a:xfrm>
            <a:custGeom>
              <a:avLst/>
              <a:gdLst/>
              <a:ahLst/>
              <a:cxnLst/>
              <a:rect l="l" t="t" r="r" b="b"/>
              <a:pathLst>
                <a:path w="3167" h="3392" extrusionOk="0">
                  <a:moveTo>
                    <a:pt x="2688" y="0"/>
                  </a:moveTo>
                  <a:cubicBezTo>
                    <a:pt x="2601" y="0"/>
                    <a:pt x="2511" y="39"/>
                    <a:pt x="2440" y="133"/>
                  </a:cubicBezTo>
                  <a:lnTo>
                    <a:pt x="190" y="2845"/>
                  </a:lnTo>
                  <a:cubicBezTo>
                    <a:pt x="1" y="3055"/>
                    <a:pt x="148" y="3392"/>
                    <a:pt x="442" y="3392"/>
                  </a:cubicBezTo>
                  <a:cubicBezTo>
                    <a:pt x="547" y="3392"/>
                    <a:pt x="631" y="3329"/>
                    <a:pt x="695" y="3266"/>
                  </a:cubicBezTo>
                  <a:lnTo>
                    <a:pt x="2965" y="553"/>
                  </a:lnTo>
                  <a:cubicBezTo>
                    <a:pt x="3167" y="305"/>
                    <a:pt x="2934" y="0"/>
                    <a:pt x="26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6"/>
            <p:cNvSpPr/>
            <p:nvPr/>
          </p:nvSpPr>
          <p:spPr>
            <a:xfrm>
              <a:off x="4528112" y="2613727"/>
              <a:ext cx="75870" cy="45831"/>
            </a:xfrm>
            <a:custGeom>
              <a:avLst/>
              <a:gdLst/>
              <a:ahLst/>
              <a:cxnLst/>
              <a:rect l="l" t="t" r="r" b="b"/>
              <a:pathLst>
                <a:path w="3243" h="1959" extrusionOk="0">
                  <a:moveTo>
                    <a:pt x="494" y="0"/>
                  </a:moveTo>
                  <a:cubicBezTo>
                    <a:pt x="194" y="0"/>
                    <a:pt x="0" y="454"/>
                    <a:pt x="341" y="634"/>
                  </a:cubicBezTo>
                  <a:lnTo>
                    <a:pt x="2611" y="1916"/>
                  </a:lnTo>
                  <a:cubicBezTo>
                    <a:pt x="2653" y="1937"/>
                    <a:pt x="2717" y="1958"/>
                    <a:pt x="2759" y="1958"/>
                  </a:cubicBezTo>
                  <a:cubicBezTo>
                    <a:pt x="3116" y="1958"/>
                    <a:pt x="3242" y="1496"/>
                    <a:pt x="2927" y="1327"/>
                  </a:cubicBezTo>
                  <a:lnTo>
                    <a:pt x="656" y="45"/>
                  </a:lnTo>
                  <a:cubicBezTo>
                    <a:pt x="600" y="14"/>
                    <a:pt x="545" y="0"/>
                    <a:pt x="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6"/>
            <p:cNvSpPr/>
            <p:nvPr/>
          </p:nvSpPr>
          <p:spPr>
            <a:xfrm>
              <a:off x="4450002" y="2619809"/>
              <a:ext cx="69600" cy="80572"/>
            </a:xfrm>
            <a:custGeom>
              <a:avLst/>
              <a:gdLst/>
              <a:ahLst/>
              <a:cxnLst/>
              <a:rect l="l" t="t" r="r" b="b"/>
              <a:pathLst>
                <a:path w="2975" h="3444" extrusionOk="0">
                  <a:moveTo>
                    <a:pt x="2525" y="0"/>
                  </a:moveTo>
                  <a:cubicBezTo>
                    <a:pt x="2444" y="0"/>
                    <a:pt x="2362" y="30"/>
                    <a:pt x="2292" y="100"/>
                  </a:cubicBezTo>
                  <a:lnTo>
                    <a:pt x="148" y="2918"/>
                  </a:lnTo>
                  <a:cubicBezTo>
                    <a:pt x="1" y="3149"/>
                    <a:pt x="148" y="3443"/>
                    <a:pt x="421" y="3443"/>
                  </a:cubicBezTo>
                  <a:cubicBezTo>
                    <a:pt x="526" y="3443"/>
                    <a:pt x="631" y="3401"/>
                    <a:pt x="694" y="3317"/>
                  </a:cubicBezTo>
                  <a:lnTo>
                    <a:pt x="2818" y="521"/>
                  </a:lnTo>
                  <a:cubicBezTo>
                    <a:pt x="2974" y="255"/>
                    <a:pt x="2758" y="0"/>
                    <a:pt x="25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6"/>
            <p:cNvSpPr/>
            <p:nvPr/>
          </p:nvSpPr>
          <p:spPr>
            <a:xfrm>
              <a:off x="4406233" y="2681168"/>
              <a:ext cx="71823" cy="61576"/>
            </a:xfrm>
            <a:custGeom>
              <a:avLst/>
              <a:gdLst/>
              <a:ahLst/>
              <a:cxnLst/>
              <a:rect l="l" t="t" r="r" b="b"/>
              <a:pathLst>
                <a:path w="3070" h="2632" extrusionOk="0">
                  <a:moveTo>
                    <a:pt x="1766" y="0"/>
                  </a:moveTo>
                  <a:cubicBezTo>
                    <a:pt x="589" y="0"/>
                    <a:pt x="0" y="1409"/>
                    <a:pt x="841" y="2250"/>
                  </a:cubicBezTo>
                  <a:cubicBezTo>
                    <a:pt x="1105" y="2514"/>
                    <a:pt x="1430" y="2632"/>
                    <a:pt x="1750" y="2632"/>
                  </a:cubicBezTo>
                  <a:cubicBezTo>
                    <a:pt x="2422" y="2632"/>
                    <a:pt x="3070" y="2109"/>
                    <a:pt x="3070" y="1325"/>
                  </a:cubicBezTo>
                  <a:cubicBezTo>
                    <a:pt x="3070" y="589"/>
                    <a:pt x="2481" y="0"/>
                    <a:pt x="176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6"/>
            <p:cNvSpPr/>
            <p:nvPr/>
          </p:nvSpPr>
          <p:spPr>
            <a:xfrm>
              <a:off x="4481139" y="2577375"/>
              <a:ext cx="71682" cy="61435"/>
            </a:xfrm>
            <a:custGeom>
              <a:avLst/>
              <a:gdLst/>
              <a:ahLst/>
              <a:cxnLst/>
              <a:rect l="l" t="t" r="r" b="b"/>
              <a:pathLst>
                <a:path w="3064" h="2626" extrusionOk="0">
                  <a:moveTo>
                    <a:pt x="1714" y="1"/>
                  </a:moveTo>
                  <a:cubicBezTo>
                    <a:pt x="574" y="1"/>
                    <a:pt x="0" y="1416"/>
                    <a:pt x="814" y="2230"/>
                  </a:cubicBezTo>
                  <a:cubicBezTo>
                    <a:pt x="1088" y="2503"/>
                    <a:pt x="1421" y="2626"/>
                    <a:pt x="1747" y="2626"/>
                  </a:cubicBezTo>
                  <a:cubicBezTo>
                    <a:pt x="2422" y="2626"/>
                    <a:pt x="3064" y="2099"/>
                    <a:pt x="3064" y="1305"/>
                  </a:cubicBezTo>
                  <a:cubicBezTo>
                    <a:pt x="3064" y="569"/>
                    <a:pt x="2475" y="1"/>
                    <a:pt x="1739" y="1"/>
                  </a:cubicBezTo>
                  <a:cubicBezTo>
                    <a:pt x="1731" y="1"/>
                    <a:pt x="1722" y="1"/>
                    <a:pt x="17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6"/>
            <p:cNvSpPr/>
            <p:nvPr/>
          </p:nvSpPr>
          <p:spPr>
            <a:xfrm>
              <a:off x="4572958" y="2629517"/>
              <a:ext cx="71846" cy="61599"/>
            </a:xfrm>
            <a:custGeom>
              <a:avLst/>
              <a:gdLst/>
              <a:ahLst/>
              <a:cxnLst/>
              <a:rect l="l" t="t" r="r" b="b"/>
              <a:pathLst>
                <a:path w="3071" h="2633" extrusionOk="0">
                  <a:moveTo>
                    <a:pt x="1746" y="1"/>
                  </a:moveTo>
                  <a:cubicBezTo>
                    <a:pt x="568" y="1"/>
                    <a:pt x="1" y="1409"/>
                    <a:pt x="821" y="2250"/>
                  </a:cubicBezTo>
                  <a:cubicBezTo>
                    <a:pt x="1085" y="2514"/>
                    <a:pt x="1412" y="2632"/>
                    <a:pt x="1734" y="2632"/>
                  </a:cubicBezTo>
                  <a:cubicBezTo>
                    <a:pt x="2413" y="2632"/>
                    <a:pt x="3070" y="2109"/>
                    <a:pt x="3070" y="1325"/>
                  </a:cubicBezTo>
                  <a:cubicBezTo>
                    <a:pt x="3070" y="589"/>
                    <a:pt x="2482" y="1"/>
                    <a:pt x="17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6"/>
            <p:cNvSpPr/>
            <p:nvPr/>
          </p:nvSpPr>
          <p:spPr>
            <a:xfrm>
              <a:off x="4648705" y="2527712"/>
              <a:ext cx="72314" cy="61435"/>
            </a:xfrm>
            <a:custGeom>
              <a:avLst/>
              <a:gdLst/>
              <a:ahLst/>
              <a:cxnLst/>
              <a:rect l="l" t="t" r="r" b="b"/>
              <a:pathLst>
                <a:path w="3091" h="2626" extrusionOk="0">
                  <a:moveTo>
                    <a:pt x="1766" y="1"/>
                  </a:moveTo>
                  <a:cubicBezTo>
                    <a:pt x="589" y="1"/>
                    <a:pt x="0" y="1409"/>
                    <a:pt x="841" y="2229"/>
                  </a:cubicBezTo>
                  <a:cubicBezTo>
                    <a:pt x="1108" y="2503"/>
                    <a:pt x="1439" y="2625"/>
                    <a:pt x="1765" y="2625"/>
                  </a:cubicBezTo>
                  <a:cubicBezTo>
                    <a:pt x="2440" y="2625"/>
                    <a:pt x="3091" y="2099"/>
                    <a:pt x="3091" y="1304"/>
                  </a:cubicBezTo>
                  <a:cubicBezTo>
                    <a:pt x="3091" y="589"/>
                    <a:pt x="2502" y="1"/>
                    <a:pt x="17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36"/>
          <p:cNvGrpSpPr/>
          <p:nvPr/>
        </p:nvGrpSpPr>
        <p:grpSpPr>
          <a:xfrm>
            <a:off x="6886984" y="1532906"/>
            <a:ext cx="535152" cy="454802"/>
            <a:chOff x="6943175" y="2494925"/>
            <a:chExt cx="535152" cy="454802"/>
          </a:xfrm>
        </p:grpSpPr>
        <p:sp>
          <p:nvSpPr>
            <p:cNvPr id="747" name="Google Shape;747;p36"/>
            <p:cNvSpPr/>
            <p:nvPr/>
          </p:nvSpPr>
          <p:spPr>
            <a:xfrm>
              <a:off x="7193029" y="2611213"/>
              <a:ext cx="275172" cy="250355"/>
            </a:xfrm>
            <a:custGeom>
              <a:avLst/>
              <a:gdLst/>
              <a:ahLst/>
              <a:cxnLst/>
              <a:rect l="l" t="t" r="r" b="b"/>
              <a:pathLst>
                <a:path w="6250" h="5686" extrusionOk="0">
                  <a:moveTo>
                    <a:pt x="3934" y="1"/>
                  </a:moveTo>
                  <a:lnTo>
                    <a:pt x="2728" y="919"/>
                  </a:lnTo>
                  <a:lnTo>
                    <a:pt x="1733" y="584"/>
                  </a:lnTo>
                  <a:lnTo>
                    <a:pt x="0" y="1991"/>
                  </a:lnTo>
                  <a:lnTo>
                    <a:pt x="2670" y="5685"/>
                  </a:lnTo>
                  <a:lnTo>
                    <a:pt x="6250" y="3140"/>
                  </a:lnTo>
                  <a:lnTo>
                    <a:pt x="39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6"/>
            <p:cNvSpPr/>
            <p:nvPr/>
          </p:nvSpPr>
          <p:spPr>
            <a:xfrm>
              <a:off x="7316481" y="2494925"/>
              <a:ext cx="161845" cy="297335"/>
            </a:xfrm>
            <a:custGeom>
              <a:avLst/>
              <a:gdLst/>
              <a:ahLst/>
              <a:cxnLst/>
              <a:rect l="l" t="t" r="r" b="b"/>
              <a:pathLst>
                <a:path w="3676" h="6753" extrusionOk="0">
                  <a:moveTo>
                    <a:pt x="3675" y="0"/>
                  </a:moveTo>
                  <a:lnTo>
                    <a:pt x="106" y="2536"/>
                  </a:lnTo>
                  <a:cubicBezTo>
                    <a:pt x="10" y="2594"/>
                    <a:pt x="0" y="2718"/>
                    <a:pt x="58" y="2804"/>
                  </a:cubicBezTo>
                  <a:lnTo>
                    <a:pt x="3063" y="6680"/>
                  </a:lnTo>
                  <a:cubicBezTo>
                    <a:pt x="3101" y="6729"/>
                    <a:pt x="3153" y="6753"/>
                    <a:pt x="3208" y="6753"/>
                  </a:cubicBezTo>
                  <a:cubicBezTo>
                    <a:pt x="3250" y="6753"/>
                    <a:pt x="3293" y="6738"/>
                    <a:pt x="3331" y="6709"/>
                  </a:cubicBezTo>
                  <a:lnTo>
                    <a:pt x="3675" y="6441"/>
                  </a:lnTo>
                  <a:lnTo>
                    <a:pt x="367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6"/>
            <p:cNvSpPr/>
            <p:nvPr/>
          </p:nvSpPr>
          <p:spPr>
            <a:xfrm>
              <a:off x="7426857" y="2718254"/>
              <a:ext cx="51468" cy="74102"/>
            </a:xfrm>
            <a:custGeom>
              <a:avLst/>
              <a:gdLst/>
              <a:ahLst/>
              <a:cxnLst/>
              <a:rect l="l" t="t" r="r" b="b"/>
              <a:pathLst>
                <a:path w="1169" h="1683" extrusionOk="0">
                  <a:moveTo>
                    <a:pt x="1168" y="0"/>
                  </a:moveTo>
                  <a:lnTo>
                    <a:pt x="1" y="890"/>
                  </a:lnTo>
                  <a:lnTo>
                    <a:pt x="556" y="1608"/>
                  </a:lnTo>
                  <a:cubicBezTo>
                    <a:pt x="595" y="1658"/>
                    <a:pt x="650" y="1683"/>
                    <a:pt x="707" y="1683"/>
                  </a:cubicBezTo>
                  <a:cubicBezTo>
                    <a:pt x="747" y="1683"/>
                    <a:pt x="788" y="1670"/>
                    <a:pt x="824" y="1646"/>
                  </a:cubicBezTo>
                  <a:lnTo>
                    <a:pt x="1168" y="1369"/>
                  </a:lnTo>
                  <a:lnTo>
                    <a:pt x="1168"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6"/>
            <p:cNvSpPr/>
            <p:nvPr/>
          </p:nvSpPr>
          <p:spPr>
            <a:xfrm>
              <a:off x="7211124" y="2693817"/>
              <a:ext cx="209043" cy="139223"/>
            </a:xfrm>
            <a:custGeom>
              <a:avLst/>
              <a:gdLst/>
              <a:ahLst/>
              <a:cxnLst/>
              <a:rect l="l" t="t" r="r" b="b"/>
              <a:pathLst>
                <a:path w="4748" h="3162" extrusionOk="0">
                  <a:moveTo>
                    <a:pt x="546" y="0"/>
                  </a:moveTo>
                  <a:lnTo>
                    <a:pt x="1" y="1005"/>
                  </a:lnTo>
                  <a:lnTo>
                    <a:pt x="3829" y="3092"/>
                  </a:lnTo>
                  <a:cubicBezTo>
                    <a:pt x="3916" y="3139"/>
                    <a:pt x="4009" y="3162"/>
                    <a:pt x="4101" y="3162"/>
                  </a:cubicBezTo>
                  <a:cubicBezTo>
                    <a:pt x="4303" y="3162"/>
                    <a:pt x="4499" y="3053"/>
                    <a:pt x="4604" y="2862"/>
                  </a:cubicBezTo>
                  <a:cubicBezTo>
                    <a:pt x="4748" y="2584"/>
                    <a:pt x="4652" y="2240"/>
                    <a:pt x="4374" y="2087"/>
                  </a:cubicBezTo>
                  <a:lnTo>
                    <a:pt x="5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6"/>
            <p:cNvSpPr/>
            <p:nvPr/>
          </p:nvSpPr>
          <p:spPr>
            <a:xfrm>
              <a:off x="7292882" y="2763739"/>
              <a:ext cx="122661" cy="69347"/>
            </a:xfrm>
            <a:custGeom>
              <a:avLst/>
              <a:gdLst/>
              <a:ahLst/>
              <a:cxnLst/>
              <a:rect l="l" t="t" r="r" b="b"/>
              <a:pathLst>
                <a:path w="2786" h="1575" extrusionOk="0">
                  <a:moveTo>
                    <a:pt x="240" y="1"/>
                  </a:moveTo>
                  <a:lnTo>
                    <a:pt x="1" y="432"/>
                  </a:lnTo>
                  <a:lnTo>
                    <a:pt x="1972" y="1504"/>
                  </a:lnTo>
                  <a:cubicBezTo>
                    <a:pt x="2058" y="1552"/>
                    <a:pt x="2152" y="1575"/>
                    <a:pt x="2244" y="1575"/>
                  </a:cubicBezTo>
                  <a:cubicBezTo>
                    <a:pt x="2478" y="1575"/>
                    <a:pt x="2703" y="1428"/>
                    <a:pt x="2785" y="1188"/>
                  </a:cubicBezTo>
                  <a:lnTo>
                    <a:pt x="2785" y="1188"/>
                  </a:lnTo>
                  <a:cubicBezTo>
                    <a:pt x="2729" y="1205"/>
                    <a:pt x="2672" y="1214"/>
                    <a:pt x="2615" y="1214"/>
                  </a:cubicBezTo>
                  <a:cubicBezTo>
                    <a:pt x="2517" y="1214"/>
                    <a:pt x="2421" y="1188"/>
                    <a:pt x="2336" y="1140"/>
                  </a:cubicBezTo>
                  <a:lnTo>
                    <a:pt x="240"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6"/>
            <p:cNvSpPr/>
            <p:nvPr/>
          </p:nvSpPr>
          <p:spPr>
            <a:xfrm>
              <a:off x="7172380" y="2730055"/>
              <a:ext cx="209439" cy="138827"/>
            </a:xfrm>
            <a:custGeom>
              <a:avLst/>
              <a:gdLst/>
              <a:ahLst/>
              <a:cxnLst/>
              <a:rect l="l" t="t" r="r" b="b"/>
              <a:pathLst>
                <a:path w="4757" h="3153" extrusionOk="0">
                  <a:moveTo>
                    <a:pt x="546" y="0"/>
                  </a:moveTo>
                  <a:lnTo>
                    <a:pt x="0" y="996"/>
                  </a:lnTo>
                  <a:lnTo>
                    <a:pt x="3829" y="3082"/>
                  </a:lnTo>
                  <a:cubicBezTo>
                    <a:pt x="3916" y="3130"/>
                    <a:pt x="4010" y="3153"/>
                    <a:pt x="4102" y="3153"/>
                  </a:cubicBezTo>
                  <a:cubicBezTo>
                    <a:pt x="4304" y="3153"/>
                    <a:pt x="4499" y="3046"/>
                    <a:pt x="4604" y="2862"/>
                  </a:cubicBezTo>
                  <a:cubicBezTo>
                    <a:pt x="4757" y="2584"/>
                    <a:pt x="4652" y="2240"/>
                    <a:pt x="4374" y="2087"/>
                  </a:cubicBezTo>
                  <a:lnTo>
                    <a:pt x="5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6"/>
            <p:cNvSpPr/>
            <p:nvPr/>
          </p:nvSpPr>
          <p:spPr>
            <a:xfrm>
              <a:off x="7267611" y="2808828"/>
              <a:ext cx="109144" cy="60101"/>
            </a:xfrm>
            <a:custGeom>
              <a:avLst/>
              <a:gdLst/>
              <a:ahLst/>
              <a:cxnLst/>
              <a:rect l="l" t="t" r="r" b="b"/>
              <a:pathLst>
                <a:path w="2479" h="1365" extrusionOk="0">
                  <a:moveTo>
                    <a:pt x="220" y="1"/>
                  </a:moveTo>
                  <a:lnTo>
                    <a:pt x="0" y="384"/>
                  </a:lnTo>
                  <a:lnTo>
                    <a:pt x="1666" y="1293"/>
                  </a:lnTo>
                  <a:cubicBezTo>
                    <a:pt x="1752" y="1342"/>
                    <a:pt x="1845" y="1364"/>
                    <a:pt x="1937" y="1364"/>
                  </a:cubicBezTo>
                  <a:cubicBezTo>
                    <a:pt x="2171" y="1364"/>
                    <a:pt x="2397" y="1218"/>
                    <a:pt x="2479" y="977"/>
                  </a:cubicBezTo>
                  <a:lnTo>
                    <a:pt x="2479" y="977"/>
                  </a:lnTo>
                  <a:cubicBezTo>
                    <a:pt x="2405" y="1012"/>
                    <a:pt x="2325" y="1029"/>
                    <a:pt x="2245" y="1029"/>
                  </a:cubicBezTo>
                  <a:cubicBezTo>
                    <a:pt x="2150" y="1029"/>
                    <a:pt x="2055" y="1005"/>
                    <a:pt x="1972" y="958"/>
                  </a:cubicBezTo>
                  <a:lnTo>
                    <a:pt x="220"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6"/>
            <p:cNvSpPr/>
            <p:nvPr/>
          </p:nvSpPr>
          <p:spPr>
            <a:xfrm>
              <a:off x="7133592" y="2765853"/>
              <a:ext cx="209483" cy="139267"/>
            </a:xfrm>
            <a:custGeom>
              <a:avLst/>
              <a:gdLst/>
              <a:ahLst/>
              <a:cxnLst/>
              <a:rect l="l" t="t" r="r" b="b"/>
              <a:pathLst>
                <a:path w="4758" h="3163" extrusionOk="0">
                  <a:moveTo>
                    <a:pt x="546" y="1"/>
                  </a:moveTo>
                  <a:lnTo>
                    <a:pt x="1" y="1006"/>
                  </a:lnTo>
                  <a:lnTo>
                    <a:pt x="3829" y="3092"/>
                  </a:lnTo>
                  <a:cubicBezTo>
                    <a:pt x="3916" y="3140"/>
                    <a:pt x="4009" y="3163"/>
                    <a:pt x="4101" y="3163"/>
                  </a:cubicBezTo>
                  <a:cubicBezTo>
                    <a:pt x="4303" y="3163"/>
                    <a:pt x="4499" y="3053"/>
                    <a:pt x="4604" y="2862"/>
                  </a:cubicBezTo>
                  <a:cubicBezTo>
                    <a:pt x="4757" y="2585"/>
                    <a:pt x="4652" y="2240"/>
                    <a:pt x="4375" y="2097"/>
                  </a:cubicBezTo>
                  <a:lnTo>
                    <a:pt x="5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6"/>
            <p:cNvSpPr/>
            <p:nvPr/>
          </p:nvSpPr>
          <p:spPr>
            <a:xfrm>
              <a:off x="7242339" y="2853079"/>
              <a:ext cx="95231" cy="51999"/>
            </a:xfrm>
            <a:custGeom>
              <a:avLst/>
              <a:gdLst/>
              <a:ahLst/>
              <a:cxnLst/>
              <a:rect l="l" t="t" r="r" b="b"/>
              <a:pathLst>
                <a:path w="2163" h="1181" extrusionOk="0">
                  <a:moveTo>
                    <a:pt x="211" y="1"/>
                  </a:moveTo>
                  <a:lnTo>
                    <a:pt x="0" y="365"/>
                  </a:lnTo>
                  <a:lnTo>
                    <a:pt x="1359" y="1111"/>
                  </a:lnTo>
                  <a:cubicBezTo>
                    <a:pt x="1445" y="1158"/>
                    <a:pt x="1539" y="1181"/>
                    <a:pt x="1631" y="1181"/>
                  </a:cubicBezTo>
                  <a:cubicBezTo>
                    <a:pt x="1856" y="1181"/>
                    <a:pt x="2075" y="1048"/>
                    <a:pt x="2163" y="824"/>
                  </a:cubicBezTo>
                  <a:lnTo>
                    <a:pt x="2163" y="824"/>
                  </a:lnTo>
                  <a:cubicBezTo>
                    <a:pt x="2092" y="853"/>
                    <a:pt x="2019" y="868"/>
                    <a:pt x="1946" y="868"/>
                  </a:cubicBezTo>
                  <a:cubicBezTo>
                    <a:pt x="1853" y="868"/>
                    <a:pt x="1761" y="844"/>
                    <a:pt x="1675" y="795"/>
                  </a:cubicBezTo>
                  <a:lnTo>
                    <a:pt x="211"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6"/>
            <p:cNvSpPr/>
            <p:nvPr/>
          </p:nvSpPr>
          <p:spPr>
            <a:xfrm>
              <a:off x="7094848" y="2802091"/>
              <a:ext cx="209439" cy="139091"/>
            </a:xfrm>
            <a:custGeom>
              <a:avLst/>
              <a:gdLst/>
              <a:ahLst/>
              <a:cxnLst/>
              <a:rect l="l" t="t" r="r" b="b"/>
              <a:pathLst>
                <a:path w="4757" h="3159" extrusionOk="0">
                  <a:moveTo>
                    <a:pt x="546" y="1"/>
                  </a:moveTo>
                  <a:lnTo>
                    <a:pt x="0" y="996"/>
                  </a:lnTo>
                  <a:lnTo>
                    <a:pt x="3829" y="3092"/>
                  </a:lnTo>
                  <a:cubicBezTo>
                    <a:pt x="3915" y="3137"/>
                    <a:pt x="4008" y="3158"/>
                    <a:pt x="4100" y="3158"/>
                  </a:cubicBezTo>
                  <a:cubicBezTo>
                    <a:pt x="4302" y="3158"/>
                    <a:pt x="4498" y="3053"/>
                    <a:pt x="4604" y="2862"/>
                  </a:cubicBezTo>
                  <a:cubicBezTo>
                    <a:pt x="4757" y="2585"/>
                    <a:pt x="4652" y="2240"/>
                    <a:pt x="4374" y="2087"/>
                  </a:cubicBezTo>
                  <a:lnTo>
                    <a:pt x="54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6"/>
            <p:cNvSpPr/>
            <p:nvPr/>
          </p:nvSpPr>
          <p:spPr>
            <a:xfrm>
              <a:off x="7217024" y="2894822"/>
              <a:ext cx="82243" cy="46099"/>
            </a:xfrm>
            <a:custGeom>
              <a:avLst/>
              <a:gdLst/>
              <a:ahLst/>
              <a:cxnLst/>
              <a:rect l="l" t="t" r="r" b="b"/>
              <a:pathLst>
                <a:path w="1868" h="1047" extrusionOk="0">
                  <a:moveTo>
                    <a:pt x="240" y="0"/>
                  </a:moveTo>
                  <a:lnTo>
                    <a:pt x="1" y="402"/>
                  </a:lnTo>
                  <a:lnTo>
                    <a:pt x="1054" y="976"/>
                  </a:lnTo>
                  <a:cubicBezTo>
                    <a:pt x="1140" y="1024"/>
                    <a:pt x="1234" y="1047"/>
                    <a:pt x="1326" y="1047"/>
                  </a:cubicBezTo>
                  <a:cubicBezTo>
                    <a:pt x="1528" y="1047"/>
                    <a:pt x="1724" y="938"/>
                    <a:pt x="1829" y="747"/>
                  </a:cubicBezTo>
                  <a:cubicBezTo>
                    <a:pt x="1848" y="728"/>
                    <a:pt x="1857" y="699"/>
                    <a:pt x="1867" y="670"/>
                  </a:cubicBezTo>
                  <a:lnTo>
                    <a:pt x="1867" y="670"/>
                  </a:lnTo>
                  <a:cubicBezTo>
                    <a:pt x="1801" y="695"/>
                    <a:pt x="1732" y="707"/>
                    <a:pt x="1663" y="707"/>
                  </a:cubicBezTo>
                  <a:cubicBezTo>
                    <a:pt x="1572" y="707"/>
                    <a:pt x="1480" y="685"/>
                    <a:pt x="1398" y="642"/>
                  </a:cubicBezTo>
                  <a:lnTo>
                    <a:pt x="240"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6"/>
            <p:cNvSpPr/>
            <p:nvPr/>
          </p:nvSpPr>
          <p:spPr>
            <a:xfrm>
              <a:off x="6968006" y="2628473"/>
              <a:ext cx="266763" cy="241505"/>
            </a:xfrm>
            <a:custGeom>
              <a:avLst/>
              <a:gdLst/>
              <a:ahLst/>
              <a:cxnLst/>
              <a:rect l="l" t="t" r="r" b="b"/>
              <a:pathLst>
                <a:path w="6059" h="5485" extrusionOk="0">
                  <a:moveTo>
                    <a:pt x="1896" y="1"/>
                  </a:moveTo>
                  <a:lnTo>
                    <a:pt x="1" y="3418"/>
                  </a:lnTo>
                  <a:lnTo>
                    <a:pt x="3877" y="5485"/>
                  </a:lnTo>
                  <a:lnTo>
                    <a:pt x="6059" y="1484"/>
                  </a:lnTo>
                  <a:lnTo>
                    <a:pt x="4145" y="680"/>
                  </a:lnTo>
                  <a:cubicBezTo>
                    <a:pt x="4106" y="661"/>
                    <a:pt x="4078" y="661"/>
                    <a:pt x="4039" y="661"/>
                  </a:cubicBezTo>
                  <a:lnTo>
                    <a:pt x="3274" y="757"/>
                  </a:lnTo>
                  <a:cubicBezTo>
                    <a:pt x="3226" y="757"/>
                    <a:pt x="3188" y="747"/>
                    <a:pt x="3149" y="728"/>
                  </a:cubicBezTo>
                  <a:lnTo>
                    <a:pt x="189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6"/>
            <p:cNvSpPr/>
            <p:nvPr/>
          </p:nvSpPr>
          <p:spPr>
            <a:xfrm>
              <a:off x="6943175" y="2531559"/>
              <a:ext cx="165191" cy="285358"/>
            </a:xfrm>
            <a:custGeom>
              <a:avLst/>
              <a:gdLst/>
              <a:ahLst/>
              <a:cxnLst/>
              <a:rect l="l" t="t" r="r" b="b"/>
              <a:pathLst>
                <a:path w="3752" h="6481" extrusionOk="0">
                  <a:moveTo>
                    <a:pt x="0" y="1"/>
                  </a:moveTo>
                  <a:lnTo>
                    <a:pt x="0" y="5810"/>
                  </a:lnTo>
                  <a:lnTo>
                    <a:pt x="1101" y="6451"/>
                  </a:lnTo>
                  <a:cubicBezTo>
                    <a:pt x="1133" y="6471"/>
                    <a:pt x="1170" y="6480"/>
                    <a:pt x="1207" y="6480"/>
                  </a:cubicBezTo>
                  <a:cubicBezTo>
                    <a:pt x="1279" y="6480"/>
                    <a:pt x="1350" y="6444"/>
                    <a:pt x="1388" y="6375"/>
                  </a:cubicBezTo>
                  <a:lnTo>
                    <a:pt x="3694" y="2384"/>
                  </a:lnTo>
                  <a:cubicBezTo>
                    <a:pt x="3752" y="2288"/>
                    <a:pt x="3713" y="2154"/>
                    <a:pt x="3618" y="2097"/>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6"/>
            <p:cNvSpPr/>
            <p:nvPr/>
          </p:nvSpPr>
          <p:spPr>
            <a:xfrm>
              <a:off x="6943175" y="2531559"/>
              <a:ext cx="127284" cy="266778"/>
            </a:xfrm>
            <a:custGeom>
              <a:avLst/>
              <a:gdLst/>
              <a:ahLst/>
              <a:cxnLst/>
              <a:rect l="l" t="t" r="r" b="b"/>
              <a:pathLst>
                <a:path w="2891" h="6059" extrusionOk="0">
                  <a:moveTo>
                    <a:pt x="0" y="1"/>
                  </a:moveTo>
                  <a:lnTo>
                    <a:pt x="0" y="5810"/>
                  </a:lnTo>
                  <a:lnTo>
                    <a:pt x="431" y="6059"/>
                  </a:lnTo>
                  <a:lnTo>
                    <a:pt x="2890" y="167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6"/>
            <p:cNvSpPr/>
            <p:nvPr/>
          </p:nvSpPr>
          <p:spPr>
            <a:xfrm>
              <a:off x="6943175" y="2732564"/>
              <a:ext cx="79249" cy="84361"/>
            </a:xfrm>
            <a:custGeom>
              <a:avLst/>
              <a:gdLst/>
              <a:ahLst/>
              <a:cxnLst/>
              <a:rect l="l" t="t" r="r" b="b"/>
              <a:pathLst>
                <a:path w="1800" h="1916" extrusionOk="0">
                  <a:moveTo>
                    <a:pt x="0" y="1"/>
                  </a:moveTo>
                  <a:lnTo>
                    <a:pt x="0" y="1245"/>
                  </a:lnTo>
                  <a:lnTo>
                    <a:pt x="1101" y="1886"/>
                  </a:lnTo>
                  <a:cubicBezTo>
                    <a:pt x="1133" y="1906"/>
                    <a:pt x="1170" y="1915"/>
                    <a:pt x="1207" y="1915"/>
                  </a:cubicBezTo>
                  <a:cubicBezTo>
                    <a:pt x="1279" y="1915"/>
                    <a:pt x="1350" y="1879"/>
                    <a:pt x="1388" y="1810"/>
                  </a:cubicBezTo>
                  <a:lnTo>
                    <a:pt x="1799" y="1092"/>
                  </a:lnTo>
                  <a:lnTo>
                    <a:pt x="0" y="1"/>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6"/>
            <p:cNvSpPr/>
            <p:nvPr/>
          </p:nvSpPr>
          <p:spPr>
            <a:xfrm>
              <a:off x="7023216" y="2766645"/>
              <a:ext cx="112534" cy="90306"/>
            </a:xfrm>
            <a:custGeom>
              <a:avLst/>
              <a:gdLst/>
              <a:ahLst/>
              <a:cxnLst/>
              <a:rect l="l" t="t" r="r" b="b"/>
              <a:pathLst>
                <a:path w="2556" h="2051" extrusionOk="0">
                  <a:moveTo>
                    <a:pt x="1902" y="1"/>
                  </a:moveTo>
                  <a:cubicBezTo>
                    <a:pt x="1788" y="1"/>
                    <a:pt x="1672" y="35"/>
                    <a:pt x="1570" y="107"/>
                  </a:cubicBezTo>
                  <a:lnTo>
                    <a:pt x="316" y="1016"/>
                  </a:lnTo>
                  <a:cubicBezTo>
                    <a:pt x="58" y="1198"/>
                    <a:pt x="1" y="1562"/>
                    <a:pt x="192" y="1811"/>
                  </a:cubicBezTo>
                  <a:cubicBezTo>
                    <a:pt x="302" y="1968"/>
                    <a:pt x="477" y="2051"/>
                    <a:pt x="654" y="2051"/>
                  </a:cubicBezTo>
                  <a:cubicBezTo>
                    <a:pt x="769" y="2051"/>
                    <a:pt x="885" y="2016"/>
                    <a:pt x="986" y="1945"/>
                  </a:cubicBezTo>
                  <a:lnTo>
                    <a:pt x="2240" y="1045"/>
                  </a:lnTo>
                  <a:cubicBezTo>
                    <a:pt x="2508" y="854"/>
                    <a:pt x="2556" y="490"/>
                    <a:pt x="2364" y="232"/>
                  </a:cubicBezTo>
                  <a:cubicBezTo>
                    <a:pt x="2249" y="81"/>
                    <a:pt x="2077" y="1"/>
                    <a:pt x="19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6"/>
            <p:cNvSpPr/>
            <p:nvPr/>
          </p:nvSpPr>
          <p:spPr>
            <a:xfrm>
              <a:off x="7028675" y="2768406"/>
              <a:ext cx="107075" cy="88720"/>
            </a:xfrm>
            <a:custGeom>
              <a:avLst/>
              <a:gdLst/>
              <a:ahLst/>
              <a:cxnLst/>
              <a:rect l="l" t="t" r="r" b="b"/>
              <a:pathLst>
                <a:path w="2432" h="2015" extrusionOk="0">
                  <a:moveTo>
                    <a:pt x="2001" y="0"/>
                  </a:moveTo>
                  <a:lnTo>
                    <a:pt x="2001" y="0"/>
                  </a:lnTo>
                  <a:cubicBezTo>
                    <a:pt x="2097" y="249"/>
                    <a:pt x="2011" y="527"/>
                    <a:pt x="1800" y="680"/>
                  </a:cubicBezTo>
                  <a:lnTo>
                    <a:pt x="546" y="1589"/>
                  </a:lnTo>
                  <a:cubicBezTo>
                    <a:pt x="445" y="1661"/>
                    <a:pt x="329" y="1699"/>
                    <a:pt x="211" y="1699"/>
                  </a:cubicBezTo>
                  <a:cubicBezTo>
                    <a:pt x="141" y="1699"/>
                    <a:pt x="69" y="1685"/>
                    <a:pt x="1" y="1656"/>
                  </a:cubicBezTo>
                  <a:lnTo>
                    <a:pt x="1" y="1656"/>
                  </a:lnTo>
                  <a:cubicBezTo>
                    <a:pt x="89" y="1883"/>
                    <a:pt x="303" y="2015"/>
                    <a:pt x="525" y="2015"/>
                  </a:cubicBezTo>
                  <a:cubicBezTo>
                    <a:pt x="640" y="2015"/>
                    <a:pt x="758" y="1980"/>
                    <a:pt x="862" y="1905"/>
                  </a:cubicBezTo>
                  <a:lnTo>
                    <a:pt x="2116" y="1005"/>
                  </a:lnTo>
                  <a:cubicBezTo>
                    <a:pt x="2384" y="814"/>
                    <a:pt x="2432" y="440"/>
                    <a:pt x="2240" y="192"/>
                  </a:cubicBezTo>
                  <a:cubicBezTo>
                    <a:pt x="2173" y="106"/>
                    <a:pt x="2097" y="39"/>
                    <a:pt x="2001"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6"/>
            <p:cNvSpPr/>
            <p:nvPr/>
          </p:nvSpPr>
          <p:spPr>
            <a:xfrm>
              <a:off x="7066187" y="2806538"/>
              <a:ext cx="100339" cy="81367"/>
            </a:xfrm>
            <a:custGeom>
              <a:avLst/>
              <a:gdLst/>
              <a:ahLst/>
              <a:cxnLst/>
              <a:rect l="l" t="t" r="r" b="b"/>
              <a:pathLst>
                <a:path w="2279" h="1848" extrusionOk="0">
                  <a:moveTo>
                    <a:pt x="1629" y="1"/>
                  </a:moveTo>
                  <a:cubicBezTo>
                    <a:pt x="1512" y="1"/>
                    <a:pt x="1394" y="37"/>
                    <a:pt x="1293" y="110"/>
                  </a:cubicBezTo>
                  <a:lnTo>
                    <a:pt x="326" y="809"/>
                  </a:lnTo>
                  <a:cubicBezTo>
                    <a:pt x="68" y="1000"/>
                    <a:pt x="1" y="1364"/>
                    <a:pt x="192" y="1623"/>
                  </a:cubicBezTo>
                  <a:cubicBezTo>
                    <a:pt x="306" y="1770"/>
                    <a:pt x="473" y="1847"/>
                    <a:pt x="643" y="1847"/>
                  </a:cubicBezTo>
                  <a:cubicBezTo>
                    <a:pt x="759" y="1847"/>
                    <a:pt x="876" y="1811"/>
                    <a:pt x="977" y="1737"/>
                  </a:cubicBezTo>
                  <a:lnTo>
                    <a:pt x="1963" y="1039"/>
                  </a:lnTo>
                  <a:cubicBezTo>
                    <a:pt x="2221" y="847"/>
                    <a:pt x="2278" y="484"/>
                    <a:pt x="2077" y="225"/>
                  </a:cubicBezTo>
                  <a:cubicBezTo>
                    <a:pt x="1969" y="77"/>
                    <a:pt x="1801" y="1"/>
                    <a:pt x="162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6"/>
            <p:cNvSpPr/>
            <p:nvPr/>
          </p:nvSpPr>
          <p:spPr>
            <a:xfrm>
              <a:off x="7071690" y="2808431"/>
              <a:ext cx="94835" cy="79474"/>
            </a:xfrm>
            <a:custGeom>
              <a:avLst/>
              <a:gdLst/>
              <a:ahLst/>
              <a:cxnLst/>
              <a:rect l="l" t="t" r="r" b="b"/>
              <a:pathLst>
                <a:path w="2154" h="1805" extrusionOk="0">
                  <a:moveTo>
                    <a:pt x="1713" y="0"/>
                  </a:moveTo>
                  <a:lnTo>
                    <a:pt x="1713" y="0"/>
                  </a:lnTo>
                  <a:cubicBezTo>
                    <a:pt x="1809" y="240"/>
                    <a:pt x="1732" y="517"/>
                    <a:pt x="1522" y="670"/>
                  </a:cubicBezTo>
                  <a:lnTo>
                    <a:pt x="546" y="1379"/>
                  </a:lnTo>
                  <a:cubicBezTo>
                    <a:pt x="444" y="1450"/>
                    <a:pt x="328" y="1488"/>
                    <a:pt x="211" y="1488"/>
                  </a:cubicBezTo>
                  <a:cubicBezTo>
                    <a:pt x="140" y="1488"/>
                    <a:pt x="69" y="1474"/>
                    <a:pt x="0" y="1446"/>
                  </a:cubicBezTo>
                  <a:lnTo>
                    <a:pt x="0" y="1446"/>
                  </a:lnTo>
                  <a:cubicBezTo>
                    <a:pt x="19" y="1493"/>
                    <a:pt x="38" y="1541"/>
                    <a:pt x="67" y="1580"/>
                  </a:cubicBezTo>
                  <a:cubicBezTo>
                    <a:pt x="181" y="1727"/>
                    <a:pt x="348" y="1804"/>
                    <a:pt x="520" y="1804"/>
                  </a:cubicBezTo>
                  <a:cubicBezTo>
                    <a:pt x="637" y="1804"/>
                    <a:pt x="756" y="1768"/>
                    <a:pt x="861" y="1694"/>
                  </a:cubicBezTo>
                  <a:lnTo>
                    <a:pt x="1838" y="996"/>
                  </a:lnTo>
                  <a:cubicBezTo>
                    <a:pt x="2096" y="804"/>
                    <a:pt x="2153" y="441"/>
                    <a:pt x="1952" y="182"/>
                  </a:cubicBezTo>
                  <a:cubicBezTo>
                    <a:pt x="1895" y="106"/>
                    <a:pt x="1809" y="39"/>
                    <a:pt x="1713"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6"/>
            <p:cNvSpPr/>
            <p:nvPr/>
          </p:nvSpPr>
          <p:spPr>
            <a:xfrm>
              <a:off x="7109157" y="2846299"/>
              <a:ext cx="87703" cy="72605"/>
            </a:xfrm>
            <a:custGeom>
              <a:avLst/>
              <a:gdLst/>
              <a:ahLst/>
              <a:cxnLst/>
              <a:rect l="l" t="t" r="r" b="b"/>
              <a:pathLst>
                <a:path w="1992" h="1649" extrusionOk="0">
                  <a:moveTo>
                    <a:pt x="1340" y="1"/>
                  </a:moveTo>
                  <a:cubicBezTo>
                    <a:pt x="1227" y="1"/>
                    <a:pt x="1114" y="35"/>
                    <a:pt x="1015" y="107"/>
                  </a:cubicBezTo>
                  <a:lnTo>
                    <a:pt x="317" y="614"/>
                  </a:lnTo>
                  <a:cubicBezTo>
                    <a:pt x="58" y="796"/>
                    <a:pt x="1" y="1160"/>
                    <a:pt x="183" y="1409"/>
                  </a:cubicBezTo>
                  <a:cubicBezTo>
                    <a:pt x="299" y="1566"/>
                    <a:pt x="475" y="1648"/>
                    <a:pt x="652" y="1648"/>
                  </a:cubicBezTo>
                  <a:cubicBezTo>
                    <a:pt x="766" y="1648"/>
                    <a:pt x="879" y="1614"/>
                    <a:pt x="977" y="1543"/>
                  </a:cubicBezTo>
                  <a:lnTo>
                    <a:pt x="1676" y="1035"/>
                  </a:lnTo>
                  <a:cubicBezTo>
                    <a:pt x="1944" y="844"/>
                    <a:pt x="1991" y="480"/>
                    <a:pt x="1800" y="231"/>
                  </a:cubicBezTo>
                  <a:cubicBezTo>
                    <a:pt x="1684" y="81"/>
                    <a:pt x="1513" y="1"/>
                    <a:pt x="13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6"/>
            <p:cNvSpPr/>
            <p:nvPr/>
          </p:nvSpPr>
          <p:spPr>
            <a:xfrm>
              <a:off x="7114220" y="2848060"/>
              <a:ext cx="82640" cy="70844"/>
            </a:xfrm>
            <a:custGeom>
              <a:avLst/>
              <a:gdLst/>
              <a:ahLst/>
              <a:cxnLst/>
              <a:rect l="l" t="t" r="r" b="b"/>
              <a:pathLst>
                <a:path w="1877" h="1609" extrusionOk="0">
                  <a:moveTo>
                    <a:pt x="1417" y="0"/>
                  </a:moveTo>
                  <a:cubicBezTo>
                    <a:pt x="1503" y="230"/>
                    <a:pt x="1417" y="498"/>
                    <a:pt x="1216" y="651"/>
                  </a:cubicBezTo>
                  <a:lnTo>
                    <a:pt x="517" y="1148"/>
                  </a:lnTo>
                  <a:cubicBezTo>
                    <a:pt x="419" y="1222"/>
                    <a:pt x="305" y="1261"/>
                    <a:pt x="190" y="1261"/>
                  </a:cubicBezTo>
                  <a:cubicBezTo>
                    <a:pt x="126" y="1261"/>
                    <a:pt x="62" y="1249"/>
                    <a:pt x="1" y="1225"/>
                  </a:cubicBezTo>
                  <a:lnTo>
                    <a:pt x="1" y="1225"/>
                  </a:lnTo>
                  <a:cubicBezTo>
                    <a:pt x="20" y="1273"/>
                    <a:pt x="39" y="1321"/>
                    <a:pt x="68" y="1369"/>
                  </a:cubicBezTo>
                  <a:cubicBezTo>
                    <a:pt x="184" y="1526"/>
                    <a:pt x="360" y="1608"/>
                    <a:pt x="539" y="1608"/>
                  </a:cubicBezTo>
                  <a:cubicBezTo>
                    <a:pt x="654" y="1608"/>
                    <a:pt x="770" y="1574"/>
                    <a:pt x="872" y="1503"/>
                  </a:cubicBezTo>
                  <a:lnTo>
                    <a:pt x="1561" y="995"/>
                  </a:lnTo>
                  <a:cubicBezTo>
                    <a:pt x="1829" y="804"/>
                    <a:pt x="1876" y="440"/>
                    <a:pt x="1685" y="182"/>
                  </a:cubicBezTo>
                  <a:cubicBezTo>
                    <a:pt x="1618" y="96"/>
                    <a:pt x="1522" y="29"/>
                    <a:pt x="1417"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6"/>
            <p:cNvSpPr/>
            <p:nvPr/>
          </p:nvSpPr>
          <p:spPr>
            <a:xfrm>
              <a:off x="7152172" y="2886103"/>
              <a:ext cx="75463" cy="63579"/>
            </a:xfrm>
            <a:custGeom>
              <a:avLst/>
              <a:gdLst/>
              <a:ahLst/>
              <a:cxnLst/>
              <a:rect l="l" t="t" r="r" b="b"/>
              <a:pathLst>
                <a:path w="1714" h="1444" extrusionOk="0">
                  <a:moveTo>
                    <a:pt x="1057" y="0"/>
                  </a:moveTo>
                  <a:cubicBezTo>
                    <a:pt x="942" y="0"/>
                    <a:pt x="826" y="34"/>
                    <a:pt x="727" y="103"/>
                  </a:cubicBezTo>
                  <a:lnTo>
                    <a:pt x="316" y="409"/>
                  </a:lnTo>
                  <a:cubicBezTo>
                    <a:pt x="57" y="600"/>
                    <a:pt x="0" y="954"/>
                    <a:pt x="182" y="1203"/>
                  </a:cubicBezTo>
                  <a:cubicBezTo>
                    <a:pt x="298" y="1360"/>
                    <a:pt x="475" y="1443"/>
                    <a:pt x="651" y="1443"/>
                  </a:cubicBezTo>
                  <a:cubicBezTo>
                    <a:pt x="765" y="1443"/>
                    <a:pt x="879" y="1409"/>
                    <a:pt x="976" y="1337"/>
                  </a:cubicBezTo>
                  <a:lnTo>
                    <a:pt x="1397" y="1031"/>
                  </a:lnTo>
                  <a:cubicBezTo>
                    <a:pt x="1656" y="849"/>
                    <a:pt x="1713" y="485"/>
                    <a:pt x="1512" y="227"/>
                  </a:cubicBezTo>
                  <a:cubicBezTo>
                    <a:pt x="1403" y="77"/>
                    <a:pt x="1231" y="0"/>
                    <a:pt x="105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6"/>
            <p:cNvSpPr/>
            <p:nvPr/>
          </p:nvSpPr>
          <p:spPr>
            <a:xfrm>
              <a:off x="7157191" y="2888085"/>
              <a:ext cx="70444" cy="61642"/>
            </a:xfrm>
            <a:custGeom>
              <a:avLst/>
              <a:gdLst/>
              <a:ahLst/>
              <a:cxnLst/>
              <a:rect l="l" t="t" r="r" b="b"/>
              <a:pathLst>
                <a:path w="1600" h="1400" extrusionOk="0">
                  <a:moveTo>
                    <a:pt x="1149" y="0"/>
                  </a:moveTo>
                  <a:lnTo>
                    <a:pt x="1149" y="0"/>
                  </a:lnTo>
                  <a:cubicBezTo>
                    <a:pt x="1245" y="239"/>
                    <a:pt x="1168" y="517"/>
                    <a:pt x="958" y="661"/>
                  </a:cubicBezTo>
                  <a:lnTo>
                    <a:pt x="537" y="967"/>
                  </a:lnTo>
                  <a:cubicBezTo>
                    <a:pt x="442" y="1038"/>
                    <a:pt x="329" y="1072"/>
                    <a:pt x="213" y="1072"/>
                  </a:cubicBezTo>
                  <a:cubicBezTo>
                    <a:pt x="142" y="1072"/>
                    <a:pt x="70" y="1059"/>
                    <a:pt x="1" y="1034"/>
                  </a:cubicBezTo>
                  <a:lnTo>
                    <a:pt x="1" y="1034"/>
                  </a:lnTo>
                  <a:cubicBezTo>
                    <a:pt x="90" y="1263"/>
                    <a:pt x="311" y="1400"/>
                    <a:pt x="537" y="1400"/>
                  </a:cubicBezTo>
                  <a:cubicBezTo>
                    <a:pt x="650" y="1400"/>
                    <a:pt x="763" y="1366"/>
                    <a:pt x="862" y="1292"/>
                  </a:cubicBezTo>
                  <a:lnTo>
                    <a:pt x="1283" y="986"/>
                  </a:lnTo>
                  <a:cubicBezTo>
                    <a:pt x="1542" y="804"/>
                    <a:pt x="1599" y="431"/>
                    <a:pt x="1398" y="182"/>
                  </a:cubicBezTo>
                  <a:cubicBezTo>
                    <a:pt x="1331" y="96"/>
                    <a:pt x="1255" y="38"/>
                    <a:pt x="1149" y="0"/>
                  </a:cubicBez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6"/>
            <p:cNvSpPr/>
            <p:nvPr/>
          </p:nvSpPr>
          <p:spPr>
            <a:xfrm>
              <a:off x="7160581" y="2636927"/>
              <a:ext cx="108748" cy="167314"/>
            </a:xfrm>
            <a:custGeom>
              <a:avLst/>
              <a:gdLst/>
              <a:ahLst/>
              <a:cxnLst/>
              <a:rect l="l" t="t" r="r" b="b"/>
              <a:pathLst>
                <a:path w="2470" h="3800" extrusionOk="0">
                  <a:moveTo>
                    <a:pt x="527" y="0"/>
                  </a:moveTo>
                  <a:cubicBezTo>
                    <a:pt x="441" y="0"/>
                    <a:pt x="364" y="58"/>
                    <a:pt x="345" y="144"/>
                  </a:cubicBezTo>
                  <a:lnTo>
                    <a:pt x="0" y="1522"/>
                  </a:lnTo>
                  <a:lnTo>
                    <a:pt x="0" y="3034"/>
                  </a:lnTo>
                  <a:cubicBezTo>
                    <a:pt x="0" y="3455"/>
                    <a:pt x="345" y="3800"/>
                    <a:pt x="766" y="3800"/>
                  </a:cubicBezTo>
                  <a:cubicBezTo>
                    <a:pt x="1178" y="3800"/>
                    <a:pt x="1522" y="3455"/>
                    <a:pt x="1522" y="3034"/>
                  </a:cubicBezTo>
                  <a:lnTo>
                    <a:pt x="1522" y="1895"/>
                  </a:lnTo>
                  <a:lnTo>
                    <a:pt x="24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6"/>
            <p:cNvSpPr/>
            <p:nvPr/>
          </p:nvSpPr>
          <p:spPr>
            <a:xfrm>
              <a:off x="7160581" y="2636927"/>
              <a:ext cx="45965" cy="167314"/>
            </a:xfrm>
            <a:custGeom>
              <a:avLst/>
              <a:gdLst/>
              <a:ahLst/>
              <a:cxnLst/>
              <a:rect l="l" t="t" r="r" b="b"/>
              <a:pathLst>
                <a:path w="1044" h="3800" extrusionOk="0">
                  <a:moveTo>
                    <a:pt x="527" y="0"/>
                  </a:moveTo>
                  <a:cubicBezTo>
                    <a:pt x="441" y="0"/>
                    <a:pt x="364" y="58"/>
                    <a:pt x="335" y="144"/>
                  </a:cubicBezTo>
                  <a:lnTo>
                    <a:pt x="0" y="1512"/>
                  </a:lnTo>
                  <a:lnTo>
                    <a:pt x="0" y="3034"/>
                  </a:lnTo>
                  <a:cubicBezTo>
                    <a:pt x="0" y="3455"/>
                    <a:pt x="335" y="3800"/>
                    <a:pt x="756" y="3800"/>
                  </a:cubicBezTo>
                  <a:cubicBezTo>
                    <a:pt x="852" y="3800"/>
                    <a:pt x="948" y="3781"/>
                    <a:pt x="1044" y="3742"/>
                  </a:cubicBezTo>
                  <a:cubicBezTo>
                    <a:pt x="756" y="3627"/>
                    <a:pt x="565" y="3350"/>
                    <a:pt x="565" y="3034"/>
                  </a:cubicBezTo>
                  <a:lnTo>
                    <a:pt x="565" y="1522"/>
                  </a:lnTo>
                  <a:lnTo>
                    <a:pt x="948" y="0"/>
                  </a:lnTo>
                  <a:close/>
                </a:path>
              </a:pathLst>
            </a:custGeom>
            <a:solidFill>
              <a:srgbClr val="151F29">
                <a:alpha val="32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EEBE37F-F646-59D6-39EA-CB1CE24735B1}"/>
              </a:ext>
            </a:extLst>
          </p:cNvPr>
          <p:cNvGraphicFramePr>
            <a:graphicFrameLocks noGrp="1"/>
          </p:cNvGraphicFramePr>
          <p:nvPr>
            <p:extLst>
              <p:ext uri="{D42A27DB-BD31-4B8C-83A1-F6EECF244321}">
                <p14:modId xmlns:p14="http://schemas.microsoft.com/office/powerpoint/2010/main" val="879665410"/>
              </p:ext>
            </p:extLst>
          </p:nvPr>
        </p:nvGraphicFramePr>
        <p:xfrm>
          <a:off x="1139437" y="326127"/>
          <a:ext cx="6032500" cy="772160"/>
        </p:xfrm>
        <a:graphic>
          <a:graphicData uri="http://schemas.openxmlformats.org/drawingml/2006/table">
            <a:tbl>
              <a:tblPr firstRow="1" firstCol="1" bandRow="1"/>
              <a:tblGrid>
                <a:gridCol w="1206500">
                  <a:extLst>
                    <a:ext uri="{9D8B030D-6E8A-4147-A177-3AD203B41FA5}">
                      <a16:colId xmlns:a16="http://schemas.microsoft.com/office/drawing/2014/main" val="2916274465"/>
                    </a:ext>
                  </a:extLst>
                </a:gridCol>
                <a:gridCol w="1206500">
                  <a:extLst>
                    <a:ext uri="{9D8B030D-6E8A-4147-A177-3AD203B41FA5}">
                      <a16:colId xmlns:a16="http://schemas.microsoft.com/office/drawing/2014/main" val="3200239207"/>
                    </a:ext>
                  </a:extLst>
                </a:gridCol>
                <a:gridCol w="1206500">
                  <a:extLst>
                    <a:ext uri="{9D8B030D-6E8A-4147-A177-3AD203B41FA5}">
                      <a16:colId xmlns:a16="http://schemas.microsoft.com/office/drawing/2014/main" val="550733354"/>
                    </a:ext>
                  </a:extLst>
                </a:gridCol>
                <a:gridCol w="1206500">
                  <a:extLst>
                    <a:ext uri="{9D8B030D-6E8A-4147-A177-3AD203B41FA5}">
                      <a16:colId xmlns:a16="http://schemas.microsoft.com/office/drawing/2014/main" val="1890835748"/>
                    </a:ext>
                  </a:extLst>
                </a:gridCol>
                <a:gridCol w="1206500">
                  <a:extLst>
                    <a:ext uri="{9D8B030D-6E8A-4147-A177-3AD203B41FA5}">
                      <a16:colId xmlns:a16="http://schemas.microsoft.com/office/drawing/2014/main" val="3763396748"/>
                    </a:ext>
                  </a:extLst>
                </a:gridCol>
              </a:tblGrid>
              <a:tr h="0">
                <a:tc>
                  <a:txBody>
                    <a:bodyPr/>
                    <a:lstStyle/>
                    <a:p>
                      <a:pPr marL="0" marR="0" algn="ctr">
                        <a:buNone/>
                      </a:pPr>
                      <a:r>
                        <a:rPr lang="en-US" sz="1400" b="1">
                          <a:solidFill>
                            <a:srgbClr val="1F3864"/>
                          </a:solidFill>
                          <a:effectLst/>
                          <a:latin typeface="Arial" panose="020B0604020202020204" pitchFamily="34" charset="0"/>
                          <a:ea typeface="Arial" panose="020B0604020202020204" pitchFamily="34" charset="0"/>
                        </a:rPr>
                        <a:t>EGP 110.9B</a:t>
                      </a:r>
                      <a:endParaRPr lang="en-US" sz="100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a:solidFill>
                            <a:srgbClr val="2E2E2E"/>
                          </a:solidFill>
                          <a:effectLst/>
                          <a:latin typeface="Arial" panose="020B0604020202020204" pitchFamily="34" charset="0"/>
                          <a:ea typeface="Arial" panose="020B0604020202020204" pitchFamily="34" charset="0"/>
                        </a:rPr>
                        <a:t>Total Market MAT 2026</a:t>
                      </a:r>
                      <a:endParaRPr lang="en-US" sz="1000">
                        <a:solidFill>
                          <a:srgbClr val="2E2E2E"/>
                        </a:solidFill>
                        <a:effectLst/>
                        <a:latin typeface="Arial" panose="020B0604020202020204" pitchFamily="34" charset="0"/>
                        <a:ea typeface="Arial" panose="020B0604020202020204" pitchFamily="34" charset="0"/>
                      </a:endParaRPr>
                    </a:p>
                    <a:p>
                      <a:pPr marL="0" marR="0" algn="ctr">
                        <a:buNone/>
                      </a:pPr>
                      <a:r>
                        <a:rPr lang="en-US" sz="800" i="1">
                          <a:solidFill>
                            <a:srgbClr val="1F6B75"/>
                          </a:solidFill>
                          <a:effectLst/>
                          <a:latin typeface="Arial" panose="020B0604020202020204" pitchFamily="34" charset="0"/>
                          <a:ea typeface="Arial" panose="020B0604020202020204" pitchFamily="34" charset="0"/>
                        </a:rPr>
                        <a:t>↑ from 83.7B in 2025</a:t>
                      </a:r>
                      <a:endParaRPr lang="en-US" sz="100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tc>
                  <a:txBody>
                    <a:bodyPr/>
                    <a:lstStyle/>
                    <a:p>
                      <a:pPr marL="0" marR="0" algn="ctr">
                        <a:buNone/>
                      </a:pPr>
                      <a:r>
                        <a:rPr lang="en-US" sz="1400" b="1">
                          <a:solidFill>
                            <a:srgbClr val="1E5C2A"/>
                          </a:solidFill>
                          <a:effectLst/>
                          <a:latin typeface="Arial" panose="020B0604020202020204" pitchFamily="34" charset="0"/>
                          <a:ea typeface="Arial" panose="020B0604020202020204" pitchFamily="34" charset="0"/>
                        </a:rPr>
                        <a:t>+32.4%</a:t>
                      </a:r>
                      <a:endParaRPr lang="en-US" sz="100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a:solidFill>
                            <a:srgbClr val="2E2E2E"/>
                          </a:solidFill>
                          <a:effectLst/>
                          <a:latin typeface="Arial" panose="020B0604020202020204" pitchFamily="34" charset="0"/>
                          <a:ea typeface="Arial" panose="020B0604020202020204" pitchFamily="34" charset="0"/>
                        </a:rPr>
                        <a:t>Value Growth YoY</a:t>
                      </a:r>
                      <a:endParaRPr lang="en-US" sz="1000">
                        <a:solidFill>
                          <a:srgbClr val="2E2E2E"/>
                        </a:solidFill>
                        <a:effectLst/>
                        <a:latin typeface="Arial" panose="020B0604020202020204" pitchFamily="34" charset="0"/>
                        <a:ea typeface="Arial" panose="020B0604020202020204" pitchFamily="34" charset="0"/>
                      </a:endParaRPr>
                    </a:p>
                    <a:p>
                      <a:pPr marL="0" marR="0" algn="ctr">
                        <a:buNone/>
                      </a:pPr>
                      <a:r>
                        <a:rPr lang="en-US" sz="800" i="1">
                          <a:solidFill>
                            <a:srgbClr val="1F6B75"/>
                          </a:solidFill>
                          <a:effectLst/>
                          <a:latin typeface="Arial" panose="020B0604020202020204" pitchFamily="34" charset="0"/>
                          <a:ea typeface="Arial" panose="020B0604020202020204" pitchFamily="34" charset="0"/>
                        </a:rPr>
                        <a:t>Above inflation trajectory</a:t>
                      </a:r>
                      <a:endParaRPr lang="en-US" sz="100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tc>
                  <a:txBody>
                    <a:bodyPr/>
                    <a:lstStyle/>
                    <a:p>
                      <a:pPr marL="0" marR="0" algn="ctr">
                        <a:buNone/>
                      </a:pPr>
                      <a:r>
                        <a:rPr lang="en-US" sz="1400" b="1" dirty="0">
                          <a:solidFill>
                            <a:srgbClr val="1F6B75"/>
                          </a:solidFill>
                          <a:effectLst/>
                          <a:latin typeface="Arial" panose="020B0604020202020204" pitchFamily="34" charset="0"/>
                          <a:ea typeface="Arial" panose="020B0604020202020204" pitchFamily="34" charset="0"/>
                        </a:rPr>
                        <a:t>+4.3%</a:t>
                      </a:r>
                      <a:endParaRPr lang="en-US" sz="1000" dirty="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dirty="0">
                          <a:solidFill>
                            <a:srgbClr val="2E2E2E"/>
                          </a:solidFill>
                          <a:effectLst/>
                          <a:latin typeface="Arial" panose="020B0604020202020204" pitchFamily="34" charset="0"/>
                          <a:ea typeface="Arial" panose="020B0604020202020204" pitchFamily="34" charset="0"/>
                        </a:rPr>
                        <a:t>Units Growth YoY</a:t>
                      </a:r>
                      <a:endParaRPr lang="en-US" sz="1000" dirty="0">
                        <a:solidFill>
                          <a:srgbClr val="2E2E2E"/>
                        </a:solidFill>
                        <a:effectLst/>
                        <a:latin typeface="Arial" panose="020B0604020202020204" pitchFamily="34" charset="0"/>
                        <a:ea typeface="Arial" panose="020B0604020202020204" pitchFamily="34" charset="0"/>
                      </a:endParaRPr>
                    </a:p>
                    <a:p>
                      <a:pPr marL="0" marR="0" algn="ctr">
                        <a:buNone/>
                      </a:pPr>
                      <a:r>
                        <a:rPr lang="en-US" sz="800" i="1" dirty="0">
                          <a:solidFill>
                            <a:srgbClr val="1F6B75"/>
                          </a:solidFill>
                          <a:effectLst/>
                          <a:latin typeface="Arial" panose="020B0604020202020204" pitchFamily="34" charset="0"/>
                          <a:ea typeface="Arial" panose="020B0604020202020204" pitchFamily="34" charset="0"/>
                        </a:rPr>
                        <a:t>Units: 1.06B → 1.06B</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tc>
                  <a:txBody>
                    <a:bodyPr/>
                    <a:lstStyle/>
                    <a:p>
                      <a:pPr marL="0" marR="0" algn="ctr">
                        <a:buNone/>
                      </a:pPr>
                      <a:r>
                        <a:rPr lang="en-US" sz="1400" b="1">
                          <a:solidFill>
                            <a:srgbClr val="2E75B6"/>
                          </a:solidFill>
                          <a:effectLst/>
                          <a:latin typeface="Arial" panose="020B0604020202020204" pitchFamily="34" charset="0"/>
                          <a:ea typeface="Arial" panose="020B0604020202020204" pitchFamily="34" charset="0"/>
                        </a:rPr>
                        <a:t>30.9%</a:t>
                      </a:r>
                      <a:endParaRPr lang="en-US" sz="100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a:solidFill>
                            <a:srgbClr val="2E2E2E"/>
                          </a:solidFill>
                          <a:effectLst/>
                          <a:latin typeface="Arial" panose="020B0604020202020204" pitchFamily="34" charset="0"/>
                          <a:ea typeface="Arial" panose="020B0604020202020204" pitchFamily="34" charset="0"/>
                        </a:rPr>
                        <a:t>4-Year CAGR</a:t>
                      </a:r>
                      <a:endParaRPr lang="en-US" sz="1000">
                        <a:solidFill>
                          <a:srgbClr val="2E2E2E"/>
                        </a:solidFill>
                        <a:effectLst/>
                        <a:latin typeface="Arial" panose="020B0604020202020204" pitchFamily="34" charset="0"/>
                        <a:ea typeface="Arial" panose="020B0604020202020204" pitchFamily="34" charset="0"/>
                      </a:endParaRPr>
                    </a:p>
                    <a:p>
                      <a:pPr marL="0" marR="0" algn="ctr">
                        <a:buNone/>
                      </a:pPr>
                      <a:r>
                        <a:rPr lang="en-US" sz="800" i="1">
                          <a:solidFill>
                            <a:srgbClr val="1F6B75"/>
                          </a:solidFill>
                          <a:effectLst/>
                          <a:latin typeface="Arial" panose="020B0604020202020204" pitchFamily="34" charset="0"/>
                          <a:ea typeface="Arial" panose="020B0604020202020204" pitchFamily="34" charset="0"/>
                        </a:rPr>
                        <a:t>MAT 2022→2026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tc>
                  <a:txBody>
                    <a:bodyPr/>
                    <a:lstStyle/>
                    <a:p>
                      <a:pPr marL="0" marR="0" algn="ctr">
                        <a:buNone/>
                      </a:pPr>
                      <a:r>
                        <a:rPr lang="en-US" sz="1400" b="1" dirty="0">
                          <a:solidFill>
                            <a:srgbClr val="C55A11"/>
                          </a:solidFill>
                          <a:effectLst/>
                          <a:latin typeface="Arial" panose="020B0604020202020204" pitchFamily="34" charset="0"/>
                          <a:ea typeface="Arial" panose="020B0604020202020204" pitchFamily="34" charset="0"/>
                        </a:rPr>
                        <a:t>+181%</a:t>
                      </a:r>
                      <a:endParaRPr lang="en-US" sz="1000" dirty="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dirty="0">
                          <a:solidFill>
                            <a:srgbClr val="2E2E2E"/>
                          </a:solidFill>
                          <a:effectLst/>
                          <a:latin typeface="Arial" panose="020B0604020202020204" pitchFamily="34" charset="0"/>
                          <a:ea typeface="Arial" panose="020B0604020202020204" pitchFamily="34" charset="0"/>
                        </a:rPr>
                        <a:t>Avg Price Inflation</a:t>
                      </a:r>
                      <a:endParaRPr lang="en-US" sz="1000" dirty="0">
                        <a:solidFill>
                          <a:srgbClr val="2E2E2E"/>
                        </a:solidFill>
                        <a:effectLst/>
                        <a:latin typeface="Arial" panose="020B0604020202020204" pitchFamily="34" charset="0"/>
                        <a:ea typeface="Arial" panose="020B0604020202020204" pitchFamily="34" charset="0"/>
                      </a:endParaRPr>
                    </a:p>
                    <a:p>
                      <a:pPr marL="0" marR="0" algn="ctr">
                        <a:buNone/>
                      </a:pPr>
                      <a:r>
                        <a:rPr lang="en-US" sz="800" i="1" dirty="0">
                          <a:solidFill>
                            <a:srgbClr val="1F6B75"/>
                          </a:solidFill>
                          <a:effectLst/>
                          <a:latin typeface="Arial" panose="020B0604020202020204" pitchFamily="34" charset="0"/>
                          <a:ea typeface="Arial" panose="020B0604020202020204" pitchFamily="34" charset="0"/>
                        </a:rPr>
                        <a:t>EGP 37 → EGP 105/unit</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extLst>
                  <a:ext uri="{0D108BD9-81ED-4DB2-BD59-A6C34878D82A}">
                    <a16:rowId xmlns:a16="http://schemas.microsoft.com/office/drawing/2014/main" val="3552108942"/>
                  </a:ext>
                </a:extLst>
              </a:tr>
            </a:tbl>
          </a:graphicData>
        </a:graphic>
      </p:graphicFrame>
      <p:sp>
        <p:nvSpPr>
          <p:cNvPr id="5" name="TextBox 4">
            <a:extLst>
              <a:ext uri="{FF2B5EF4-FFF2-40B4-BE49-F238E27FC236}">
                <a16:creationId xmlns:a16="http://schemas.microsoft.com/office/drawing/2014/main" id="{9C22E976-47EA-FDFD-3595-0542138592C3}"/>
              </a:ext>
            </a:extLst>
          </p:cNvPr>
          <p:cNvSpPr txBox="1"/>
          <p:nvPr/>
        </p:nvSpPr>
        <p:spPr>
          <a:xfrm>
            <a:off x="98502" y="1233361"/>
            <a:ext cx="5623932" cy="261610"/>
          </a:xfrm>
          <a:prstGeom prst="rect">
            <a:avLst/>
          </a:prstGeom>
          <a:noFill/>
        </p:spPr>
        <p:txBody>
          <a:bodyPr wrap="square">
            <a:spAutoFit/>
          </a:bodyPr>
          <a:lstStyle/>
          <a:p>
            <a:pPr marL="0" marR="0">
              <a:spcBef>
                <a:spcPts val="1000"/>
              </a:spcBef>
              <a:spcAft>
                <a:spcPts val="500"/>
              </a:spcAft>
              <a:buNone/>
            </a:pPr>
            <a:r>
              <a:rPr lang="en-US" sz="1100" b="1" dirty="0">
                <a:solidFill>
                  <a:srgbClr val="1F3864"/>
                </a:solidFill>
                <a:effectLst/>
                <a:latin typeface="Arial" panose="020B0604020202020204" pitchFamily="34" charset="0"/>
              </a:rPr>
              <a:t>Market Growth - 2022 to 2026</a:t>
            </a:r>
          </a:p>
        </p:txBody>
      </p:sp>
      <p:graphicFrame>
        <p:nvGraphicFramePr>
          <p:cNvPr id="6" name="Table 5">
            <a:extLst>
              <a:ext uri="{FF2B5EF4-FFF2-40B4-BE49-F238E27FC236}">
                <a16:creationId xmlns:a16="http://schemas.microsoft.com/office/drawing/2014/main" id="{EFC3CCE6-4CC6-1D0F-0454-4BD2B5671D88}"/>
              </a:ext>
            </a:extLst>
          </p:cNvPr>
          <p:cNvGraphicFramePr>
            <a:graphicFrameLocks noGrp="1"/>
          </p:cNvGraphicFramePr>
          <p:nvPr>
            <p:extLst>
              <p:ext uri="{D42A27DB-BD31-4B8C-83A1-F6EECF244321}">
                <p14:modId xmlns:p14="http://schemas.microsoft.com/office/powerpoint/2010/main" val="1357026082"/>
              </p:ext>
            </p:extLst>
          </p:nvPr>
        </p:nvGraphicFramePr>
        <p:xfrm>
          <a:off x="1139437" y="1630045"/>
          <a:ext cx="6989339" cy="1805985"/>
        </p:xfrm>
        <a:graphic>
          <a:graphicData uri="http://schemas.openxmlformats.org/drawingml/2006/table">
            <a:tbl>
              <a:tblPr firstRow="1" firstCol="1" bandRow="1"/>
              <a:tblGrid>
                <a:gridCol w="1471439">
                  <a:extLst>
                    <a:ext uri="{9D8B030D-6E8A-4147-A177-3AD203B41FA5}">
                      <a16:colId xmlns:a16="http://schemas.microsoft.com/office/drawing/2014/main" val="566131532"/>
                    </a:ext>
                  </a:extLst>
                </a:gridCol>
                <a:gridCol w="1545012">
                  <a:extLst>
                    <a:ext uri="{9D8B030D-6E8A-4147-A177-3AD203B41FA5}">
                      <a16:colId xmlns:a16="http://schemas.microsoft.com/office/drawing/2014/main" val="546707575"/>
                    </a:ext>
                  </a:extLst>
                </a:gridCol>
                <a:gridCol w="1177152">
                  <a:extLst>
                    <a:ext uri="{9D8B030D-6E8A-4147-A177-3AD203B41FA5}">
                      <a16:colId xmlns:a16="http://schemas.microsoft.com/office/drawing/2014/main" val="231041552"/>
                    </a:ext>
                  </a:extLst>
                </a:gridCol>
                <a:gridCol w="1397868">
                  <a:extLst>
                    <a:ext uri="{9D8B030D-6E8A-4147-A177-3AD203B41FA5}">
                      <a16:colId xmlns:a16="http://schemas.microsoft.com/office/drawing/2014/main" val="429388461"/>
                    </a:ext>
                  </a:extLst>
                </a:gridCol>
                <a:gridCol w="1397868">
                  <a:extLst>
                    <a:ext uri="{9D8B030D-6E8A-4147-A177-3AD203B41FA5}">
                      <a16:colId xmlns:a16="http://schemas.microsoft.com/office/drawing/2014/main" val="1114537073"/>
                    </a:ext>
                  </a:extLst>
                </a:gridCol>
              </a:tblGrid>
              <a:tr h="331340">
                <a:tc>
                  <a:txBody>
                    <a:bodyPr/>
                    <a:lstStyle/>
                    <a:p>
                      <a:pPr marL="0" marR="0" algn="ctr">
                        <a:buNone/>
                      </a:pPr>
                      <a:r>
                        <a:rPr lang="en-US" sz="850" b="1" dirty="0">
                          <a:solidFill>
                            <a:srgbClr val="FFFFFF"/>
                          </a:solidFill>
                          <a:effectLst/>
                          <a:latin typeface="Arial" panose="020B0604020202020204" pitchFamily="34" charset="0"/>
                          <a:ea typeface="Arial" panose="020B0604020202020204" pitchFamily="34" charset="0"/>
                        </a:rPr>
                        <a:t>Period</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Market Value (EGP)</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YoY 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Volume (Units)</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Avg Price/Unit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2195022515"/>
                  </a:ext>
                </a:extLst>
              </a:tr>
              <a:tr h="294929">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MAT Jan 2022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37.72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Baseline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1.010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EGP 37.33</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142949246"/>
                  </a:ext>
                </a:extLst>
              </a:tr>
              <a:tr h="294929">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MAT Jan 2023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42.44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+12.5%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1.028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41.28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787797337"/>
                  </a:ext>
                </a:extLst>
              </a:tr>
              <a:tr h="294929">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MAT Jan 2024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56.08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+32.2%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1.007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55.66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259641061"/>
                  </a:ext>
                </a:extLst>
              </a:tr>
              <a:tr h="294929">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MAT Jan 2025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83.75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+49.4%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1.013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82.63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66239992"/>
                  </a:ext>
                </a:extLst>
              </a:tr>
              <a:tr h="294929">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MAT Jan 2026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F3864"/>
                          </a:solidFill>
                          <a:effectLst/>
                          <a:latin typeface="Arial" panose="020B0604020202020204" pitchFamily="34" charset="0"/>
                          <a:ea typeface="Arial" panose="020B0604020202020204" pitchFamily="34" charset="0"/>
                        </a:rPr>
                        <a:t>110.91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+32.4%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1.057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dirty="0">
                          <a:solidFill>
                            <a:srgbClr val="2E2E2E"/>
                          </a:solidFill>
                          <a:effectLst/>
                          <a:latin typeface="Arial" panose="020B0604020202020204" pitchFamily="34" charset="0"/>
                          <a:ea typeface="Arial" panose="020B0604020202020204" pitchFamily="34" charset="0"/>
                        </a:rPr>
                        <a:t>EGP 104.91</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519995470"/>
                  </a:ext>
                </a:extLst>
              </a:tr>
            </a:tbl>
          </a:graphicData>
        </a:graphic>
      </p:graphicFrame>
      <p:sp>
        <p:nvSpPr>
          <p:cNvPr id="10" name="TextBox 9">
            <a:extLst>
              <a:ext uri="{FF2B5EF4-FFF2-40B4-BE49-F238E27FC236}">
                <a16:creationId xmlns:a16="http://schemas.microsoft.com/office/drawing/2014/main" id="{D7A65E82-B3A8-65B6-E6B3-375C1B9E2948}"/>
              </a:ext>
            </a:extLst>
          </p:cNvPr>
          <p:cNvSpPr txBox="1"/>
          <p:nvPr/>
        </p:nvSpPr>
        <p:spPr>
          <a:xfrm>
            <a:off x="98502" y="3517725"/>
            <a:ext cx="5623932" cy="261610"/>
          </a:xfrm>
          <a:prstGeom prst="rect">
            <a:avLst/>
          </a:prstGeom>
          <a:noFill/>
        </p:spPr>
        <p:txBody>
          <a:bodyPr wrap="square">
            <a:spAutoFit/>
          </a:bodyPr>
          <a:lstStyle>
            <a:defPPr marR="0" lvl="0" algn="l" rtl="0">
              <a:lnSpc>
                <a:spcPct val="100000"/>
              </a:lnSpc>
              <a:spcBef>
                <a:spcPts val="0"/>
              </a:spcBef>
              <a:spcAft>
                <a:spcPts val="0"/>
              </a:spcAft>
            </a:defPPr>
            <a:lvl1pPr marL="0">
              <a:spcBef>
                <a:spcPts val="1000"/>
              </a:spcBef>
              <a:spcAft>
                <a:spcPts val="500"/>
              </a:spcAft>
              <a:buNone/>
              <a:defRPr sz="1100" b="1">
                <a:solidFill>
                  <a:srgbClr val="1F3864"/>
                </a:solidFill>
                <a:effectLst/>
                <a:latin typeface="Arial" panose="020B0604020202020204" pitchFamily="34" charset="0"/>
              </a:defRPr>
            </a:lvl1pPr>
          </a:lstStyle>
          <a:p>
            <a:r>
              <a:rPr lang="en-US" dirty="0"/>
              <a:t>Pharmacies vs. Stores — Channel </a:t>
            </a:r>
          </a:p>
        </p:txBody>
      </p:sp>
      <p:graphicFrame>
        <p:nvGraphicFramePr>
          <p:cNvPr id="11" name="Table 10">
            <a:extLst>
              <a:ext uri="{FF2B5EF4-FFF2-40B4-BE49-F238E27FC236}">
                <a16:creationId xmlns:a16="http://schemas.microsoft.com/office/drawing/2014/main" id="{3A6611BD-122F-6C7D-068A-25A02DCD341A}"/>
              </a:ext>
            </a:extLst>
          </p:cNvPr>
          <p:cNvGraphicFramePr>
            <a:graphicFrameLocks noGrp="1"/>
          </p:cNvGraphicFramePr>
          <p:nvPr>
            <p:extLst>
              <p:ext uri="{D42A27DB-BD31-4B8C-83A1-F6EECF244321}">
                <p14:modId xmlns:p14="http://schemas.microsoft.com/office/powerpoint/2010/main" val="697239023"/>
              </p:ext>
            </p:extLst>
          </p:nvPr>
        </p:nvGraphicFramePr>
        <p:xfrm>
          <a:off x="1139436" y="3832714"/>
          <a:ext cx="6989339" cy="1236980"/>
        </p:xfrm>
        <a:graphic>
          <a:graphicData uri="http://schemas.openxmlformats.org/drawingml/2006/table">
            <a:tbl>
              <a:tblPr firstRow="1" firstCol="1" bandRow="1"/>
              <a:tblGrid>
                <a:gridCol w="1664128">
                  <a:extLst>
                    <a:ext uri="{9D8B030D-6E8A-4147-A177-3AD203B41FA5}">
                      <a16:colId xmlns:a16="http://schemas.microsoft.com/office/drawing/2014/main" val="2197541092"/>
                    </a:ext>
                  </a:extLst>
                </a:gridCol>
                <a:gridCol w="1331303">
                  <a:extLst>
                    <a:ext uri="{9D8B030D-6E8A-4147-A177-3AD203B41FA5}">
                      <a16:colId xmlns:a16="http://schemas.microsoft.com/office/drawing/2014/main" val="2112898613"/>
                    </a:ext>
                  </a:extLst>
                </a:gridCol>
                <a:gridCol w="998477">
                  <a:extLst>
                    <a:ext uri="{9D8B030D-6E8A-4147-A177-3AD203B41FA5}">
                      <a16:colId xmlns:a16="http://schemas.microsoft.com/office/drawing/2014/main" val="1369133326"/>
                    </a:ext>
                  </a:extLst>
                </a:gridCol>
                <a:gridCol w="998477">
                  <a:extLst>
                    <a:ext uri="{9D8B030D-6E8A-4147-A177-3AD203B41FA5}">
                      <a16:colId xmlns:a16="http://schemas.microsoft.com/office/drawing/2014/main" val="1777298694"/>
                    </a:ext>
                  </a:extLst>
                </a:gridCol>
                <a:gridCol w="1996954">
                  <a:extLst>
                    <a:ext uri="{9D8B030D-6E8A-4147-A177-3AD203B41FA5}">
                      <a16:colId xmlns:a16="http://schemas.microsoft.com/office/drawing/2014/main" val="2393338080"/>
                    </a:ext>
                  </a:extLst>
                </a:gridCol>
              </a:tblGrid>
              <a:tr h="0">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Channel</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MAT 2026 (EGP)</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Market Share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YoY 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Strategic Signal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547689760"/>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PHARMACIES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64.68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58.3%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+24.3%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Slower — channel saturation, OTC price sensitivity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964107349"/>
                  </a:ext>
                </a:extLst>
              </a:tr>
              <a:tr h="0">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STORES (Hospital/Clinic)</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46.22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41.7%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+45.8%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Accelerating — hospital channel is gaining share of wallet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145928941"/>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Total Market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110.91 Billion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75B6"/>
                          </a:solidFill>
                          <a:effectLst/>
                          <a:latin typeface="Arial" panose="020B0604020202020204" pitchFamily="34" charset="0"/>
                          <a:ea typeface="Arial" panose="020B0604020202020204" pitchFamily="34" charset="0"/>
                        </a:rPr>
                        <a:t>+32.4%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Stores growing 1.9x faster than Pharmacies</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673828029"/>
                  </a:ext>
                </a:extLst>
              </a:tr>
            </a:tbl>
          </a:graphicData>
        </a:graphic>
      </p:graphicFrame>
    </p:spTree>
    <p:extLst>
      <p:ext uri="{BB962C8B-B14F-4D97-AF65-F5344CB8AC3E}">
        <p14:creationId xmlns:p14="http://schemas.microsoft.com/office/powerpoint/2010/main" val="3720379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327102" y="2105655"/>
            <a:ext cx="4715223" cy="114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Therapeutic Class Insights</a:t>
            </a:r>
            <a:endParaRPr sz="2400" dirty="0"/>
          </a:p>
        </p:txBody>
      </p:sp>
      <p:sp>
        <p:nvSpPr>
          <p:cNvPr id="632" name="Google Shape;632;p35"/>
          <p:cNvSpPr txBox="1">
            <a:spLocks noGrp="1"/>
          </p:cNvSpPr>
          <p:nvPr>
            <p:ph type="subTitle" idx="1"/>
          </p:nvPr>
        </p:nvSpPr>
        <p:spPr>
          <a:xfrm>
            <a:off x="833328" y="2935478"/>
            <a:ext cx="4556522"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770"/>
              <a:buFont typeface="Arial"/>
              <a:buNone/>
            </a:pPr>
            <a:r>
              <a:rPr lang="en"/>
              <a:t>ATC Class Performance | The Diabetes Mega-Story | Vitamins Boom</a:t>
            </a:r>
            <a:endParaRPr/>
          </a:p>
        </p:txBody>
      </p:sp>
      <p:grpSp>
        <p:nvGrpSpPr>
          <p:cNvPr id="634" name="Google Shape;634;p35"/>
          <p:cNvGrpSpPr/>
          <p:nvPr/>
        </p:nvGrpSpPr>
        <p:grpSpPr>
          <a:xfrm>
            <a:off x="5461950" y="522238"/>
            <a:ext cx="2250830" cy="3661147"/>
            <a:chOff x="5401837" y="470183"/>
            <a:chExt cx="2068777" cy="3107670"/>
          </a:xfrm>
        </p:grpSpPr>
        <p:sp>
          <p:nvSpPr>
            <p:cNvPr id="635" name="Google Shape;635;p35"/>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5"/>
          <p:cNvGrpSpPr/>
          <p:nvPr/>
        </p:nvGrpSpPr>
        <p:grpSpPr>
          <a:xfrm>
            <a:off x="5378976" y="1196470"/>
            <a:ext cx="2416767" cy="3688689"/>
            <a:chOff x="8936226" y="1196470"/>
            <a:chExt cx="2416767" cy="3688689"/>
          </a:xfrm>
        </p:grpSpPr>
        <p:sp>
          <p:nvSpPr>
            <p:cNvPr id="641" name="Google Shape;641;p35"/>
            <p:cNvSpPr/>
            <p:nvPr/>
          </p:nvSpPr>
          <p:spPr>
            <a:xfrm flipH="1">
              <a:off x="9621961" y="1803301"/>
              <a:ext cx="785363" cy="776526"/>
            </a:xfrm>
            <a:custGeom>
              <a:avLst/>
              <a:gdLst/>
              <a:ahLst/>
              <a:cxnLst/>
              <a:rect l="l" t="t" r="r" b="b"/>
              <a:pathLst>
                <a:path w="10043" h="9930" extrusionOk="0">
                  <a:moveTo>
                    <a:pt x="8464" y="0"/>
                  </a:moveTo>
                  <a:cubicBezTo>
                    <a:pt x="8007" y="0"/>
                    <a:pt x="7162" y="139"/>
                    <a:pt x="6427" y="1025"/>
                  </a:cubicBezTo>
                  <a:cubicBezTo>
                    <a:pt x="5358" y="2298"/>
                    <a:pt x="2430" y="5651"/>
                    <a:pt x="2167" y="6031"/>
                  </a:cubicBezTo>
                  <a:cubicBezTo>
                    <a:pt x="1918" y="6412"/>
                    <a:pt x="0" y="9149"/>
                    <a:pt x="1318" y="9852"/>
                  </a:cubicBezTo>
                  <a:cubicBezTo>
                    <a:pt x="1417" y="9905"/>
                    <a:pt x="1531" y="9930"/>
                    <a:pt x="1655" y="9930"/>
                  </a:cubicBezTo>
                  <a:cubicBezTo>
                    <a:pt x="3168" y="9930"/>
                    <a:pt x="6295" y="6265"/>
                    <a:pt x="6295" y="6265"/>
                  </a:cubicBezTo>
                  <a:lnTo>
                    <a:pt x="9809" y="1918"/>
                  </a:lnTo>
                  <a:cubicBezTo>
                    <a:pt x="9955" y="1727"/>
                    <a:pt x="10043" y="1493"/>
                    <a:pt x="10043" y="1259"/>
                  </a:cubicBezTo>
                  <a:cubicBezTo>
                    <a:pt x="10043" y="1039"/>
                    <a:pt x="9955" y="790"/>
                    <a:pt x="9677" y="615"/>
                  </a:cubicBezTo>
                  <a:cubicBezTo>
                    <a:pt x="9208" y="307"/>
                    <a:pt x="8798" y="29"/>
                    <a:pt x="8798" y="29"/>
                  </a:cubicBezTo>
                  <a:cubicBezTo>
                    <a:pt x="8798" y="29"/>
                    <a:pt x="8671" y="0"/>
                    <a:pt x="8464"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flipH="1">
              <a:off x="9719244" y="1815813"/>
              <a:ext cx="99705" cy="194327"/>
            </a:xfrm>
            <a:custGeom>
              <a:avLst/>
              <a:gdLst/>
              <a:ahLst/>
              <a:cxnLst/>
              <a:rect l="l" t="t" r="r" b="b"/>
              <a:pathLst>
                <a:path w="1275" h="2485" extrusionOk="0">
                  <a:moveTo>
                    <a:pt x="1245" y="1"/>
                  </a:moveTo>
                  <a:cubicBezTo>
                    <a:pt x="1245" y="1"/>
                    <a:pt x="1216" y="74"/>
                    <a:pt x="1245" y="206"/>
                  </a:cubicBezTo>
                  <a:cubicBezTo>
                    <a:pt x="1245" y="323"/>
                    <a:pt x="1216" y="513"/>
                    <a:pt x="1216" y="733"/>
                  </a:cubicBezTo>
                  <a:cubicBezTo>
                    <a:pt x="1216" y="967"/>
                    <a:pt x="1201" y="1230"/>
                    <a:pt x="1201" y="1523"/>
                  </a:cubicBezTo>
                  <a:lnTo>
                    <a:pt x="1201" y="1977"/>
                  </a:lnTo>
                  <a:cubicBezTo>
                    <a:pt x="1187" y="2124"/>
                    <a:pt x="1143" y="2299"/>
                    <a:pt x="1026" y="2358"/>
                  </a:cubicBezTo>
                  <a:cubicBezTo>
                    <a:pt x="988" y="2378"/>
                    <a:pt x="949" y="2387"/>
                    <a:pt x="909" y="2387"/>
                  </a:cubicBezTo>
                  <a:cubicBezTo>
                    <a:pt x="808" y="2387"/>
                    <a:pt x="704" y="2329"/>
                    <a:pt x="630" y="2255"/>
                  </a:cubicBezTo>
                  <a:cubicBezTo>
                    <a:pt x="542" y="2138"/>
                    <a:pt x="484" y="1992"/>
                    <a:pt x="455" y="1845"/>
                  </a:cubicBezTo>
                  <a:cubicBezTo>
                    <a:pt x="381" y="1567"/>
                    <a:pt x="367" y="1304"/>
                    <a:pt x="308" y="1084"/>
                  </a:cubicBezTo>
                  <a:cubicBezTo>
                    <a:pt x="250" y="865"/>
                    <a:pt x="191" y="689"/>
                    <a:pt x="118" y="586"/>
                  </a:cubicBezTo>
                  <a:cubicBezTo>
                    <a:pt x="89" y="528"/>
                    <a:pt x="45" y="499"/>
                    <a:pt x="30" y="469"/>
                  </a:cubicBezTo>
                  <a:lnTo>
                    <a:pt x="1" y="440"/>
                  </a:lnTo>
                  <a:lnTo>
                    <a:pt x="1" y="440"/>
                  </a:lnTo>
                  <a:cubicBezTo>
                    <a:pt x="1" y="440"/>
                    <a:pt x="30" y="499"/>
                    <a:pt x="89" y="601"/>
                  </a:cubicBezTo>
                  <a:cubicBezTo>
                    <a:pt x="133" y="718"/>
                    <a:pt x="191" y="879"/>
                    <a:pt x="235" y="1099"/>
                  </a:cubicBezTo>
                  <a:cubicBezTo>
                    <a:pt x="264" y="1318"/>
                    <a:pt x="294" y="1567"/>
                    <a:pt x="367" y="1860"/>
                  </a:cubicBezTo>
                  <a:cubicBezTo>
                    <a:pt x="396" y="2006"/>
                    <a:pt x="455" y="2182"/>
                    <a:pt x="557" y="2299"/>
                  </a:cubicBezTo>
                  <a:cubicBezTo>
                    <a:pt x="643" y="2396"/>
                    <a:pt x="776" y="2485"/>
                    <a:pt x="910" y="2485"/>
                  </a:cubicBezTo>
                  <a:cubicBezTo>
                    <a:pt x="959" y="2485"/>
                    <a:pt x="1008" y="2473"/>
                    <a:pt x="1055" y="2446"/>
                  </a:cubicBezTo>
                  <a:cubicBezTo>
                    <a:pt x="1143" y="2402"/>
                    <a:pt x="1201" y="2328"/>
                    <a:pt x="1245" y="2226"/>
                  </a:cubicBezTo>
                  <a:cubicBezTo>
                    <a:pt x="1260" y="2138"/>
                    <a:pt x="1274" y="2050"/>
                    <a:pt x="1274" y="1977"/>
                  </a:cubicBezTo>
                  <a:lnTo>
                    <a:pt x="1274" y="1523"/>
                  </a:lnTo>
                  <a:lnTo>
                    <a:pt x="1274" y="733"/>
                  </a:lnTo>
                  <a:cubicBezTo>
                    <a:pt x="1260" y="513"/>
                    <a:pt x="1260" y="323"/>
                    <a:pt x="1260" y="206"/>
                  </a:cubicBezTo>
                  <a:cubicBezTo>
                    <a:pt x="1260" y="74"/>
                    <a:pt x="1245" y="1"/>
                    <a:pt x="1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flipH="1">
              <a:off x="9672324" y="1848891"/>
              <a:ext cx="55053" cy="118317"/>
            </a:xfrm>
            <a:custGeom>
              <a:avLst/>
              <a:gdLst/>
              <a:ahLst/>
              <a:cxnLst/>
              <a:rect l="l" t="t" r="r" b="b"/>
              <a:pathLst>
                <a:path w="704" h="1513" extrusionOk="0">
                  <a:moveTo>
                    <a:pt x="685" y="1"/>
                  </a:moveTo>
                  <a:cubicBezTo>
                    <a:pt x="652" y="1"/>
                    <a:pt x="550" y="354"/>
                    <a:pt x="367" y="749"/>
                  </a:cubicBezTo>
                  <a:cubicBezTo>
                    <a:pt x="177" y="1188"/>
                    <a:pt x="1" y="1496"/>
                    <a:pt x="16" y="1510"/>
                  </a:cubicBezTo>
                  <a:cubicBezTo>
                    <a:pt x="16" y="1512"/>
                    <a:pt x="17" y="1512"/>
                    <a:pt x="19" y="1512"/>
                  </a:cubicBezTo>
                  <a:cubicBezTo>
                    <a:pt x="52" y="1512"/>
                    <a:pt x="273" y="1226"/>
                    <a:pt x="455" y="807"/>
                  </a:cubicBezTo>
                  <a:cubicBezTo>
                    <a:pt x="660" y="383"/>
                    <a:pt x="704" y="2"/>
                    <a:pt x="689" y="2"/>
                  </a:cubicBezTo>
                  <a:cubicBezTo>
                    <a:pt x="688" y="1"/>
                    <a:pt x="687"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flipH="1">
              <a:off x="9618523" y="1885645"/>
              <a:ext cx="105414" cy="98297"/>
            </a:xfrm>
            <a:custGeom>
              <a:avLst/>
              <a:gdLst/>
              <a:ahLst/>
              <a:cxnLst/>
              <a:rect l="l" t="t" r="r" b="b"/>
              <a:pathLst>
                <a:path w="1348" h="1257" extrusionOk="0">
                  <a:moveTo>
                    <a:pt x="1317" y="0"/>
                  </a:moveTo>
                  <a:cubicBezTo>
                    <a:pt x="1293" y="0"/>
                    <a:pt x="1004" y="376"/>
                    <a:pt x="660" y="835"/>
                  </a:cubicBezTo>
                  <a:cubicBezTo>
                    <a:pt x="586" y="952"/>
                    <a:pt x="499" y="1084"/>
                    <a:pt x="411" y="1128"/>
                  </a:cubicBezTo>
                  <a:cubicBezTo>
                    <a:pt x="358" y="1163"/>
                    <a:pt x="294" y="1183"/>
                    <a:pt x="235" y="1183"/>
                  </a:cubicBezTo>
                  <a:cubicBezTo>
                    <a:pt x="197" y="1183"/>
                    <a:pt x="162" y="1175"/>
                    <a:pt x="133" y="1157"/>
                  </a:cubicBezTo>
                  <a:cubicBezTo>
                    <a:pt x="74" y="1113"/>
                    <a:pt x="59" y="1026"/>
                    <a:pt x="74" y="982"/>
                  </a:cubicBezTo>
                  <a:cubicBezTo>
                    <a:pt x="103" y="938"/>
                    <a:pt x="118" y="908"/>
                    <a:pt x="118" y="908"/>
                  </a:cubicBezTo>
                  <a:lnTo>
                    <a:pt x="118" y="908"/>
                  </a:lnTo>
                  <a:cubicBezTo>
                    <a:pt x="118" y="908"/>
                    <a:pt x="74" y="908"/>
                    <a:pt x="45" y="967"/>
                  </a:cubicBezTo>
                  <a:cubicBezTo>
                    <a:pt x="30" y="1026"/>
                    <a:pt x="1" y="1113"/>
                    <a:pt x="103" y="1201"/>
                  </a:cubicBezTo>
                  <a:cubicBezTo>
                    <a:pt x="147" y="1238"/>
                    <a:pt x="206" y="1256"/>
                    <a:pt x="270" y="1256"/>
                  </a:cubicBezTo>
                  <a:cubicBezTo>
                    <a:pt x="334" y="1256"/>
                    <a:pt x="403" y="1238"/>
                    <a:pt x="469" y="1201"/>
                  </a:cubicBezTo>
                  <a:cubicBezTo>
                    <a:pt x="586" y="1143"/>
                    <a:pt x="660" y="1011"/>
                    <a:pt x="762" y="894"/>
                  </a:cubicBezTo>
                  <a:cubicBezTo>
                    <a:pt x="1084" y="425"/>
                    <a:pt x="1348" y="15"/>
                    <a:pt x="1318" y="1"/>
                  </a:cubicBezTo>
                  <a:cubicBezTo>
                    <a:pt x="1318" y="1"/>
                    <a:pt x="1318" y="0"/>
                    <a:pt x="1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flipH="1">
              <a:off x="9793768" y="1895889"/>
              <a:ext cx="73273" cy="143419"/>
            </a:xfrm>
            <a:custGeom>
              <a:avLst/>
              <a:gdLst/>
              <a:ahLst/>
              <a:cxnLst/>
              <a:rect l="l" t="t" r="r" b="b"/>
              <a:pathLst>
                <a:path w="937" h="1834" extrusionOk="0">
                  <a:moveTo>
                    <a:pt x="922" y="1"/>
                  </a:moveTo>
                  <a:cubicBezTo>
                    <a:pt x="902" y="1"/>
                    <a:pt x="622" y="174"/>
                    <a:pt x="247" y="427"/>
                  </a:cubicBezTo>
                  <a:lnTo>
                    <a:pt x="247" y="427"/>
                  </a:lnTo>
                  <a:cubicBezTo>
                    <a:pt x="227" y="433"/>
                    <a:pt x="209" y="442"/>
                    <a:pt x="191" y="455"/>
                  </a:cubicBezTo>
                  <a:lnTo>
                    <a:pt x="250" y="529"/>
                  </a:lnTo>
                  <a:cubicBezTo>
                    <a:pt x="253" y="526"/>
                    <a:pt x="256" y="524"/>
                    <a:pt x="259" y="522"/>
                  </a:cubicBezTo>
                  <a:lnTo>
                    <a:pt x="259" y="522"/>
                  </a:lnTo>
                  <a:lnTo>
                    <a:pt x="264" y="529"/>
                  </a:lnTo>
                  <a:cubicBezTo>
                    <a:pt x="277" y="522"/>
                    <a:pt x="294" y="519"/>
                    <a:pt x="314" y="519"/>
                  </a:cubicBezTo>
                  <a:cubicBezTo>
                    <a:pt x="342" y="519"/>
                    <a:pt x="377" y="526"/>
                    <a:pt x="411" y="543"/>
                  </a:cubicBezTo>
                  <a:cubicBezTo>
                    <a:pt x="440" y="587"/>
                    <a:pt x="484" y="646"/>
                    <a:pt x="499" y="719"/>
                  </a:cubicBezTo>
                  <a:cubicBezTo>
                    <a:pt x="557" y="1056"/>
                    <a:pt x="411" y="1378"/>
                    <a:pt x="279" y="1553"/>
                  </a:cubicBezTo>
                  <a:cubicBezTo>
                    <a:pt x="133" y="1744"/>
                    <a:pt x="1" y="1817"/>
                    <a:pt x="30" y="1831"/>
                  </a:cubicBezTo>
                  <a:cubicBezTo>
                    <a:pt x="30" y="1833"/>
                    <a:pt x="31" y="1833"/>
                    <a:pt x="33" y="1833"/>
                  </a:cubicBezTo>
                  <a:cubicBezTo>
                    <a:pt x="54" y="1833"/>
                    <a:pt x="190" y="1756"/>
                    <a:pt x="338" y="1568"/>
                  </a:cubicBezTo>
                  <a:cubicBezTo>
                    <a:pt x="499" y="1392"/>
                    <a:pt x="645" y="1056"/>
                    <a:pt x="587" y="675"/>
                  </a:cubicBezTo>
                  <a:cubicBezTo>
                    <a:pt x="572" y="602"/>
                    <a:pt x="513" y="514"/>
                    <a:pt x="440" y="455"/>
                  </a:cubicBezTo>
                  <a:cubicBezTo>
                    <a:pt x="421" y="448"/>
                    <a:pt x="400" y="440"/>
                    <a:pt x="377" y="434"/>
                  </a:cubicBezTo>
                  <a:lnTo>
                    <a:pt x="377" y="434"/>
                  </a:lnTo>
                  <a:cubicBezTo>
                    <a:pt x="706" y="190"/>
                    <a:pt x="936" y="15"/>
                    <a:pt x="923" y="2"/>
                  </a:cubicBezTo>
                  <a:cubicBezTo>
                    <a:pt x="923" y="1"/>
                    <a:pt x="923"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flipH="1">
              <a:off x="10646536" y="2905683"/>
              <a:ext cx="213017" cy="1979477"/>
            </a:xfrm>
            <a:custGeom>
              <a:avLst/>
              <a:gdLst/>
              <a:ahLst/>
              <a:cxnLst/>
              <a:rect l="l" t="t" r="r" b="b"/>
              <a:pathLst>
                <a:path w="2724" h="25313" extrusionOk="0">
                  <a:moveTo>
                    <a:pt x="2723" y="1"/>
                  </a:moveTo>
                  <a:lnTo>
                    <a:pt x="1860" y="249"/>
                  </a:lnTo>
                  <a:lnTo>
                    <a:pt x="1" y="25312"/>
                  </a:lnTo>
                  <a:lnTo>
                    <a:pt x="528" y="25312"/>
                  </a:lnTo>
                  <a:lnTo>
                    <a:pt x="27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flipH="1">
              <a:off x="10276727" y="2783222"/>
              <a:ext cx="873572" cy="115658"/>
            </a:xfrm>
            <a:custGeom>
              <a:avLst/>
              <a:gdLst/>
              <a:ahLst/>
              <a:cxnLst/>
              <a:rect l="l" t="t" r="r" b="b"/>
              <a:pathLst>
                <a:path w="11171" h="1479" extrusionOk="0">
                  <a:moveTo>
                    <a:pt x="4655" y="0"/>
                  </a:moveTo>
                  <a:cubicBezTo>
                    <a:pt x="0" y="0"/>
                    <a:pt x="220" y="1479"/>
                    <a:pt x="220" y="1479"/>
                  </a:cubicBezTo>
                  <a:lnTo>
                    <a:pt x="10950" y="1479"/>
                  </a:lnTo>
                  <a:cubicBezTo>
                    <a:pt x="11170" y="308"/>
                    <a:pt x="9282" y="0"/>
                    <a:pt x="4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flipH="1">
              <a:off x="10293931" y="2887384"/>
              <a:ext cx="839242" cy="37849"/>
            </a:xfrm>
            <a:custGeom>
              <a:avLst/>
              <a:gdLst/>
              <a:ahLst/>
              <a:cxnLst/>
              <a:rect l="l" t="t" r="r" b="b"/>
              <a:pathLst>
                <a:path w="10732" h="484" extrusionOk="0">
                  <a:moveTo>
                    <a:pt x="1" y="0"/>
                  </a:moveTo>
                  <a:lnTo>
                    <a:pt x="1" y="483"/>
                  </a:lnTo>
                  <a:lnTo>
                    <a:pt x="10731" y="483"/>
                  </a:lnTo>
                  <a:lnTo>
                    <a:pt x="10731" y="14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flipH="1">
              <a:off x="10351175" y="2925155"/>
              <a:ext cx="269086" cy="1949682"/>
            </a:xfrm>
            <a:custGeom>
              <a:avLst/>
              <a:gdLst/>
              <a:ahLst/>
              <a:cxnLst/>
              <a:rect l="l" t="t" r="r" b="b"/>
              <a:pathLst>
                <a:path w="3441" h="24932" extrusionOk="0">
                  <a:moveTo>
                    <a:pt x="0" y="0"/>
                  </a:moveTo>
                  <a:lnTo>
                    <a:pt x="3074" y="24932"/>
                  </a:lnTo>
                  <a:lnTo>
                    <a:pt x="3440" y="24932"/>
                  </a:lnTo>
                  <a:lnTo>
                    <a:pt x="922" y="0"/>
                  </a:lnTo>
                  <a:close/>
                </a:path>
              </a:pathLst>
            </a:custGeom>
            <a:solidFill>
              <a:srgbClr val="7C4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flipH="1">
              <a:off x="10795349" y="2905683"/>
              <a:ext cx="557644" cy="1969154"/>
            </a:xfrm>
            <a:custGeom>
              <a:avLst/>
              <a:gdLst/>
              <a:ahLst/>
              <a:cxnLst/>
              <a:rect l="l" t="t" r="r" b="b"/>
              <a:pathLst>
                <a:path w="7131" h="25181" extrusionOk="0">
                  <a:moveTo>
                    <a:pt x="6237" y="1"/>
                  </a:moveTo>
                  <a:lnTo>
                    <a:pt x="1" y="25181"/>
                  </a:lnTo>
                  <a:lnTo>
                    <a:pt x="411" y="25181"/>
                  </a:lnTo>
                  <a:lnTo>
                    <a:pt x="7130" y="249"/>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flipH="1">
              <a:off x="10522901" y="3686429"/>
              <a:ext cx="488906" cy="36754"/>
            </a:xfrm>
            <a:custGeom>
              <a:avLst/>
              <a:gdLst/>
              <a:ahLst/>
              <a:cxnLst/>
              <a:rect l="l" t="t" r="r" b="b"/>
              <a:pathLst>
                <a:path w="6252" h="470" extrusionOk="0">
                  <a:moveTo>
                    <a:pt x="6193" y="1"/>
                  </a:moveTo>
                  <a:lnTo>
                    <a:pt x="0" y="147"/>
                  </a:lnTo>
                  <a:lnTo>
                    <a:pt x="0" y="469"/>
                  </a:lnTo>
                  <a:lnTo>
                    <a:pt x="6252" y="337"/>
                  </a:lnTo>
                  <a:lnTo>
                    <a:pt x="6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flipH="1">
              <a:off x="10395825" y="4683555"/>
              <a:ext cx="880454" cy="67643"/>
            </a:xfrm>
            <a:custGeom>
              <a:avLst/>
              <a:gdLst/>
              <a:ahLst/>
              <a:cxnLst/>
              <a:rect l="l" t="t" r="r" b="b"/>
              <a:pathLst>
                <a:path w="11259" h="865" extrusionOk="0">
                  <a:moveTo>
                    <a:pt x="89" y="1"/>
                  </a:moveTo>
                  <a:lnTo>
                    <a:pt x="1" y="308"/>
                  </a:lnTo>
                  <a:lnTo>
                    <a:pt x="11259" y="864"/>
                  </a:lnTo>
                  <a:lnTo>
                    <a:pt x="11259" y="425"/>
                  </a:lnTo>
                  <a:lnTo>
                    <a:pt x="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flipH="1">
              <a:off x="9784540" y="4225617"/>
              <a:ext cx="296534" cy="435183"/>
            </a:xfrm>
            <a:custGeom>
              <a:avLst/>
              <a:gdLst/>
              <a:ahLst/>
              <a:cxnLst/>
              <a:rect l="l" t="t" r="r" b="b"/>
              <a:pathLst>
                <a:path w="3792" h="5565" extrusionOk="0">
                  <a:moveTo>
                    <a:pt x="937" y="1"/>
                  </a:moveTo>
                  <a:lnTo>
                    <a:pt x="0" y="1641"/>
                  </a:lnTo>
                  <a:cubicBezTo>
                    <a:pt x="0" y="1641"/>
                    <a:pt x="2782" y="4891"/>
                    <a:pt x="3236" y="5432"/>
                  </a:cubicBezTo>
                  <a:cubicBezTo>
                    <a:pt x="3317" y="5525"/>
                    <a:pt x="3375" y="5564"/>
                    <a:pt x="3416" y="5564"/>
                  </a:cubicBezTo>
                  <a:cubicBezTo>
                    <a:pt x="3624" y="5564"/>
                    <a:pt x="3367" y="4539"/>
                    <a:pt x="3367" y="4539"/>
                  </a:cubicBezTo>
                  <a:lnTo>
                    <a:pt x="3792" y="3324"/>
                  </a:lnTo>
                  <a:lnTo>
                    <a:pt x="9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flipH="1">
              <a:off x="9404408" y="2659588"/>
              <a:ext cx="1304063" cy="1874063"/>
            </a:xfrm>
            <a:custGeom>
              <a:avLst/>
              <a:gdLst/>
              <a:ahLst/>
              <a:cxnLst/>
              <a:rect l="l" t="t" r="r" b="b"/>
              <a:pathLst>
                <a:path w="16676" h="23965" extrusionOk="0">
                  <a:moveTo>
                    <a:pt x="7145" y="0"/>
                  </a:moveTo>
                  <a:lnTo>
                    <a:pt x="1" y="835"/>
                  </a:lnTo>
                  <a:lnTo>
                    <a:pt x="11024" y="10160"/>
                  </a:lnTo>
                  <a:lnTo>
                    <a:pt x="6647" y="22223"/>
                  </a:lnTo>
                  <a:lnTo>
                    <a:pt x="11991" y="23965"/>
                  </a:lnTo>
                  <a:cubicBezTo>
                    <a:pt x="11991" y="23965"/>
                    <a:pt x="16675" y="10160"/>
                    <a:pt x="16675" y="8593"/>
                  </a:cubicBezTo>
                  <a:cubicBezTo>
                    <a:pt x="16661" y="6705"/>
                    <a:pt x="7145" y="0"/>
                    <a:pt x="7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flipH="1">
              <a:off x="9814099" y="4685901"/>
              <a:ext cx="495944" cy="145608"/>
            </a:xfrm>
            <a:custGeom>
              <a:avLst/>
              <a:gdLst/>
              <a:ahLst/>
              <a:cxnLst/>
              <a:rect l="l" t="t" r="r" b="b"/>
              <a:pathLst>
                <a:path w="6342" h="1862" extrusionOk="0">
                  <a:moveTo>
                    <a:pt x="0" y="0"/>
                  </a:moveTo>
                  <a:lnTo>
                    <a:pt x="601" y="1801"/>
                  </a:lnTo>
                  <a:cubicBezTo>
                    <a:pt x="601" y="1801"/>
                    <a:pt x="4146" y="1861"/>
                    <a:pt x="5340" y="1861"/>
                  </a:cubicBezTo>
                  <a:cubicBezTo>
                    <a:pt x="5460" y="1861"/>
                    <a:pt x="5555" y="1861"/>
                    <a:pt x="5622" y="1859"/>
                  </a:cubicBezTo>
                  <a:cubicBezTo>
                    <a:pt x="5630" y="1859"/>
                    <a:pt x="5637" y="1859"/>
                    <a:pt x="5644" y="1859"/>
                  </a:cubicBezTo>
                  <a:cubicBezTo>
                    <a:pt x="6341" y="1859"/>
                    <a:pt x="5036" y="1171"/>
                    <a:pt x="5036" y="1171"/>
                  </a:cubicBezTo>
                  <a:lnTo>
                    <a:pt x="4392" y="59"/>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flipH="1">
              <a:off x="10133700" y="1657927"/>
              <a:ext cx="803661" cy="996424"/>
            </a:xfrm>
            <a:custGeom>
              <a:avLst/>
              <a:gdLst/>
              <a:ahLst/>
              <a:cxnLst/>
              <a:rect l="l" t="t" r="r" b="b"/>
              <a:pathLst>
                <a:path w="10277" h="12742" extrusionOk="0">
                  <a:moveTo>
                    <a:pt x="4954" y="0"/>
                  </a:moveTo>
                  <a:cubicBezTo>
                    <a:pt x="3960" y="0"/>
                    <a:pt x="3002" y="114"/>
                    <a:pt x="2386" y="351"/>
                  </a:cubicBezTo>
                  <a:cubicBezTo>
                    <a:pt x="2386" y="351"/>
                    <a:pt x="220" y="1273"/>
                    <a:pt x="0" y="3220"/>
                  </a:cubicBezTo>
                  <a:lnTo>
                    <a:pt x="0" y="8168"/>
                  </a:lnTo>
                  <a:lnTo>
                    <a:pt x="29" y="10233"/>
                  </a:lnTo>
                  <a:cubicBezTo>
                    <a:pt x="29" y="10233"/>
                    <a:pt x="5271" y="12742"/>
                    <a:pt x="8414" y="12742"/>
                  </a:cubicBezTo>
                  <a:cubicBezTo>
                    <a:pt x="9209" y="12742"/>
                    <a:pt x="9869" y="12581"/>
                    <a:pt x="10277" y="12180"/>
                  </a:cubicBezTo>
                  <a:lnTo>
                    <a:pt x="9867" y="5621"/>
                  </a:lnTo>
                  <a:cubicBezTo>
                    <a:pt x="9838" y="4216"/>
                    <a:pt x="10013" y="1961"/>
                    <a:pt x="8974" y="1024"/>
                  </a:cubicBezTo>
                  <a:cubicBezTo>
                    <a:pt x="8769" y="849"/>
                    <a:pt x="8549" y="658"/>
                    <a:pt x="8315" y="541"/>
                  </a:cubicBezTo>
                  <a:cubicBezTo>
                    <a:pt x="7566" y="187"/>
                    <a:pt x="6230" y="0"/>
                    <a:pt x="49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flipH="1">
              <a:off x="10224100" y="1207809"/>
              <a:ext cx="422515" cy="538642"/>
            </a:xfrm>
            <a:custGeom>
              <a:avLst/>
              <a:gdLst/>
              <a:ahLst/>
              <a:cxnLst/>
              <a:rect l="l" t="t" r="r" b="b"/>
              <a:pathLst>
                <a:path w="5403" h="6888" extrusionOk="0">
                  <a:moveTo>
                    <a:pt x="2796" y="0"/>
                  </a:moveTo>
                  <a:cubicBezTo>
                    <a:pt x="1518" y="0"/>
                    <a:pt x="1450" y="617"/>
                    <a:pt x="1450" y="617"/>
                  </a:cubicBezTo>
                  <a:lnTo>
                    <a:pt x="1450" y="1700"/>
                  </a:lnTo>
                  <a:cubicBezTo>
                    <a:pt x="1450" y="1700"/>
                    <a:pt x="1090" y="1443"/>
                    <a:pt x="746" y="1443"/>
                  </a:cubicBezTo>
                  <a:cubicBezTo>
                    <a:pt x="493" y="1443"/>
                    <a:pt x="248" y="1582"/>
                    <a:pt x="161" y="2066"/>
                  </a:cubicBezTo>
                  <a:cubicBezTo>
                    <a:pt x="0" y="2959"/>
                    <a:pt x="864" y="3120"/>
                    <a:pt x="864" y="3120"/>
                  </a:cubicBezTo>
                  <a:lnTo>
                    <a:pt x="659" y="5682"/>
                  </a:lnTo>
                  <a:cubicBezTo>
                    <a:pt x="630" y="6034"/>
                    <a:pt x="732" y="6370"/>
                    <a:pt x="967" y="6605"/>
                  </a:cubicBezTo>
                  <a:cubicBezTo>
                    <a:pt x="1185" y="6812"/>
                    <a:pt x="1431" y="6888"/>
                    <a:pt x="1674" y="6888"/>
                  </a:cubicBezTo>
                  <a:cubicBezTo>
                    <a:pt x="2051" y="6888"/>
                    <a:pt x="2422" y="6706"/>
                    <a:pt x="2679" y="6546"/>
                  </a:cubicBezTo>
                  <a:cubicBezTo>
                    <a:pt x="2870" y="6414"/>
                    <a:pt x="2987" y="6224"/>
                    <a:pt x="2987" y="5975"/>
                  </a:cubicBezTo>
                  <a:lnTo>
                    <a:pt x="2987" y="5302"/>
                  </a:lnTo>
                  <a:lnTo>
                    <a:pt x="3895" y="5302"/>
                  </a:lnTo>
                  <a:cubicBezTo>
                    <a:pt x="5402" y="5228"/>
                    <a:pt x="5139" y="441"/>
                    <a:pt x="5139" y="441"/>
                  </a:cubicBezTo>
                  <a:cubicBezTo>
                    <a:pt x="5139" y="31"/>
                    <a:pt x="4334" y="31"/>
                    <a:pt x="4334" y="31"/>
                  </a:cubicBezTo>
                  <a:lnTo>
                    <a:pt x="2928" y="2"/>
                  </a:lnTo>
                  <a:cubicBezTo>
                    <a:pt x="2883" y="1"/>
                    <a:pt x="2839" y="0"/>
                    <a:pt x="279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flipH="1">
              <a:off x="10311138" y="1383133"/>
              <a:ext cx="22913" cy="112217"/>
            </a:xfrm>
            <a:custGeom>
              <a:avLst/>
              <a:gdLst/>
              <a:ahLst/>
              <a:cxnLst/>
              <a:rect l="l" t="t" r="r" b="b"/>
              <a:pathLst>
                <a:path w="293" h="1435" extrusionOk="0">
                  <a:moveTo>
                    <a:pt x="234" y="0"/>
                  </a:moveTo>
                  <a:cubicBezTo>
                    <a:pt x="220" y="29"/>
                    <a:pt x="190" y="366"/>
                    <a:pt x="190" y="776"/>
                  </a:cubicBezTo>
                  <a:cubicBezTo>
                    <a:pt x="190" y="996"/>
                    <a:pt x="234" y="1186"/>
                    <a:pt x="176" y="1303"/>
                  </a:cubicBezTo>
                  <a:cubicBezTo>
                    <a:pt x="146" y="1362"/>
                    <a:pt x="103" y="1391"/>
                    <a:pt x="73" y="1391"/>
                  </a:cubicBezTo>
                  <a:cubicBezTo>
                    <a:pt x="29" y="1405"/>
                    <a:pt x="15" y="1405"/>
                    <a:pt x="15" y="1405"/>
                  </a:cubicBezTo>
                  <a:cubicBezTo>
                    <a:pt x="0" y="1405"/>
                    <a:pt x="15" y="1435"/>
                    <a:pt x="73" y="1435"/>
                  </a:cubicBezTo>
                  <a:cubicBezTo>
                    <a:pt x="117" y="1435"/>
                    <a:pt x="176" y="1405"/>
                    <a:pt x="234" y="1347"/>
                  </a:cubicBezTo>
                  <a:cubicBezTo>
                    <a:pt x="264" y="1274"/>
                    <a:pt x="293" y="1171"/>
                    <a:pt x="293" y="1083"/>
                  </a:cubicBezTo>
                  <a:lnTo>
                    <a:pt x="293" y="776"/>
                  </a:lnTo>
                  <a:cubicBezTo>
                    <a:pt x="293" y="351"/>
                    <a:pt x="249"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flipH="1">
              <a:off x="10390120" y="1387669"/>
              <a:ext cx="9228" cy="27526"/>
            </a:xfrm>
            <a:custGeom>
              <a:avLst/>
              <a:gdLst/>
              <a:ahLst/>
              <a:cxnLst/>
              <a:rect l="l" t="t" r="r" b="b"/>
              <a:pathLst>
                <a:path w="118" h="352" extrusionOk="0">
                  <a:moveTo>
                    <a:pt x="59" y="1"/>
                  </a:moveTo>
                  <a:cubicBezTo>
                    <a:pt x="30" y="1"/>
                    <a:pt x="1" y="74"/>
                    <a:pt x="30" y="191"/>
                  </a:cubicBezTo>
                  <a:cubicBezTo>
                    <a:pt x="30" y="279"/>
                    <a:pt x="59" y="352"/>
                    <a:pt x="74" y="352"/>
                  </a:cubicBezTo>
                  <a:cubicBezTo>
                    <a:pt x="103" y="352"/>
                    <a:pt x="118" y="264"/>
                    <a:pt x="118" y="162"/>
                  </a:cubicBezTo>
                  <a:cubicBezTo>
                    <a:pt x="118"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flipH="1">
              <a:off x="10269927" y="1385401"/>
              <a:ext cx="6882" cy="26432"/>
            </a:xfrm>
            <a:custGeom>
              <a:avLst/>
              <a:gdLst/>
              <a:ahLst/>
              <a:cxnLst/>
              <a:rect l="l" t="t" r="r" b="b"/>
              <a:pathLst>
                <a:path w="88" h="338" extrusionOk="0">
                  <a:moveTo>
                    <a:pt x="29" y="0"/>
                  </a:moveTo>
                  <a:cubicBezTo>
                    <a:pt x="15" y="0"/>
                    <a:pt x="0" y="88"/>
                    <a:pt x="0" y="176"/>
                  </a:cubicBezTo>
                  <a:cubicBezTo>
                    <a:pt x="0" y="264"/>
                    <a:pt x="29" y="337"/>
                    <a:pt x="44" y="337"/>
                  </a:cubicBezTo>
                  <a:cubicBezTo>
                    <a:pt x="73" y="337"/>
                    <a:pt x="88" y="249"/>
                    <a:pt x="88" y="161"/>
                  </a:cubicBezTo>
                  <a:cubicBezTo>
                    <a:pt x="88" y="59"/>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flipH="1">
              <a:off x="10410686" y="1581135"/>
              <a:ext cx="66470" cy="119177"/>
            </a:xfrm>
            <a:custGeom>
              <a:avLst/>
              <a:gdLst/>
              <a:ahLst/>
              <a:cxnLst/>
              <a:rect l="l" t="t" r="r" b="b"/>
              <a:pathLst>
                <a:path w="850" h="1524" extrusionOk="0">
                  <a:moveTo>
                    <a:pt x="15" y="1"/>
                  </a:moveTo>
                  <a:lnTo>
                    <a:pt x="15" y="1"/>
                  </a:lnTo>
                  <a:cubicBezTo>
                    <a:pt x="0" y="250"/>
                    <a:pt x="0" y="528"/>
                    <a:pt x="73" y="791"/>
                  </a:cubicBezTo>
                  <a:cubicBezTo>
                    <a:pt x="147" y="1040"/>
                    <a:pt x="308" y="1260"/>
                    <a:pt x="527" y="1406"/>
                  </a:cubicBezTo>
                  <a:cubicBezTo>
                    <a:pt x="600" y="1465"/>
                    <a:pt x="747" y="1523"/>
                    <a:pt x="747" y="1523"/>
                  </a:cubicBezTo>
                  <a:cubicBezTo>
                    <a:pt x="747" y="1494"/>
                    <a:pt x="776" y="1333"/>
                    <a:pt x="805" y="1318"/>
                  </a:cubicBezTo>
                  <a:cubicBezTo>
                    <a:pt x="849" y="1040"/>
                    <a:pt x="835" y="820"/>
                    <a:pt x="805" y="513"/>
                  </a:cubicBezTo>
                  <a:cubicBezTo>
                    <a:pt x="483" y="440"/>
                    <a:pt x="220" y="235"/>
                    <a:pt x="15" y="1"/>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flipH="1">
              <a:off x="10545815" y="1356780"/>
              <a:ext cx="53880" cy="74446"/>
            </a:xfrm>
            <a:custGeom>
              <a:avLst/>
              <a:gdLst/>
              <a:ahLst/>
              <a:cxnLst/>
              <a:rect l="l" t="t" r="r" b="b"/>
              <a:pathLst>
                <a:path w="689" h="952" extrusionOk="0">
                  <a:moveTo>
                    <a:pt x="59" y="0"/>
                  </a:moveTo>
                  <a:cubicBezTo>
                    <a:pt x="59" y="0"/>
                    <a:pt x="132" y="30"/>
                    <a:pt x="220" y="88"/>
                  </a:cubicBezTo>
                  <a:cubicBezTo>
                    <a:pt x="281" y="131"/>
                    <a:pt x="346" y="185"/>
                    <a:pt x="405" y="257"/>
                  </a:cubicBezTo>
                  <a:lnTo>
                    <a:pt x="405" y="257"/>
                  </a:lnTo>
                  <a:cubicBezTo>
                    <a:pt x="392" y="254"/>
                    <a:pt x="380" y="251"/>
                    <a:pt x="367" y="249"/>
                  </a:cubicBezTo>
                  <a:cubicBezTo>
                    <a:pt x="348" y="246"/>
                    <a:pt x="329" y="244"/>
                    <a:pt x="310" y="244"/>
                  </a:cubicBezTo>
                  <a:cubicBezTo>
                    <a:pt x="251" y="244"/>
                    <a:pt x="191" y="260"/>
                    <a:pt x="147" y="293"/>
                  </a:cubicBezTo>
                  <a:cubicBezTo>
                    <a:pt x="103" y="322"/>
                    <a:pt x="59" y="396"/>
                    <a:pt x="45" y="454"/>
                  </a:cubicBezTo>
                  <a:cubicBezTo>
                    <a:pt x="1" y="586"/>
                    <a:pt x="45" y="688"/>
                    <a:pt x="103" y="762"/>
                  </a:cubicBezTo>
                  <a:cubicBezTo>
                    <a:pt x="206" y="923"/>
                    <a:pt x="323" y="952"/>
                    <a:pt x="323" y="952"/>
                  </a:cubicBezTo>
                  <a:cubicBezTo>
                    <a:pt x="337" y="923"/>
                    <a:pt x="250" y="879"/>
                    <a:pt x="132" y="703"/>
                  </a:cubicBezTo>
                  <a:cubicBezTo>
                    <a:pt x="103" y="630"/>
                    <a:pt x="74" y="542"/>
                    <a:pt x="118" y="454"/>
                  </a:cubicBezTo>
                  <a:cubicBezTo>
                    <a:pt x="130" y="380"/>
                    <a:pt x="195" y="316"/>
                    <a:pt x="286" y="316"/>
                  </a:cubicBezTo>
                  <a:cubicBezTo>
                    <a:pt x="302" y="316"/>
                    <a:pt x="319" y="318"/>
                    <a:pt x="337" y="322"/>
                  </a:cubicBezTo>
                  <a:cubicBezTo>
                    <a:pt x="393" y="334"/>
                    <a:pt x="449" y="370"/>
                    <a:pt x="498" y="407"/>
                  </a:cubicBezTo>
                  <a:lnTo>
                    <a:pt x="498" y="407"/>
                  </a:lnTo>
                  <a:cubicBezTo>
                    <a:pt x="503" y="417"/>
                    <a:pt x="508" y="428"/>
                    <a:pt x="513" y="440"/>
                  </a:cubicBezTo>
                  <a:lnTo>
                    <a:pt x="527" y="428"/>
                  </a:lnTo>
                  <a:lnTo>
                    <a:pt x="527" y="428"/>
                  </a:lnTo>
                  <a:cubicBezTo>
                    <a:pt x="532" y="432"/>
                    <a:pt x="537" y="436"/>
                    <a:pt x="542" y="440"/>
                  </a:cubicBezTo>
                  <a:lnTo>
                    <a:pt x="689" y="542"/>
                  </a:lnTo>
                  <a:lnTo>
                    <a:pt x="616" y="381"/>
                  </a:lnTo>
                  <a:cubicBezTo>
                    <a:pt x="513" y="191"/>
                    <a:pt x="367" y="88"/>
                    <a:pt x="264" y="30"/>
                  </a:cubicBezTo>
                  <a:cubicBezTo>
                    <a:pt x="132" y="0"/>
                    <a:pt x="59"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flipH="1">
              <a:off x="10337413" y="1536014"/>
              <a:ext cx="42463" cy="9931"/>
            </a:xfrm>
            <a:custGeom>
              <a:avLst/>
              <a:gdLst/>
              <a:ahLst/>
              <a:cxnLst/>
              <a:rect l="l" t="t" r="r" b="b"/>
              <a:pathLst>
                <a:path w="543" h="127" extrusionOk="0">
                  <a:moveTo>
                    <a:pt x="35" y="1"/>
                  </a:moveTo>
                  <a:cubicBezTo>
                    <a:pt x="17" y="1"/>
                    <a:pt x="5" y="2"/>
                    <a:pt x="0" y="7"/>
                  </a:cubicBezTo>
                  <a:cubicBezTo>
                    <a:pt x="0" y="21"/>
                    <a:pt x="103" y="95"/>
                    <a:pt x="264" y="124"/>
                  </a:cubicBezTo>
                  <a:cubicBezTo>
                    <a:pt x="280" y="125"/>
                    <a:pt x="296" y="126"/>
                    <a:pt x="311" y="126"/>
                  </a:cubicBezTo>
                  <a:cubicBezTo>
                    <a:pt x="438" y="126"/>
                    <a:pt x="542" y="78"/>
                    <a:pt x="542" y="65"/>
                  </a:cubicBezTo>
                  <a:cubicBezTo>
                    <a:pt x="527" y="51"/>
                    <a:pt x="410" y="51"/>
                    <a:pt x="264" y="21"/>
                  </a:cubicBezTo>
                  <a:cubicBezTo>
                    <a:pt x="160" y="11"/>
                    <a:pt x="79"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flipH="1">
              <a:off x="10234423" y="1196470"/>
              <a:ext cx="321793" cy="145687"/>
            </a:xfrm>
            <a:custGeom>
              <a:avLst/>
              <a:gdLst/>
              <a:ahLst/>
              <a:cxnLst/>
              <a:rect l="l" t="t" r="r" b="b"/>
              <a:pathLst>
                <a:path w="4115" h="1863" extrusionOk="0">
                  <a:moveTo>
                    <a:pt x="1216" y="1"/>
                  </a:moveTo>
                  <a:cubicBezTo>
                    <a:pt x="923" y="1"/>
                    <a:pt x="587" y="15"/>
                    <a:pt x="367" y="235"/>
                  </a:cubicBezTo>
                  <a:cubicBezTo>
                    <a:pt x="118" y="469"/>
                    <a:pt x="74" y="835"/>
                    <a:pt x="89" y="1172"/>
                  </a:cubicBezTo>
                  <a:cubicBezTo>
                    <a:pt x="89" y="1348"/>
                    <a:pt x="1" y="1655"/>
                    <a:pt x="147" y="1787"/>
                  </a:cubicBezTo>
                  <a:cubicBezTo>
                    <a:pt x="178" y="1812"/>
                    <a:pt x="233" y="1820"/>
                    <a:pt x="296" y="1820"/>
                  </a:cubicBezTo>
                  <a:cubicBezTo>
                    <a:pt x="397" y="1820"/>
                    <a:pt x="521" y="1799"/>
                    <a:pt x="596" y="1799"/>
                  </a:cubicBezTo>
                  <a:cubicBezTo>
                    <a:pt x="609" y="1799"/>
                    <a:pt x="621" y="1800"/>
                    <a:pt x="630" y="1801"/>
                  </a:cubicBezTo>
                  <a:cubicBezTo>
                    <a:pt x="796" y="1835"/>
                    <a:pt x="971" y="1863"/>
                    <a:pt x="1139" y="1863"/>
                  </a:cubicBezTo>
                  <a:cubicBezTo>
                    <a:pt x="1268" y="1863"/>
                    <a:pt x="1394" y="1846"/>
                    <a:pt x="1509" y="1801"/>
                  </a:cubicBezTo>
                  <a:cubicBezTo>
                    <a:pt x="1792" y="1731"/>
                    <a:pt x="2048" y="1510"/>
                    <a:pt x="2091" y="1230"/>
                  </a:cubicBezTo>
                  <a:lnTo>
                    <a:pt x="2091" y="1230"/>
                  </a:lnTo>
                  <a:cubicBezTo>
                    <a:pt x="2065" y="1440"/>
                    <a:pt x="2068" y="1649"/>
                    <a:pt x="2124" y="1845"/>
                  </a:cubicBezTo>
                  <a:cubicBezTo>
                    <a:pt x="2266" y="1638"/>
                    <a:pt x="2397" y="1420"/>
                    <a:pt x="2537" y="1210"/>
                  </a:cubicBezTo>
                  <a:lnTo>
                    <a:pt x="2537" y="1210"/>
                  </a:lnTo>
                  <a:cubicBezTo>
                    <a:pt x="2462" y="1365"/>
                    <a:pt x="2513" y="1561"/>
                    <a:pt x="2636" y="1684"/>
                  </a:cubicBezTo>
                  <a:cubicBezTo>
                    <a:pt x="2755" y="1790"/>
                    <a:pt x="2932" y="1848"/>
                    <a:pt x="3116" y="1848"/>
                  </a:cubicBezTo>
                  <a:cubicBezTo>
                    <a:pt x="3136" y="1848"/>
                    <a:pt x="3157" y="1847"/>
                    <a:pt x="3178" y="1845"/>
                  </a:cubicBezTo>
                  <a:cubicBezTo>
                    <a:pt x="3383" y="1831"/>
                    <a:pt x="3939" y="1684"/>
                    <a:pt x="4115" y="1611"/>
                  </a:cubicBezTo>
                  <a:lnTo>
                    <a:pt x="4115" y="879"/>
                  </a:lnTo>
                  <a:cubicBezTo>
                    <a:pt x="4115" y="528"/>
                    <a:pt x="3880" y="235"/>
                    <a:pt x="3544" y="162"/>
                  </a:cubicBezTo>
                  <a:cubicBezTo>
                    <a:pt x="3441" y="118"/>
                    <a:pt x="3324" y="118"/>
                    <a:pt x="3222" y="103"/>
                  </a:cubicBezTo>
                  <a:cubicBezTo>
                    <a:pt x="2563" y="30"/>
                    <a:pt x="1904" y="1"/>
                    <a:pt x="1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flipH="1">
              <a:off x="9995679" y="2350230"/>
              <a:ext cx="274326" cy="332585"/>
            </a:xfrm>
            <a:custGeom>
              <a:avLst/>
              <a:gdLst/>
              <a:ahLst/>
              <a:cxnLst/>
              <a:rect l="l" t="t" r="r" b="b"/>
              <a:pathLst>
                <a:path w="3508" h="4253" extrusionOk="0">
                  <a:moveTo>
                    <a:pt x="1627" y="1"/>
                  </a:moveTo>
                  <a:cubicBezTo>
                    <a:pt x="1421" y="1"/>
                    <a:pt x="1" y="1365"/>
                    <a:pt x="1" y="1365"/>
                  </a:cubicBezTo>
                  <a:cubicBezTo>
                    <a:pt x="1" y="1365"/>
                    <a:pt x="57" y="4252"/>
                    <a:pt x="584" y="4252"/>
                  </a:cubicBezTo>
                  <a:cubicBezTo>
                    <a:pt x="595" y="4252"/>
                    <a:pt x="605" y="4251"/>
                    <a:pt x="616" y="4249"/>
                  </a:cubicBezTo>
                  <a:cubicBezTo>
                    <a:pt x="616" y="4249"/>
                    <a:pt x="2753" y="3517"/>
                    <a:pt x="2899" y="3327"/>
                  </a:cubicBezTo>
                  <a:cubicBezTo>
                    <a:pt x="3028" y="3147"/>
                    <a:pt x="2248" y="3136"/>
                    <a:pt x="2051" y="3136"/>
                  </a:cubicBezTo>
                  <a:cubicBezTo>
                    <a:pt x="2023" y="3136"/>
                    <a:pt x="2006" y="3136"/>
                    <a:pt x="2006" y="3136"/>
                  </a:cubicBezTo>
                  <a:cubicBezTo>
                    <a:pt x="2006" y="3136"/>
                    <a:pt x="3046" y="2975"/>
                    <a:pt x="3192" y="2770"/>
                  </a:cubicBezTo>
                  <a:cubicBezTo>
                    <a:pt x="3368" y="2565"/>
                    <a:pt x="1860" y="2492"/>
                    <a:pt x="1860" y="2492"/>
                  </a:cubicBezTo>
                  <a:cubicBezTo>
                    <a:pt x="1860" y="2492"/>
                    <a:pt x="3339" y="2492"/>
                    <a:pt x="3339" y="2170"/>
                  </a:cubicBezTo>
                  <a:cubicBezTo>
                    <a:pt x="3339" y="1833"/>
                    <a:pt x="1699" y="1746"/>
                    <a:pt x="1699" y="1746"/>
                  </a:cubicBezTo>
                  <a:cubicBezTo>
                    <a:pt x="1699" y="1746"/>
                    <a:pt x="3397" y="1716"/>
                    <a:pt x="3456" y="1365"/>
                  </a:cubicBezTo>
                  <a:cubicBezTo>
                    <a:pt x="3507" y="1117"/>
                    <a:pt x="2392" y="1080"/>
                    <a:pt x="1731" y="1080"/>
                  </a:cubicBezTo>
                  <a:cubicBezTo>
                    <a:pt x="1456" y="1080"/>
                    <a:pt x="1260" y="1087"/>
                    <a:pt x="1260" y="1087"/>
                  </a:cubicBezTo>
                  <a:cubicBezTo>
                    <a:pt x="1772" y="662"/>
                    <a:pt x="1787" y="106"/>
                    <a:pt x="1640" y="3"/>
                  </a:cubicBezTo>
                  <a:cubicBezTo>
                    <a:pt x="1637" y="2"/>
                    <a:pt x="1632" y="1"/>
                    <a:pt x="1627"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flipH="1">
              <a:off x="10221831" y="1894794"/>
              <a:ext cx="805851" cy="852615"/>
            </a:xfrm>
            <a:custGeom>
              <a:avLst/>
              <a:gdLst/>
              <a:ahLst/>
              <a:cxnLst/>
              <a:rect l="l" t="t" r="r" b="b"/>
              <a:pathLst>
                <a:path w="10305" h="10903" extrusionOk="0">
                  <a:moveTo>
                    <a:pt x="1111" y="1"/>
                  </a:moveTo>
                  <a:cubicBezTo>
                    <a:pt x="1111" y="1"/>
                    <a:pt x="130" y="2709"/>
                    <a:pt x="57" y="7043"/>
                  </a:cubicBezTo>
                  <a:cubicBezTo>
                    <a:pt x="0" y="10403"/>
                    <a:pt x="2392" y="10902"/>
                    <a:pt x="3960" y="10902"/>
                  </a:cubicBezTo>
                  <a:cubicBezTo>
                    <a:pt x="4413" y="10902"/>
                    <a:pt x="4798" y="10860"/>
                    <a:pt x="5034" y="10834"/>
                  </a:cubicBezTo>
                  <a:cubicBezTo>
                    <a:pt x="6103" y="10702"/>
                    <a:pt x="10305" y="10102"/>
                    <a:pt x="10305" y="10102"/>
                  </a:cubicBezTo>
                  <a:lnTo>
                    <a:pt x="9704" y="7174"/>
                  </a:lnTo>
                  <a:cubicBezTo>
                    <a:pt x="9704" y="7174"/>
                    <a:pt x="7128" y="7540"/>
                    <a:pt x="4303" y="7540"/>
                  </a:cubicBezTo>
                  <a:cubicBezTo>
                    <a:pt x="3014" y="7540"/>
                    <a:pt x="4449" y="543"/>
                    <a:pt x="4449" y="543"/>
                  </a:cubicBezTo>
                  <a:lnTo>
                    <a:pt x="1111"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flipH="1">
              <a:off x="9839434" y="2696186"/>
              <a:ext cx="941137" cy="2037814"/>
            </a:xfrm>
            <a:custGeom>
              <a:avLst/>
              <a:gdLst/>
              <a:ahLst/>
              <a:cxnLst/>
              <a:rect l="l" t="t" r="r" b="b"/>
              <a:pathLst>
                <a:path w="12035" h="26059" extrusionOk="0">
                  <a:moveTo>
                    <a:pt x="5739" y="1"/>
                  </a:moveTo>
                  <a:lnTo>
                    <a:pt x="1" y="630"/>
                  </a:lnTo>
                  <a:lnTo>
                    <a:pt x="5285" y="26059"/>
                  </a:lnTo>
                  <a:lnTo>
                    <a:pt x="12034" y="26059"/>
                  </a:lnTo>
                  <a:lnTo>
                    <a:pt x="5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flipH="1">
              <a:off x="10099294" y="2659588"/>
              <a:ext cx="256574" cy="237024"/>
            </a:xfrm>
            <a:custGeom>
              <a:avLst/>
              <a:gdLst/>
              <a:ahLst/>
              <a:cxnLst/>
              <a:rect l="l" t="t" r="r" b="b"/>
              <a:pathLst>
                <a:path w="3281" h="3031" extrusionOk="0">
                  <a:moveTo>
                    <a:pt x="2548" y="0"/>
                  </a:moveTo>
                  <a:lnTo>
                    <a:pt x="1" y="469"/>
                  </a:lnTo>
                  <a:lnTo>
                    <a:pt x="586" y="3030"/>
                  </a:lnTo>
                  <a:lnTo>
                    <a:pt x="3280" y="469"/>
                  </a:lnTo>
                  <a:lnTo>
                    <a:pt x="25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flipH="1">
              <a:off x="10256163" y="2681328"/>
              <a:ext cx="41290" cy="232489"/>
            </a:xfrm>
            <a:custGeom>
              <a:avLst/>
              <a:gdLst/>
              <a:ahLst/>
              <a:cxnLst/>
              <a:rect l="l" t="t" r="r" b="b"/>
              <a:pathLst>
                <a:path w="528" h="2973" extrusionOk="0">
                  <a:moveTo>
                    <a:pt x="15" y="0"/>
                  </a:moveTo>
                  <a:cubicBezTo>
                    <a:pt x="1" y="0"/>
                    <a:pt x="15" y="191"/>
                    <a:pt x="74" y="454"/>
                  </a:cubicBezTo>
                  <a:cubicBezTo>
                    <a:pt x="132" y="732"/>
                    <a:pt x="191" y="1113"/>
                    <a:pt x="279" y="1537"/>
                  </a:cubicBezTo>
                  <a:cubicBezTo>
                    <a:pt x="337" y="1742"/>
                    <a:pt x="366" y="1947"/>
                    <a:pt x="410" y="2123"/>
                  </a:cubicBezTo>
                  <a:cubicBezTo>
                    <a:pt x="440" y="2313"/>
                    <a:pt x="454" y="2474"/>
                    <a:pt x="440" y="2606"/>
                  </a:cubicBezTo>
                  <a:cubicBezTo>
                    <a:pt x="410" y="2752"/>
                    <a:pt x="381" y="2855"/>
                    <a:pt x="337" y="2899"/>
                  </a:cubicBezTo>
                  <a:cubicBezTo>
                    <a:pt x="279" y="2928"/>
                    <a:pt x="220" y="2914"/>
                    <a:pt x="220" y="2928"/>
                  </a:cubicBezTo>
                  <a:cubicBezTo>
                    <a:pt x="220" y="2943"/>
                    <a:pt x="235" y="2943"/>
                    <a:pt x="264" y="2972"/>
                  </a:cubicBezTo>
                  <a:cubicBezTo>
                    <a:pt x="279" y="2972"/>
                    <a:pt x="308" y="2972"/>
                    <a:pt x="352" y="2943"/>
                  </a:cubicBezTo>
                  <a:cubicBezTo>
                    <a:pt x="440" y="2884"/>
                    <a:pt x="454" y="2767"/>
                    <a:pt x="498" y="2635"/>
                  </a:cubicBezTo>
                  <a:cubicBezTo>
                    <a:pt x="528" y="2489"/>
                    <a:pt x="513" y="2313"/>
                    <a:pt x="484" y="2123"/>
                  </a:cubicBezTo>
                  <a:lnTo>
                    <a:pt x="366" y="1523"/>
                  </a:lnTo>
                  <a:cubicBezTo>
                    <a:pt x="293" y="1098"/>
                    <a:pt x="205" y="718"/>
                    <a:pt x="147" y="439"/>
                  </a:cubicBezTo>
                  <a:cubicBezTo>
                    <a:pt x="74" y="161"/>
                    <a:pt x="44" y="0"/>
                    <a:pt x="15"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flipH="1">
              <a:off x="10213779" y="2692745"/>
              <a:ext cx="137476" cy="485466"/>
            </a:xfrm>
            <a:custGeom>
              <a:avLst/>
              <a:gdLst/>
              <a:ahLst/>
              <a:cxnLst/>
              <a:rect l="l" t="t" r="r" b="b"/>
              <a:pathLst>
                <a:path w="1758" h="6208" extrusionOk="0">
                  <a:moveTo>
                    <a:pt x="0" y="1"/>
                  </a:moveTo>
                  <a:cubicBezTo>
                    <a:pt x="0" y="15"/>
                    <a:pt x="15" y="88"/>
                    <a:pt x="44" y="250"/>
                  </a:cubicBezTo>
                  <a:cubicBezTo>
                    <a:pt x="88" y="425"/>
                    <a:pt x="161" y="645"/>
                    <a:pt x="235" y="908"/>
                  </a:cubicBezTo>
                  <a:cubicBezTo>
                    <a:pt x="396" y="1494"/>
                    <a:pt x="615" y="2270"/>
                    <a:pt x="850" y="3104"/>
                  </a:cubicBezTo>
                  <a:cubicBezTo>
                    <a:pt x="1098" y="3953"/>
                    <a:pt x="1318" y="4729"/>
                    <a:pt x="1479" y="5300"/>
                  </a:cubicBezTo>
                  <a:cubicBezTo>
                    <a:pt x="1552" y="5564"/>
                    <a:pt x="1611" y="5783"/>
                    <a:pt x="1655" y="5974"/>
                  </a:cubicBezTo>
                  <a:cubicBezTo>
                    <a:pt x="1699" y="6120"/>
                    <a:pt x="1728" y="6208"/>
                    <a:pt x="1728" y="6208"/>
                  </a:cubicBezTo>
                  <a:cubicBezTo>
                    <a:pt x="1757" y="6208"/>
                    <a:pt x="1728" y="6120"/>
                    <a:pt x="1713" y="5988"/>
                  </a:cubicBezTo>
                  <a:cubicBezTo>
                    <a:pt x="1684" y="5827"/>
                    <a:pt x="1625" y="5608"/>
                    <a:pt x="1552" y="5315"/>
                  </a:cubicBezTo>
                  <a:cubicBezTo>
                    <a:pt x="1406" y="4744"/>
                    <a:pt x="1201" y="3953"/>
                    <a:pt x="967" y="3090"/>
                  </a:cubicBezTo>
                  <a:cubicBezTo>
                    <a:pt x="732" y="2240"/>
                    <a:pt x="484" y="1450"/>
                    <a:pt x="308" y="894"/>
                  </a:cubicBezTo>
                  <a:cubicBezTo>
                    <a:pt x="220" y="630"/>
                    <a:pt x="147" y="381"/>
                    <a:pt x="88" y="235"/>
                  </a:cubicBezTo>
                  <a:cubicBezTo>
                    <a:pt x="30" y="89"/>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5"/>
            <p:cNvSpPr/>
            <p:nvPr/>
          </p:nvSpPr>
          <p:spPr>
            <a:xfrm flipH="1">
              <a:off x="10313404" y="2748814"/>
              <a:ext cx="400775" cy="1977209"/>
            </a:xfrm>
            <a:custGeom>
              <a:avLst/>
              <a:gdLst/>
              <a:ahLst/>
              <a:cxnLst/>
              <a:rect l="l" t="t" r="r" b="b"/>
              <a:pathLst>
                <a:path w="5125" h="25284" extrusionOk="0">
                  <a:moveTo>
                    <a:pt x="1" y="1"/>
                  </a:moveTo>
                  <a:lnTo>
                    <a:pt x="1" y="74"/>
                  </a:lnTo>
                  <a:cubicBezTo>
                    <a:pt x="30" y="118"/>
                    <a:pt x="30" y="191"/>
                    <a:pt x="45" y="264"/>
                  </a:cubicBezTo>
                  <a:cubicBezTo>
                    <a:pt x="74" y="455"/>
                    <a:pt x="118" y="718"/>
                    <a:pt x="176" y="1026"/>
                  </a:cubicBezTo>
                  <a:cubicBezTo>
                    <a:pt x="279" y="1655"/>
                    <a:pt x="440" y="2592"/>
                    <a:pt x="645" y="3749"/>
                  </a:cubicBezTo>
                  <a:cubicBezTo>
                    <a:pt x="1055" y="6047"/>
                    <a:pt x="1655" y="9224"/>
                    <a:pt x="2343" y="12708"/>
                  </a:cubicBezTo>
                  <a:cubicBezTo>
                    <a:pt x="3060" y="16192"/>
                    <a:pt x="3734" y="19354"/>
                    <a:pt x="4246" y="21624"/>
                  </a:cubicBezTo>
                  <a:cubicBezTo>
                    <a:pt x="4510" y="22765"/>
                    <a:pt x="4729" y="23673"/>
                    <a:pt x="4876" y="24317"/>
                  </a:cubicBezTo>
                  <a:cubicBezTo>
                    <a:pt x="4883" y="24344"/>
                    <a:pt x="4891" y="24371"/>
                    <a:pt x="4898" y="24398"/>
                  </a:cubicBezTo>
                  <a:lnTo>
                    <a:pt x="4898" y="24398"/>
                  </a:lnTo>
                  <a:cubicBezTo>
                    <a:pt x="4891" y="24367"/>
                    <a:pt x="4883" y="24335"/>
                    <a:pt x="4876" y="24303"/>
                  </a:cubicBezTo>
                  <a:cubicBezTo>
                    <a:pt x="4744" y="23644"/>
                    <a:pt x="4539" y="22722"/>
                    <a:pt x="4290" y="21594"/>
                  </a:cubicBezTo>
                  <a:cubicBezTo>
                    <a:pt x="3792" y="19296"/>
                    <a:pt x="3119" y="16148"/>
                    <a:pt x="2416" y="12664"/>
                  </a:cubicBezTo>
                  <a:cubicBezTo>
                    <a:pt x="1728" y="9180"/>
                    <a:pt x="1128" y="6003"/>
                    <a:pt x="703" y="3705"/>
                  </a:cubicBezTo>
                  <a:cubicBezTo>
                    <a:pt x="498" y="2563"/>
                    <a:pt x="323" y="1626"/>
                    <a:pt x="206" y="982"/>
                  </a:cubicBezTo>
                  <a:cubicBezTo>
                    <a:pt x="132" y="674"/>
                    <a:pt x="103" y="440"/>
                    <a:pt x="59" y="250"/>
                  </a:cubicBezTo>
                  <a:cubicBezTo>
                    <a:pt x="45" y="177"/>
                    <a:pt x="45" y="118"/>
                    <a:pt x="30" y="74"/>
                  </a:cubicBezTo>
                  <a:cubicBezTo>
                    <a:pt x="1" y="16"/>
                    <a:pt x="1" y="1"/>
                    <a:pt x="1" y="1"/>
                  </a:cubicBezTo>
                  <a:close/>
                  <a:moveTo>
                    <a:pt x="4898" y="24398"/>
                  </a:moveTo>
                  <a:lnTo>
                    <a:pt x="4898" y="24398"/>
                  </a:lnTo>
                  <a:cubicBezTo>
                    <a:pt x="4961" y="24662"/>
                    <a:pt x="5011" y="24877"/>
                    <a:pt x="5037" y="25035"/>
                  </a:cubicBezTo>
                  <a:cubicBezTo>
                    <a:pt x="5051" y="25108"/>
                    <a:pt x="5081" y="25181"/>
                    <a:pt x="5081" y="25210"/>
                  </a:cubicBezTo>
                  <a:cubicBezTo>
                    <a:pt x="5125" y="25254"/>
                    <a:pt x="5125" y="25283"/>
                    <a:pt x="5125" y="25283"/>
                  </a:cubicBezTo>
                  <a:lnTo>
                    <a:pt x="5125" y="25283"/>
                  </a:lnTo>
                  <a:cubicBezTo>
                    <a:pt x="5125" y="25283"/>
                    <a:pt x="5125" y="25269"/>
                    <a:pt x="5110" y="25239"/>
                  </a:cubicBezTo>
                  <a:cubicBezTo>
                    <a:pt x="5095" y="25181"/>
                    <a:pt x="5066" y="25122"/>
                    <a:pt x="5051" y="25049"/>
                  </a:cubicBezTo>
                  <a:cubicBezTo>
                    <a:pt x="5025" y="24902"/>
                    <a:pt x="4974" y="24670"/>
                    <a:pt x="4898" y="2439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flipH="1">
              <a:off x="9904734" y="3923453"/>
              <a:ext cx="128248" cy="596510"/>
            </a:xfrm>
            <a:custGeom>
              <a:avLst/>
              <a:gdLst/>
              <a:ahLst/>
              <a:cxnLst/>
              <a:rect l="l" t="t" r="r" b="b"/>
              <a:pathLst>
                <a:path w="1640" h="7628" extrusionOk="0">
                  <a:moveTo>
                    <a:pt x="30" y="0"/>
                  </a:moveTo>
                  <a:lnTo>
                    <a:pt x="30" y="0"/>
                  </a:lnTo>
                  <a:cubicBezTo>
                    <a:pt x="0" y="15"/>
                    <a:pt x="337" y="1728"/>
                    <a:pt x="776" y="3821"/>
                  </a:cubicBezTo>
                  <a:cubicBezTo>
                    <a:pt x="1215" y="5929"/>
                    <a:pt x="1596" y="7627"/>
                    <a:pt x="1611" y="7627"/>
                  </a:cubicBezTo>
                  <a:cubicBezTo>
                    <a:pt x="1640" y="7627"/>
                    <a:pt x="1303" y="5929"/>
                    <a:pt x="864" y="3806"/>
                  </a:cubicBezTo>
                  <a:cubicBezTo>
                    <a:pt x="425" y="1698"/>
                    <a:pt x="44" y="0"/>
                    <a:pt x="30" y="0"/>
                  </a:cubicBezTo>
                  <a:close/>
                </a:path>
              </a:pathLst>
            </a:custGeom>
            <a:solidFill>
              <a:srgbClr val="2D6A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flipH="1">
              <a:off x="9786807" y="3069433"/>
              <a:ext cx="454577" cy="974294"/>
            </a:xfrm>
            <a:custGeom>
              <a:avLst/>
              <a:gdLst/>
              <a:ahLst/>
              <a:cxnLst/>
              <a:rect l="l" t="t" r="r" b="b"/>
              <a:pathLst>
                <a:path w="5813" h="12459" extrusionOk="0">
                  <a:moveTo>
                    <a:pt x="1" y="0"/>
                  </a:moveTo>
                  <a:lnTo>
                    <a:pt x="103" y="103"/>
                  </a:lnTo>
                  <a:cubicBezTo>
                    <a:pt x="206" y="176"/>
                    <a:pt x="323" y="264"/>
                    <a:pt x="469" y="381"/>
                  </a:cubicBezTo>
                  <a:cubicBezTo>
                    <a:pt x="806" y="615"/>
                    <a:pt x="1260" y="966"/>
                    <a:pt x="1831" y="1391"/>
                  </a:cubicBezTo>
                  <a:cubicBezTo>
                    <a:pt x="2416" y="1801"/>
                    <a:pt x="3090" y="2298"/>
                    <a:pt x="3836" y="2869"/>
                  </a:cubicBezTo>
                  <a:cubicBezTo>
                    <a:pt x="4041" y="3001"/>
                    <a:pt x="4232" y="3148"/>
                    <a:pt x="4422" y="3294"/>
                  </a:cubicBezTo>
                  <a:cubicBezTo>
                    <a:pt x="4612" y="3440"/>
                    <a:pt x="4832" y="3587"/>
                    <a:pt x="5008" y="3748"/>
                  </a:cubicBezTo>
                  <a:cubicBezTo>
                    <a:pt x="5212" y="3909"/>
                    <a:pt x="5403" y="4099"/>
                    <a:pt x="5520" y="4319"/>
                  </a:cubicBezTo>
                  <a:cubicBezTo>
                    <a:pt x="5652" y="4538"/>
                    <a:pt x="5725" y="4787"/>
                    <a:pt x="5725" y="5051"/>
                  </a:cubicBezTo>
                  <a:cubicBezTo>
                    <a:pt x="5725" y="5578"/>
                    <a:pt x="5505" y="6075"/>
                    <a:pt x="5344" y="6544"/>
                  </a:cubicBezTo>
                  <a:cubicBezTo>
                    <a:pt x="5154" y="7042"/>
                    <a:pt x="4993" y="7495"/>
                    <a:pt x="4832" y="7935"/>
                  </a:cubicBezTo>
                  <a:cubicBezTo>
                    <a:pt x="4495" y="8813"/>
                    <a:pt x="4202" y="9604"/>
                    <a:pt x="3968" y="10277"/>
                  </a:cubicBezTo>
                  <a:cubicBezTo>
                    <a:pt x="3734" y="10965"/>
                    <a:pt x="3529" y="11492"/>
                    <a:pt x="3397" y="11873"/>
                  </a:cubicBezTo>
                  <a:cubicBezTo>
                    <a:pt x="3353" y="12063"/>
                    <a:pt x="3295" y="12195"/>
                    <a:pt x="3251" y="12312"/>
                  </a:cubicBezTo>
                  <a:cubicBezTo>
                    <a:pt x="3222" y="12400"/>
                    <a:pt x="3207" y="12458"/>
                    <a:pt x="3207" y="12458"/>
                  </a:cubicBezTo>
                  <a:cubicBezTo>
                    <a:pt x="3222" y="12458"/>
                    <a:pt x="3236" y="12400"/>
                    <a:pt x="3280" y="12312"/>
                  </a:cubicBezTo>
                  <a:cubicBezTo>
                    <a:pt x="3309" y="12224"/>
                    <a:pt x="3368" y="12078"/>
                    <a:pt x="3441" y="11887"/>
                  </a:cubicBezTo>
                  <a:cubicBezTo>
                    <a:pt x="3588" y="11507"/>
                    <a:pt x="3792" y="10980"/>
                    <a:pt x="4041" y="10321"/>
                  </a:cubicBezTo>
                  <a:cubicBezTo>
                    <a:pt x="4305" y="9647"/>
                    <a:pt x="4598" y="8857"/>
                    <a:pt x="4920" y="7979"/>
                  </a:cubicBezTo>
                  <a:cubicBezTo>
                    <a:pt x="5081" y="7525"/>
                    <a:pt x="5256" y="7056"/>
                    <a:pt x="5432" y="6588"/>
                  </a:cubicBezTo>
                  <a:cubicBezTo>
                    <a:pt x="5593" y="6105"/>
                    <a:pt x="5813" y="5622"/>
                    <a:pt x="5813" y="5051"/>
                  </a:cubicBezTo>
                  <a:cubicBezTo>
                    <a:pt x="5813" y="4773"/>
                    <a:pt x="5740" y="4494"/>
                    <a:pt x="5593" y="4260"/>
                  </a:cubicBezTo>
                  <a:cubicBezTo>
                    <a:pt x="5447" y="4041"/>
                    <a:pt x="5271" y="3836"/>
                    <a:pt x="5066" y="3675"/>
                  </a:cubicBezTo>
                  <a:cubicBezTo>
                    <a:pt x="4861" y="3514"/>
                    <a:pt x="4671" y="3367"/>
                    <a:pt x="4466" y="3221"/>
                  </a:cubicBezTo>
                  <a:cubicBezTo>
                    <a:pt x="4261" y="3074"/>
                    <a:pt x="4056" y="2943"/>
                    <a:pt x="3880" y="2796"/>
                  </a:cubicBezTo>
                  <a:cubicBezTo>
                    <a:pt x="3134" y="2255"/>
                    <a:pt x="2446" y="1757"/>
                    <a:pt x="1860" y="1332"/>
                  </a:cubicBezTo>
                  <a:cubicBezTo>
                    <a:pt x="1274" y="908"/>
                    <a:pt x="821" y="586"/>
                    <a:pt x="499" y="351"/>
                  </a:cubicBezTo>
                  <a:cubicBezTo>
                    <a:pt x="352" y="234"/>
                    <a:pt x="220" y="161"/>
                    <a:pt x="133" y="88"/>
                  </a:cubicBezTo>
                  <a:cubicBezTo>
                    <a:pt x="45" y="15"/>
                    <a:pt x="1"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flipH="1">
              <a:off x="8936226" y="2352732"/>
              <a:ext cx="1159706" cy="95091"/>
            </a:xfrm>
            <a:custGeom>
              <a:avLst/>
              <a:gdLst/>
              <a:ahLst/>
              <a:cxnLst/>
              <a:rect l="l" t="t" r="r" b="b"/>
              <a:pathLst>
                <a:path w="14830" h="1216" extrusionOk="0">
                  <a:moveTo>
                    <a:pt x="0" y="1"/>
                  </a:moveTo>
                  <a:lnTo>
                    <a:pt x="0" y="1216"/>
                  </a:lnTo>
                  <a:lnTo>
                    <a:pt x="14830" y="1216"/>
                  </a:lnTo>
                  <a:lnTo>
                    <a:pt x="148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flipH="1">
              <a:off x="9106784" y="2440863"/>
              <a:ext cx="90477" cy="2433975"/>
            </a:xfrm>
            <a:custGeom>
              <a:avLst/>
              <a:gdLst/>
              <a:ahLst/>
              <a:cxnLst/>
              <a:rect l="l" t="t" r="r" b="b"/>
              <a:pathLst>
                <a:path w="1157" h="31125" extrusionOk="0">
                  <a:moveTo>
                    <a:pt x="0" y="1"/>
                  </a:moveTo>
                  <a:lnTo>
                    <a:pt x="0" y="31125"/>
                  </a:lnTo>
                  <a:lnTo>
                    <a:pt x="556" y="31125"/>
                  </a:lnTo>
                  <a:lnTo>
                    <a:pt x="1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flipH="1">
              <a:off x="9817697" y="2432887"/>
              <a:ext cx="90556" cy="2451101"/>
            </a:xfrm>
            <a:custGeom>
              <a:avLst/>
              <a:gdLst/>
              <a:ahLst/>
              <a:cxnLst/>
              <a:rect l="l" t="t" r="r" b="b"/>
              <a:pathLst>
                <a:path w="1158" h="31344" extrusionOk="0">
                  <a:moveTo>
                    <a:pt x="1" y="0"/>
                  </a:moveTo>
                  <a:lnTo>
                    <a:pt x="1" y="31344"/>
                  </a:lnTo>
                  <a:lnTo>
                    <a:pt x="557" y="31344"/>
                  </a:lnTo>
                  <a:lnTo>
                    <a:pt x="1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flipH="1">
              <a:off x="9197181" y="3357912"/>
              <a:ext cx="640067" cy="51534"/>
            </a:xfrm>
            <a:custGeom>
              <a:avLst/>
              <a:gdLst/>
              <a:ahLst/>
              <a:cxnLst/>
              <a:rect l="l" t="t" r="r" b="b"/>
              <a:pathLst>
                <a:path w="8185" h="659" extrusionOk="0">
                  <a:moveTo>
                    <a:pt x="1" y="0"/>
                  </a:moveTo>
                  <a:lnTo>
                    <a:pt x="1" y="659"/>
                  </a:lnTo>
                  <a:lnTo>
                    <a:pt x="8184" y="659"/>
                  </a:lnTo>
                  <a:lnTo>
                    <a:pt x="8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flipH="1">
              <a:off x="10337412" y="1455233"/>
              <a:ext cx="281755" cy="419152"/>
            </a:xfrm>
            <a:custGeom>
              <a:avLst/>
              <a:gdLst/>
              <a:ahLst/>
              <a:cxnLst/>
              <a:rect l="l" t="t" r="r" b="b"/>
              <a:pathLst>
                <a:path w="3603" h="5360" extrusionOk="0">
                  <a:moveTo>
                    <a:pt x="294" y="0"/>
                  </a:moveTo>
                  <a:cubicBezTo>
                    <a:pt x="294" y="0"/>
                    <a:pt x="294" y="30"/>
                    <a:pt x="279" y="103"/>
                  </a:cubicBezTo>
                  <a:cubicBezTo>
                    <a:pt x="250" y="176"/>
                    <a:pt x="235" y="278"/>
                    <a:pt x="220" y="396"/>
                  </a:cubicBezTo>
                  <a:cubicBezTo>
                    <a:pt x="176" y="659"/>
                    <a:pt x="103" y="1040"/>
                    <a:pt x="74" y="1494"/>
                  </a:cubicBezTo>
                  <a:cubicBezTo>
                    <a:pt x="30" y="1977"/>
                    <a:pt x="1" y="2518"/>
                    <a:pt x="74" y="3148"/>
                  </a:cubicBezTo>
                  <a:cubicBezTo>
                    <a:pt x="103" y="3455"/>
                    <a:pt x="162" y="3763"/>
                    <a:pt x="279" y="4099"/>
                  </a:cubicBezTo>
                  <a:cubicBezTo>
                    <a:pt x="367" y="4407"/>
                    <a:pt x="528" y="4744"/>
                    <a:pt x="806" y="4992"/>
                  </a:cubicBezTo>
                  <a:cubicBezTo>
                    <a:pt x="1069" y="5241"/>
                    <a:pt x="1410" y="5360"/>
                    <a:pt x="1731" y="5360"/>
                  </a:cubicBezTo>
                  <a:cubicBezTo>
                    <a:pt x="1749" y="5360"/>
                    <a:pt x="1768" y="5359"/>
                    <a:pt x="1787" y="5358"/>
                  </a:cubicBezTo>
                  <a:cubicBezTo>
                    <a:pt x="2138" y="5344"/>
                    <a:pt x="2446" y="5227"/>
                    <a:pt x="2724" y="5066"/>
                  </a:cubicBezTo>
                  <a:cubicBezTo>
                    <a:pt x="3002" y="4905"/>
                    <a:pt x="3207" y="4656"/>
                    <a:pt x="3324" y="4407"/>
                  </a:cubicBezTo>
                  <a:cubicBezTo>
                    <a:pt x="3456" y="4173"/>
                    <a:pt x="3529" y="3909"/>
                    <a:pt x="3544" y="3675"/>
                  </a:cubicBezTo>
                  <a:cubicBezTo>
                    <a:pt x="3602" y="3192"/>
                    <a:pt x="3514" y="2811"/>
                    <a:pt x="3426" y="2577"/>
                  </a:cubicBezTo>
                  <a:cubicBezTo>
                    <a:pt x="3383" y="2445"/>
                    <a:pt x="3353" y="2357"/>
                    <a:pt x="3309" y="2299"/>
                  </a:cubicBezTo>
                  <a:cubicBezTo>
                    <a:pt x="3280" y="2255"/>
                    <a:pt x="3251" y="2211"/>
                    <a:pt x="3251" y="2211"/>
                  </a:cubicBezTo>
                  <a:lnTo>
                    <a:pt x="3251" y="2211"/>
                  </a:lnTo>
                  <a:cubicBezTo>
                    <a:pt x="3236" y="2211"/>
                    <a:pt x="3309" y="2343"/>
                    <a:pt x="3397" y="2577"/>
                  </a:cubicBezTo>
                  <a:cubicBezTo>
                    <a:pt x="3470" y="2811"/>
                    <a:pt x="3544" y="3206"/>
                    <a:pt x="3485" y="3660"/>
                  </a:cubicBezTo>
                  <a:cubicBezTo>
                    <a:pt x="3441" y="4114"/>
                    <a:pt x="3192" y="4670"/>
                    <a:pt x="2680" y="4992"/>
                  </a:cubicBezTo>
                  <a:cubicBezTo>
                    <a:pt x="2431" y="5153"/>
                    <a:pt x="2124" y="5271"/>
                    <a:pt x="1787" y="5271"/>
                  </a:cubicBezTo>
                  <a:cubicBezTo>
                    <a:pt x="1465" y="5271"/>
                    <a:pt x="1128" y="5153"/>
                    <a:pt x="879" y="4919"/>
                  </a:cubicBezTo>
                  <a:cubicBezTo>
                    <a:pt x="616" y="4685"/>
                    <a:pt x="469" y="4378"/>
                    <a:pt x="367" y="4055"/>
                  </a:cubicBezTo>
                  <a:cubicBezTo>
                    <a:pt x="279" y="3748"/>
                    <a:pt x="206" y="3441"/>
                    <a:pt x="162" y="3133"/>
                  </a:cubicBezTo>
                  <a:cubicBezTo>
                    <a:pt x="89" y="2518"/>
                    <a:pt x="103" y="1962"/>
                    <a:pt x="147" y="1494"/>
                  </a:cubicBezTo>
                  <a:cubicBezTo>
                    <a:pt x="176" y="1040"/>
                    <a:pt x="220" y="659"/>
                    <a:pt x="250" y="396"/>
                  </a:cubicBezTo>
                  <a:cubicBezTo>
                    <a:pt x="279" y="293"/>
                    <a:pt x="279" y="176"/>
                    <a:pt x="294" y="103"/>
                  </a:cubicBezTo>
                  <a:lnTo>
                    <a:pt x="2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flipH="1">
              <a:off x="10073018" y="1863905"/>
              <a:ext cx="389280" cy="504546"/>
            </a:xfrm>
            <a:custGeom>
              <a:avLst/>
              <a:gdLst/>
              <a:ahLst/>
              <a:cxnLst/>
              <a:rect l="l" t="t" r="r" b="b"/>
              <a:pathLst>
                <a:path w="4978" h="6452" extrusionOk="0">
                  <a:moveTo>
                    <a:pt x="516" y="2734"/>
                  </a:moveTo>
                  <a:cubicBezTo>
                    <a:pt x="535" y="2734"/>
                    <a:pt x="553" y="2735"/>
                    <a:pt x="571" y="2738"/>
                  </a:cubicBezTo>
                  <a:cubicBezTo>
                    <a:pt x="626" y="2742"/>
                    <a:pt x="678" y="2757"/>
                    <a:pt x="727" y="2781"/>
                  </a:cubicBezTo>
                  <a:lnTo>
                    <a:pt x="727" y="2781"/>
                  </a:lnTo>
                  <a:cubicBezTo>
                    <a:pt x="729" y="2894"/>
                    <a:pt x="723" y="3010"/>
                    <a:pt x="703" y="3119"/>
                  </a:cubicBezTo>
                  <a:cubicBezTo>
                    <a:pt x="688" y="3192"/>
                    <a:pt x="645" y="3265"/>
                    <a:pt x="586" y="3324"/>
                  </a:cubicBezTo>
                  <a:cubicBezTo>
                    <a:pt x="530" y="3346"/>
                    <a:pt x="474" y="3377"/>
                    <a:pt x="417" y="3377"/>
                  </a:cubicBezTo>
                  <a:cubicBezTo>
                    <a:pt x="400" y="3377"/>
                    <a:pt x="383" y="3375"/>
                    <a:pt x="366" y="3368"/>
                  </a:cubicBezTo>
                  <a:cubicBezTo>
                    <a:pt x="220" y="3338"/>
                    <a:pt x="103" y="3148"/>
                    <a:pt x="147" y="2987"/>
                  </a:cubicBezTo>
                  <a:cubicBezTo>
                    <a:pt x="199" y="2843"/>
                    <a:pt x="358" y="2734"/>
                    <a:pt x="516" y="2734"/>
                  </a:cubicBezTo>
                  <a:close/>
                  <a:moveTo>
                    <a:pt x="147" y="1"/>
                  </a:moveTo>
                  <a:cubicBezTo>
                    <a:pt x="147" y="30"/>
                    <a:pt x="176" y="59"/>
                    <a:pt x="191" y="132"/>
                  </a:cubicBezTo>
                  <a:cubicBezTo>
                    <a:pt x="205" y="206"/>
                    <a:pt x="249" y="323"/>
                    <a:pt x="293" y="469"/>
                  </a:cubicBezTo>
                  <a:cubicBezTo>
                    <a:pt x="396" y="762"/>
                    <a:pt x="513" y="1172"/>
                    <a:pt x="615" y="1728"/>
                  </a:cubicBezTo>
                  <a:cubicBezTo>
                    <a:pt x="659" y="2006"/>
                    <a:pt x="703" y="2299"/>
                    <a:pt x="718" y="2621"/>
                  </a:cubicBezTo>
                  <a:cubicBezTo>
                    <a:pt x="720" y="2647"/>
                    <a:pt x="722" y="2673"/>
                    <a:pt x="724" y="2699"/>
                  </a:cubicBezTo>
                  <a:lnTo>
                    <a:pt x="724" y="2699"/>
                  </a:lnTo>
                  <a:cubicBezTo>
                    <a:pt x="675" y="2680"/>
                    <a:pt x="624" y="2669"/>
                    <a:pt x="571" y="2665"/>
                  </a:cubicBezTo>
                  <a:cubicBezTo>
                    <a:pt x="551" y="2662"/>
                    <a:pt x="529" y="2661"/>
                    <a:pt x="508" y="2661"/>
                  </a:cubicBezTo>
                  <a:cubicBezTo>
                    <a:pt x="320" y="2661"/>
                    <a:pt x="125" y="2775"/>
                    <a:pt x="59" y="2972"/>
                  </a:cubicBezTo>
                  <a:cubicBezTo>
                    <a:pt x="0" y="3192"/>
                    <a:pt x="147" y="3412"/>
                    <a:pt x="352" y="3470"/>
                  </a:cubicBezTo>
                  <a:cubicBezTo>
                    <a:pt x="367" y="3472"/>
                    <a:pt x="382" y="3473"/>
                    <a:pt x="396" y="3473"/>
                  </a:cubicBezTo>
                  <a:cubicBezTo>
                    <a:pt x="495" y="3473"/>
                    <a:pt x="581" y="3431"/>
                    <a:pt x="645" y="3368"/>
                  </a:cubicBezTo>
                  <a:cubicBezTo>
                    <a:pt x="718" y="3295"/>
                    <a:pt x="762" y="3207"/>
                    <a:pt x="776" y="3119"/>
                  </a:cubicBezTo>
                  <a:cubicBezTo>
                    <a:pt x="808" y="3016"/>
                    <a:pt x="814" y="2921"/>
                    <a:pt x="810" y="2830"/>
                  </a:cubicBezTo>
                  <a:lnTo>
                    <a:pt x="810" y="2830"/>
                  </a:lnTo>
                  <a:cubicBezTo>
                    <a:pt x="894" y="2890"/>
                    <a:pt x="963" y="2973"/>
                    <a:pt x="1011" y="3060"/>
                  </a:cubicBezTo>
                  <a:cubicBezTo>
                    <a:pt x="1098" y="3251"/>
                    <a:pt x="1128" y="3441"/>
                    <a:pt x="1098" y="3646"/>
                  </a:cubicBezTo>
                  <a:cubicBezTo>
                    <a:pt x="1069" y="4056"/>
                    <a:pt x="879" y="4451"/>
                    <a:pt x="923" y="4876"/>
                  </a:cubicBezTo>
                  <a:cubicBezTo>
                    <a:pt x="937" y="5300"/>
                    <a:pt x="1142" y="5666"/>
                    <a:pt x="1391" y="5930"/>
                  </a:cubicBezTo>
                  <a:cubicBezTo>
                    <a:pt x="1669" y="6208"/>
                    <a:pt x="2006" y="6398"/>
                    <a:pt x="2328" y="6427"/>
                  </a:cubicBezTo>
                  <a:cubicBezTo>
                    <a:pt x="2424" y="6444"/>
                    <a:pt x="2518" y="6451"/>
                    <a:pt x="2610" y="6451"/>
                  </a:cubicBezTo>
                  <a:cubicBezTo>
                    <a:pt x="2838" y="6451"/>
                    <a:pt x="3052" y="6406"/>
                    <a:pt x="3250" y="6354"/>
                  </a:cubicBezTo>
                  <a:cubicBezTo>
                    <a:pt x="3499" y="6281"/>
                    <a:pt x="3733" y="6193"/>
                    <a:pt x="3953" y="6135"/>
                  </a:cubicBezTo>
                  <a:cubicBezTo>
                    <a:pt x="4173" y="6076"/>
                    <a:pt x="4363" y="6032"/>
                    <a:pt x="4509" y="6003"/>
                  </a:cubicBezTo>
                  <a:cubicBezTo>
                    <a:pt x="4623" y="5992"/>
                    <a:pt x="4717" y="5989"/>
                    <a:pt x="4789" y="5989"/>
                  </a:cubicBezTo>
                  <a:cubicBezTo>
                    <a:pt x="4869" y="5989"/>
                    <a:pt x="4924" y="5993"/>
                    <a:pt x="4953" y="5993"/>
                  </a:cubicBezTo>
                  <a:cubicBezTo>
                    <a:pt x="4970" y="5993"/>
                    <a:pt x="4978" y="5992"/>
                    <a:pt x="4978" y="5988"/>
                  </a:cubicBezTo>
                  <a:cubicBezTo>
                    <a:pt x="4978" y="5988"/>
                    <a:pt x="4865" y="5969"/>
                    <a:pt x="4641" y="5969"/>
                  </a:cubicBezTo>
                  <a:cubicBezTo>
                    <a:pt x="4584" y="5969"/>
                    <a:pt x="4521" y="5971"/>
                    <a:pt x="4451" y="5974"/>
                  </a:cubicBezTo>
                  <a:cubicBezTo>
                    <a:pt x="4304" y="5988"/>
                    <a:pt x="4114" y="6032"/>
                    <a:pt x="3895" y="6076"/>
                  </a:cubicBezTo>
                  <a:cubicBezTo>
                    <a:pt x="3704" y="6135"/>
                    <a:pt x="3455" y="6208"/>
                    <a:pt x="3192" y="6281"/>
                  </a:cubicBezTo>
                  <a:cubicBezTo>
                    <a:pt x="3004" y="6333"/>
                    <a:pt x="2793" y="6378"/>
                    <a:pt x="2576" y="6378"/>
                  </a:cubicBezTo>
                  <a:cubicBezTo>
                    <a:pt x="2489" y="6378"/>
                    <a:pt x="2401" y="6371"/>
                    <a:pt x="2313" y="6354"/>
                  </a:cubicBezTo>
                  <a:cubicBezTo>
                    <a:pt x="1991" y="6296"/>
                    <a:pt x="1684" y="6135"/>
                    <a:pt x="1435" y="5886"/>
                  </a:cubicBezTo>
                  <a:cubicBezTo>
                    <a:pt x="1172" y="5622"/>
                    <a:pt x="996" y="5256"/>
                    <a:pt x="967" y="4876"/>
                  </a:cubicBezTo>
                  <a:cubicBezTo>
                    <a:pt x="952" y="4495"/>
                    <a:pt x="1142" y="4100"/>
                    <a:pt x="1172" y="3661"/>
                  </a:cubicBezTo>
                  <a:cubicBezTo>
                    <a:pt x="1215" y="3441"/>
                    <a:pt x="1186" y="3221"/>
                    <a:pt x="1084" y="3031"/>
                  </a:cubicBezTo>
                  <a:cubicBezTo>
                    <a:pt x="1020" y="2912"/>
                    <a:pt x="922" y="2805"/>
                    <a:pt x="804" y="2738"/>
                  </a:cubicBezTo>
                  <a:lnTo>
                    <a:pt x="804" y="2738"/>
                  </a:lnTo>
                  <a:cubicBezTo>
                    <a:pt x="800" y="2694"/>
                    <a:pt x="795" y="2650"/>
                    <a:pt x="791" y="2606"/>
                  </a:cubicBezTo>
                  <a:cubicBezTo>
                    <a:pt x="776" y="2270"/>
                    <a:pt x="732" y="1977"/>
                    <a:pt x="688" y="1713"/>
                  </a:cubicBezTo>
                  <a:cubicBezTo>
                    <a:pt x="571" y="1172"/>
                    <a:pt x="440" y="733"/>
                    <a:pt x="337" y="440"/>
                  </a:cubicBezTo>
                  <a:cubicBezTo>
                    <a:pt x="279" y="293"/>
                    <a:pt x="249" y="191"/>
                    <a:pt x="205" y="118"/>
                  </a:cubicBezTo>
                  <a:lnTo>
                    <a:pt x="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flipH="1">
              <a:off x="9017477" y="1850142"/>
              <a:ext cx="720144" cy="496961"/>
            </a:xfrm>
            <a:custGeom>
              <a:avLst/>
              <a:gdLst/>
              <a:ahLst/>
              <a:cxnLst/>
              <a:rect l="l" t="t" r="r" b="b"/>
              <a:pathLst>
                <a:path w="9209" h="6355" extrusionOk="0">
                  <a:moveTo>
                    <a:pt x="1025" y="1"/>
                  </a:moveTo>
                  <a:lnTo>
                    <a:pt x="0" y="6355"/>
                  </a:lnTo>
                  <a:lnTo>
                    <a:pt x="7993" y="6355"/>
                  </a:lnTo>
                  <a:lnTo>
                    <a:pt x="9208" y="1026"/>
                  </a:lnTo>
                  <a:lnTo>
                    <a:pt x="10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flipH="1">
              <a:off x="9101072" y="2335606"/>
              <a:ext cx="1029268" cy="34408"/>
            </a:xfrm>
            <a:custGeom>
              <a:avLst/>
              <a:gdLst/>
              <a:ahLst/>
              <a:cxnLst/>
              <a:rect l="l" t="t" r="r" b="b"/>
              <a:pathLst>
                <a:path w="13162" h="440" extrusionOk="0">
                  <a:moveTo>
                    <a:pt x="5008" y="0"/>
                  </a:moveTo>
                  <a:lnTo>
                    <a:pt x="30" y="117"/>
                  </a:lnTo>
                  <a:lnTo>
                    <a:pt x="1" y="308"/>
                  </a:lnTo>
                  <a:lnTo>
                    <a:pt x="13103" y="439"/>
                  </a:lnTo>
                  <a:lnTo>
                    <a:pt x="13162" y="147"/>
                  </a:lnTo>
                  <a:lnTo>
                    <a:pt x="50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5"/>
            <p:cNvSpPr/>
            <p:nvPr/>
          </p:nvSpPr>
          <p:spPr>
            <a:xfrm flipH="1">
              <a:off x="9309399" y="2062924"/>
              <a:ext cx="74525" cy="102364"/>
            </a:xfrm>
            <a:custGeom>
              <a:avLst/>
              <a:gdLst/>
              <a:ahLst/>
              <a:cxnLst/>
              <a:rect l="l" t="t" r="r" b="b"/>
              <a:pathLst>
                <a:path w="953" h="1309" extrusionOk="0">
                  <a:moveTo>
                    <a:pt x="561" y="0"/>
                  </a:moveTo>
                  <a:cubicBezTo>
                    <a:pt x="339" y="0"/>
                    <a:pt x="115" y="228"/>
                    <a:pt x="74" y="574"/>
                  </a:cubicBezTo>
                  <a:cubicBezTo>
                    <a:pt x="1" y="940"/>
                    <a:pt x="118" y="1247"/>
                    <a:pt x="338" y="1306"/>
                  </a:cubicBezTo>
                  <a:cubicBezTo>
                    <a:pt x="349" y="1307"/>
                    <a:pt x="361" y="1308"/>
                    <a:pt x="373" y="1308"/>
                  </a:cubicBezTo>
                  <a:cubicBezTo>
                    <a:pt x="583" y="1308"/>
                    <a:pt x="810" y="1067"/>
                    <a:pt x="879" y="735"/>
                  </a:cubicBezTo>
                  <a:cubicBezTo>
                    <a:pt x="952" y="369"/>
                    <a:pt x="821" y="61"/>
                    <a:pt x="601" y="3"/>
                  </a:cubicBezTo>
                  <a:cubicBezTo>
                    <a:pt x="588" y="1"/>
                    <a:pt x="575" y="0"/>
                    <a:pt x="56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5"/>
            <p:cNvSpPr/>
            <p:nvPr/>
          </p:nvSpPr>
          <p:spPr>
            <a:xfrm flipH="1">
              <a:off x="9291100" y="2037196"/>
              <a:ext cx="113390" cy="153741"/>
            </a:xfrm>
            <a:custGeom>
              <a:avLst/>
              <a:gdLst/>
              <a:ahLst/>
              <a:cxnLst/>
              <a:rect l="l" t="t" r="r" b="b"/>
              <a:pathLst>
                <a:path w="1450" h="1966" extrusionOk="0">
                  <a:moveTo>
                    <a:pt x="838" y="1"/>
                  </a:moveTo>
                  <a:cubicBezTo>
                    <a:pt x="527" y="1"/>
                    <a:pt x="211" y="362"/>
                    <a:pt x="117" y="859"/>
                  </a:cubicBezTo>
                  <a:cubicBezTo>
                    <a:pt x="0" y="1415"/>
                    <a:pt x="205" y="1913"/>
                    <a:pt x="527" y="1957"/>
                  </a:cubicBezTo>
                  <a:cubicBezTo>
                    <a:pt x="554" y="1963"/>
                    <a:pt x="582" y="1966"/>
                    <a:pt x="609" y="1966"/>
                  </a:cubicBezTo>
                  <a:cubicBezTo>
                    <a:pt x="921" y="1966"/>
                    <a:pt x="1238" y="1592"/>
                    <a:pt x="1332" y="1108"/>
                  </a:cubicBezTo>
                  <a:cubicBezTo>
                    <a:pt x="1450" y="551"/>
                    <a:pt x="1245" y="54"/>
                    <a:pt x="923" y="10"/>
                  </a:cubicBezTo>
                  <a:cubicBezTo>
                    <a:pt x="895" y="4"/>
                    <a:pt x="867" y="1"/>
                    <a:pt x="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flipH="1">
              <a:off x="10577877" y="1410581"/>
              <a:ext cx="18377" cy="44730"/>
            </a:xfrm>
            <a:custGeom>
              <a:avLst/>
              <a:gdLst/>
              <a:ahLst/>
              <a:cxnLst/>
              <a:rect l="l" t="t" r="r" b="b"/>
              <a:pathLst>
                <a:path w="235" h="572" extrusionOk="0">
                  <a:moveTo>
                    <a:pt x="220" y="0"/>
                  </a:moveTo>
                  <a:cubicBezTo>
                    <a:pt x="206" y="0"/>
                    <a:pt x="132" y="118"/>
                    <a:pt x="74" y="279"/>
                  </a:cubicBezTo>
                  <a:cubicBezTo>
                    <a:pt x="15" y="425"/>
                    <a:pt x="1" y="557"/>
                    <a:pt x="15" y="571"/>
                  </a:cubicBezTo>
                  <a:cubicBezTo>
                    <a:pt x="30" y="571"/>
                    <a:pt x="103" y="440"/>
                    <a:pt x="162" y="293"/>
                  </a:cubicBezTo>
                  <a:cubicBezTo>
                    <a:pt x="220" y="147"/>
                    <a:pt x="235"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7825375" y="2447285"/>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E022139-0B2D-4FE5-5339-06BD54FC5A52}"/>
              </a:ext>
            </a:extLst>
          </p:cNvPr>
          <p:cNvSpPr txBox="1"/>
          <p:nvPr/>
        </p:nvSpPr>
        <p:spPr>
          <a:xfrm>
            <a:off x="1234440" y="383620"/>
            <a:ext cx="5913120" cy="369332"/>
          </a:xfrm>
          <a:prstGeom prst="rect">
            <a:avLst/>
          </a:prstGeom>
          <a:noFill/>
        </p:spPr>
        <p:txBody>
          <a:bodyPr wrap="square">
            <a:spAutoFit/>
          </a:bodyPr>
          <a:lstStyle/>
          <a:p>
            <a:pPr algn="ctr"/>
            <a:r>
              <a:rPr lang="en-US" sz="1800" b="1" dirty="0">
                <a:solidFill>
                  <a:srgbClr val="2E75B6"/>
                </a:solidFill>
                <a:latin typeface="Arial" panose="020B0604020202020204" pitchFamily="34" charset="0"/>
              </a:rPr>
              <a:t>ATC Class Performance</a:t>
            </a:r>
            <a:r>
              <a:rPr lang="en-US" sz="1050" b="1" dirty="0">
                <a:effectLst/>
                <a:latin typeface="Arial" panose="020B0604020202020204" pitchFamily="34" charset="0"/>
                <a:ea typeface="Arial" panose="020B0604020202020204" pitchFamily="34" charset="0"/>
              </a:rPr>
              <a:t> </a:t>
            </a:r>
            <a:r>
              <a:rPr lang="en-US" sz="1800" b="1" dirty="0">
                <a:solidFill>
                  <a:srgbClr val="2E75B6"/>
                </a:solidFill>
                <a:latin typeface="Arial" panose="020B0604020202020204" pitchFamily="34" charset="0"/>
              </a:rPr>
              <a:t>Matrix</a:t>
            </a:r>
          </a:p>
        </p:txBody>
      </p:sp>
      <p:graphicFrame>
        <p:nvGraphicFramePr>
          <p:cNvPr id="7" name="Table 6">
            <a:extLst>
              <a:ext uri="{FF2B5EF4-FFF2-40B4-BE49-F238E27FC236}">
                <a16:creationId xmlns:a16="http://schemas.microsoft.com/office/drawing/2014/main" id="{664E55A0-2C51-67F5-E719-64FC44261FD0}"/>
              </a:ext>
            </a:extLst>
          </p:cNvPr>
          <p:cNvGraphicFramePr>
            <a:graphicFrameLocks noGrp="1"/>
          </p:cNvGraphicFramePr>
          <p:nvPr>
            <p:extLst>
              <p:ext uri="{D42A27DB-BD31-4B8C-83A1-F6EECF244321}">
                <p14:modId xmlns:p14="http://schemas.microsoft.com/office/powerpoint/2010/main" val="1148455092"/>
              </p:ext>
            </p:extLst>
          </p:nvPr>
        </p:nvGraphicFramePr>
        <p:xfrm>
          <a:off x="891540" y="853440"/>
          <a:ext cx="7566661" cy="3672839"/>
        </p:xfrm>
        <a:graphic>
          <a:graphicData uri="http://schemas.openxmlformats.org/drawingml/2006/table">
            <a:tbl>
              <a:tblPr firstRow="1" firstCol="1" bandRow="1"/>
              <a:tblGrid>
                <a:gridCol w="1873649">
                  <a:extLst>
                    <a:ext uri="{9D8B030D-6E8A-4147-A177-3AD203B41FA5}">
                      <a16:colId xmlns:a16="http://schemas.microsoft.com/office/drawing/2014/main" val="4252275390"/>
                    </a:ext>
                  </a:extLst>
                </a:gridCol>
                <a:gridCol w="1008888">
                  <a:extLst>
                    <a:ext uri="{9D8B030D-6E8A-4147-A177-3AD203B41FA5}">
                      <a16:colId xmlns:a16="http://schemas.microsoft.com/office/drawing/2014/main" val="3078182230"/>
                    </a:ext>
                  </a:extLst>
                </a:gridCol>
                <a:gridCol w="936825">
                  <a:extLst>
                    <a:ext uri="{9D8B030D-6E8A-4147-A177-3AD203B41FA5}">
                      <a16:colId xmlns:a16="http://schemas.microsoft.com/office/drawing/2014/main" val="3340746122"/>
                    </a:ext>
                  </a:extLst>
                </a:gridCol>
                <a:gridCol w="1008888">
                  <a:extLst>
                    <a:ext uri="{9D8B030D-6E8A-4147-A177-3AD203B41FA5}">
                      <a16:colId xmlns:a16="http://schemas.microsoft.com/office/drawing/2014/main" val="3727844707"/>
                    </a:ext>
                  </a:extLst>
                </a:gridCol>
                <a:gridCol w="936825">
                  <a:extLst>
                    <a:ext uri="{9D8B030D-6E8A-4147-A177-3AD203B41FA5}">
                      <a16:colId xmlns:a16="http://schemas.microsoft.com/office/drawing/2014/main" val="3233973774"/>
                    </a:ext>
                  </a:extLst>
                </a:gridCol>
                <a:gridCol w="792698">
                  <a:extLst>
                    <a:ext uri="{9D8B030D-6E8A-4147-A177-3AD203B41FA5}">
                      <a16:colId xmlns:a16="http://schemas.microsoft.com/office/drawing/2014/main" val="3267086371"/>
                    </a:ext>
                  </a:extLst>
                </a:gridCol>
                <a:gridCol w="1008888">
                  <a:extLst>
                    <a:ext uri="{9D8B030D-6E8A-4147-A177-3AD203B41FA5}">
                      <a16:colId xmlns:a16="http://schemas.microsoft.com/office/drawing/2014/main" val="1483301273"/>
                    </a:ext>
                  </a:extLst>
                </a:gridCol>
              </a:tblGrid>
              <a:tr h="283967">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ATC1 Class</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MAT 2026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Market Share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YoY 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4Y CAGR</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Avg Price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Assessment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28483752"/>
                  </a:ext>
                </a:extLst>
              </a:tr>
              <a:tr h="57105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A0 ALIMENTARY &amp; METABOLISM</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37.69B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34.0%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+47.6%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38.2%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F3864"/>
                          </a:solidFill>
                          <a:effectLst/>
                          <a:latin typeface="Arial" panose="020B0604020202020204" pitchFamily="34" charset="0"/>
                          <a:ea typeface="Arial" panose="020B0604020202020204" pitchFamily="34" charset="0"/>
                        </a:rPr>
                        <a:t>EGP 148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DOMINANT &amp; ACCELERATING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354652703"/>
                  </a:ext>
                </a:extLst>
              </a:tr>
              <a:tr h="252761">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N0 NERVOUS SYSTEM</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15.44B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13.9%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+26.6%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27.6%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78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Stable core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72361090"/>
                  </a:ext>
                </a:extLst>
              </a:tr>
              <a:tr h="411907">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M0 MUSCULO-SKELETAL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15.30B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13.8%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+20.7%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26.1%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88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Below market avg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75597190"/>
                  </a:ext>
                </a:extLst>
              </a:tr>
              <a:tr h="411907">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C0 CARDIOVASCULAR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14.96B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13.5%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+29.0%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31.0%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125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Premium &amp; growing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612633339"/>
                  </a:ext>
                </a:extLst>
              </a:tr>
              <a:tr h="252761">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J0 ANTI-INFECTIVES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8.29B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7.5%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+17.9%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22.8%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104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Losing share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563864670"/>
                  </a:ext>
                </a:extLst>
              </a:tr>
              <a:tr h="252761">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R0 RESPIRATORY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8.21B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7.4%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+28.3%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29.5%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58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Volume-driven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958867228"/>
                  </a:ext>
                </a:extLst>
              </a:tr>
              <a:tr h="411907">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D0 DERMATOLOGICALS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2.17B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+64.9%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39.1%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81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 BREAKOUT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351767643"/>
                  </a:ext>
                </a:extLst>
              </a:tr>
              <a:tr h="411907">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B0 BLOOD &amp; ORGANS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2.17B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+38.9%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21.1%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367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75B6"/>
                          </a:solidFill>
                          <a:effectLst/>
                          <a:latin typeface="Arial" panose="020B0604020202020204" pitchFamily="34" charset="0"/>
                          <a:ea typeface="Arial" panose="020B0604020202020204" pitchFamily="34" charset="0"/>
                        </a:rPr>
                        <a:t>Premium specialty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82973658"/>
                  </a:ext>
                </a:extLst>
              </a:tr>
              <a:tr h="411907">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H0 SYSTEMIC HORMONES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0.09B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+105.4%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209.2%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173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dirty="0">
                          <a:solidFill>
                            <a:srgbClr val="4B3072"/>
                          </a:solidFill>
                          <a:effectLst/>
                          <a:latin typeface="Arial" panose="020B0604020202020204" pitchFamily="34" charset="0"/>
                          <a:ea typeface="Arial" panose="020B0604020202020204" pitchFamily="34" charset="0"/>
                        </a:rPr>
                        <a:t>EMERGING NICHE</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977457535"/>
                  </a:ext>
                </a:extLst>
              </a:tr>
            </a:tbl>
          </a:graphicData>
        </a:graphic>
      </p:graphicFrame>
    </p:spTree>
    <p:extLst>
      <p:ext uri="{BB962C8B-B14F-4D97-AF65-F5344CB8AC3E}">
        <p14:creationId xmlns:p14="http://schemas.microsoft.com/office/powerpoint/2010/main" val="14180467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BF030-AE4F-6DCB-EAF2-7AABB1BD8FB3}"/>
              </a:ext>
            </a:extLst>
          </p:cNvPr>
          <p:cNvSpPr>
            <a:spLocks noGrp="1"/>
          </p:cNvSpPr>
          <p:nvPr>
            <p:ph type="title"/>
          </p:nvPr>
        </p:nvSpPr>
        <p:spPr/>
        <p:txBody>
          <a:bodyPr/>
          <a:lstStyle/>
          <a:p>
            <a:r>
              <a:rPr lang="en-US" dirty="0">
                <a:solidFill>
                  <a:schemeClr val="tx1">
                    <a:lumMod val="50000"/>
                    <a:lumOff val="50000"/>
                  </a:schemeClr>
                </a:solidFill>
              </a:rPr>
              <a:t>THE DIABETES MEGA-STORY</a:t>
            </a:r>
          </a:p>
        </p:txBody>
      </p:sp>
      <p:graphicFrame>
        <p:nvGraphicFramePr>
          <p:cNvPr id="3" name="Table 2">
            <a:extLst>
              <a:ext uri="{FF2B5EF4-FFF2-40B4-BE49-F238E27FC236}">
                <a16:creationId xmlns:a16="http://schemas.microsoft.com/office/drawing/2014/main" id="{FD4184A4-2505-D064-D6AD-F745A00D56B1}"/>
              </a:ext>
            </a:extLst>
          </p:cNvPr>
          <p:cNvGraphicFramePr>
            <a:graphicFrameLocks noGrp="1"/>
          </p:cNvGraphicFramePr>
          <p:nvPr>
            <p:extLst>
              <p:ext uri="{D42A27DB-BD31-4B8C-83A1-F6EECF244321}">
                <p14:modId xmlns:p14="http://schemas.microsoft.com/office/powerpoint/2010/main" val="1355359893"/>
              </p:ext>
            </p:extLst>
          </p:nvPr>
        </p:nvGraphicFramePr>
        <p:xfrm>
          <a:off x="1609090" y="1129665"/>
          <a:ext cx="6032500" cy="642620"/>
        </p:xfrm>
        <a:graphic>
          <a:graphicData uri="http://schemas.openxmlformats.org/drawingml/2006/table">
            <a:tbl>
              <a:tblPr firstRow="1" firstCol="1" bandRow="1"/>
              <a:tblGrid>
                <a:gridCol w="1508125">
                  <a:extLst>
                    <a:ext uri="{9D8B030D-6E8A-4147-A177-3AD203B41FA5}">
                      <a16:colId xmlns:a16="http://schemas.microsoft.com/office/drawing/2014/main" val="3107318832"/>
                    </a:ext>
                  </a:extLst>
                </a:gridCol>
                <a:gridCol w="1508125">
                  <a:extLst>
                    <a:ext uri="{9D8B030D-6E8A-4147-A177-3AD203B41FA5}">
                      <a16:colId xmlns:a16="http://schemas.microsoft.com/office/drawing/2014/main" val="616348634"/>
                    </a:ext>
                  </a:extLst>
                </a:gridCol>
                <a:gridCol w="1508125">
                  <a:extLst>
                    <a:ext uri="{9D8B030D-6E8A-4147-A177-3AD203B41FA5}">
                      <a16:colId xmlns:a16="http://schemas.microsoft.com/office/drawing/2014/main" val="3609191181"/>
                    </a:ext>
                  </a:extLst>
                </a:gridCol>
                <a:gridCol w="1508125">
                  <a:extLst>
                    <a:ext uri="{9D8B030D-6E8A-4147-A177-3AD203B41FA5}">
                      <a16:colId xmlns:a16="http://schemas.microsoft.com/office/drawing/2014/main" val="2975800117"/>
                    </a:ext>
                  </a:extLst>
                </a:gridCol>
              </a:tblGrid>
              <a:tr h="0">
                <a:tc>
                  <a:txBody>
                    <a:bodyPr/>
                    <a:lstStyle/>
                    <a:p>
                      <a:pPr marL="0" marR="0" algn="ctr">
                        <a:buNone/>
                      </a:pPr>
                      <a:r>
                        <a:rPr lang="en-US" sz="1400" b="1" dirty="0">
                          <a:solidFill>
                            <a:srgbClr val="1F3864"/>
                          </a:solidFill>
                          <a:effectLst/>
                          <a:latin typeface="Arial" panose="020B0604020202020204" pitchFamily="34" charset="0"/>
                          <a:ea typeface="Arial" panose="020B0604020202020204" pitchFamily="34" charset="0"/>
                        </a:rPr>
                        <a:t>EGP 14.51B</a:t>
                      </a:r>
                      <a:endParaRPr lang="en-US" sz="1000" dirty="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dirty="0">
                          <a:solidFill>
                            <a:srgbClr val="2E2E2E"/>
                          </a:solidFill>
                          <a:effectLst/>
                          <a:latin typeface="Arial" panose="020B0604020202020204" pitchFamily="34" charset="0"/>
                          <a:ea typeface="Arial" panose="020B0604020202020204" pitchFamily="34" charset="0"/>
                        </a:rPr>
                        <a:t>Diabetes Market MAT 2026</a:t>
                      </a:r>
                      <a:endParaRPr lang="en-US" sz="1000" dirty="0">
                        <a:solidFill>
                          <a:srgbClr val="2E2E2E"/>
                        </a:solidFill>
                        <a:effectLst/>
                        <a:latin typeface="Arial" panose="020B0604020202020204" pitchFamily="34" charset="0"/>
                        <a:ea typeface="Arial" panose="020B0604020202020204" pitchFamily="34" charset="0"/>
                      </a:endParaRPr>
                    </a:p>
                    <a:p>
                      <a:pPr marL="0" marR="0" algn="ctr">
                        <a:buNone/>
                      </a:pPr>
                      <a:r>
                        <a:rPr lang="en-US" sz="800" i="1" dirty="0">
                          <a:solidFill>
                            <a:srgbClr val="1F6B75"/>
                          </a:solidFill>
                          <a:effectLst/>
                          <a:latin typeface="Arial" panose="020B0604020202020204" pitchFamily="34" charset="0"/>
                          <a:ea typeface="Arial" panose="020B0604020202020204" pitchFamily="34" charset="0"/>
                        </a:rPr>
                        <a:t>#1 ATC2 Class</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tc>
                  <a:txBody>
                    <a:bodyPr/>
                    <a:lstStyle/>
                    <a:p>
                      <a:pPr marL="0" marR="0" algn="ctr">
                        <a:buNone/>
                      </a:pPr>
                      <a:r>
                        <a:rPr lang="en-US" sz="1400" b="1">
                          <a:solidFill>
                            <a:srgbClr val="1E5C2A"/>
                          </a:solidFill>
                          <a:effectLst/>
                          <a:latin typeface="Arial" panose="020B0604020202020204" pitchFamily="34" charset="0"/>
                          <a:ea typeface="Arial" panose="020B0604020202020204" pitchFamily="34" charset="0"/>
                        </a:rPr>
                        <a:t>+54.1%</a:t>
                      </a:r>
                      <a:endParaRPr lang="en-US" sz="100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a:solidFill>
                            <a:srgbClr val="2E2E2E"/>
                          </a:solidFill>
                          <a:effectLst/>
                          <a:latin typeface="Arial" panose="020B0604020202020204" pitchFamily="34" charset="0"/>
                          <a:ea typeface="Arial" panose="020B0604020202020204" pitchFamily="34" charset="0"/>
                        </a:rPr>
                        <a:t>YoY Growth</a:t>
                      </a:r>
                      <a:endParaRPr lang="en-US" sz="1000">
                        <a:solidFill>
                          <a:srgbClr val="2E2E2E"/>
                        </a:solidFill>
                        <a:effectLst/>
                        <a:latin typeface="Arial" panose="020B0604020202020204" pitchFamily="34" charset="0"/>
                        <a:ea typeface="Arial" panose="020B0604020202020204" pitchFamily="34" charset="0"/>
                      </a:endParaRPr>
                    </a:p>
                    <a:p>
                      <a:pPr marL="0" marR="0" algn="ctr">
                        <a:buNone/>
                      </a:pPr>
                      <a:r>
                        <a:rPr lang="en-US" sz="800" i="1">
                          <a:solidFill>
                            <a:srgbClr val="1F6B75"/>
                          </a:solidFill>
                          <a:effectLst/>
                          <a:latin typeface="Arial" panose="020B0604020202020204" pitchFamily="34" charset="0"/>
                          <a:ea typeface="Arial" panose="020B0604020202020204" pitchFamily="34" charset="0"/>
                        </a:rPr>
                        <a:t>Fastest large ATC2</a:t>
                      </a:r>
                      <a:endParaRPr lang="en-US" sz="100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tc>
                  <a:txBody>
                    <a:bodyPr/>
                    <a:lstStyle/>
                    <a:p>
                      <a:pPr marL="0" marR="0" algn="ctr">
                        <a:buNone/>
                      </a:pPr>
                      <a:r>
                        <a:rPr lang="en-US" sz="1400" b="1">
                          <a:solidFill>
                            <a:srgbClr val="1E5C2A"/>
                          </a:solidFill>
                          <a:effectLst/>
                          <a:latin typeface="Arial" panose="020B0604020202020204" pitchFamily="34" charset="0"/>
                          <a:ea typeface="Arial" panose="020B0604020202020204" pitchFamily="34" charset="0"/>
                        </a:rPr>
                        <a:t>48.3%</a:t>
                      </a:r>
                      <a:endParaRPr lang="en-US" sz="100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a:solidFill>
                            <a:srgbClr val="2E2E2E"/>
                          </a:solidFill>
                          <a:effectLst/>
                          <a:latin typeface="Arial" panose="020B0604020202020204" pitchFamily="34" charset="0"/>
                          <a:ea typeface="Arial" panose="020B0604020202020204" pitchFamily="34" charset="0"/>
                        </a:rPr>
                        <a:t>4Y CAGR</a:t>
                      </a:r>
                      <a:endParaRPr lang="en-US" sz="1000">
                        <a:solidFill>
                          <a:srgbClr val="2E2E2E"/>
                        </a:solidFill>
                        <a:effectLst/>
                        <a:latin typeface="Arial" panose="020B0604020202020204" pitchFamily="34" charset="0"/>
                        <a:ea typeface="Arial" panose="020B0604020202020204" pitchFamily="34" charset="0"/>
                      </a:endParaRPr>
                    </a:p>
                    <a:p>
                      <a:pPr marL="0" marR="0" algn="ctr">
                        <a:buNone/>
                      </a:pPr>
                      <a:r>
                        <a:rPr lang="en-US" sz="800" i="1">
                          <a:solidFill>
                            <a:srgbClr val="1F6B75"/>
                          </a:solidFill>
                          <a:effectLst/>
                          <a:latin typeface="Arial" panose="020B0604020202020204" pitchFamily="34" charset="0"/>
                          <a:ea typeface="Arial" panose="020B0604020202020204" pitchFamily="34" charset="0"/>
                        </a:rPr>
                        <a:t>Compounding explosively</a:t>
                      </a:r>
                      <a:endParaRPr lang="en-US" sz="100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tc>
                  <a:txBody>
                    <a:bodyPr/>
                    <a:lstStyle/>
                    <a:p>
                      <a:pPr marL="0" marR="0" algn="ctr">
                        <a:buNone/>
                      </a:pPr>
                      <a:r>
                        <a:rPr lang="en-US" sz="1400" b="1" dirty="0">
                          <a:solidFill>
                            <a:srgbClr val="4B3072"/>
                          </a:solidFill>
                          <a:effectLst/>
                          <a:latin typeface="Arial" panose="020B0604020202020204" pitchFamily="34" charset="0"/>
                          <a:ea typeface="Arial" panose="020B0604020202020204" pitchFamily="34" charset="0"/>
                        </a:rPr>
                        <a:t>EGP 4.21B</a:t>
                      </a:r>
                      <a:endParaRPr lang="en-US" sz="1000" dirty="0">
                        <a:solidFill>
                          <a:srgbClr val="2E2E2E"/>
                        </a:solidFill>
                        <a:effectLst/>
                        <a:latin typeface="Arial" panose="020B0604020202020204" pitchFamily="34" charset="0"/>
                        <a:ea typeface="Arial" panose="020B0604020202020204" pitchFamily="34" charset="0"/>
                      </a:endParaRPr>
                    </a:p>
                    <a:p>
                      <a:pPr marL="0" marR="0" algn="ctr">
                        <a:spcAft>
                          <a:spcPts val="200"/>
                        </a:spcAft>
                        <a:buNone/>
                      </a:pPr>
                      <a:r>
                        <a:rPr lang="en-US" sz="850" dirty="0">
                          <a:solidFill>
                            <a:srgbClr val="2E2E2E"/>
                          </a:solidFill>
                          <a:effectLst/>
                          <a:latin typeface="Arial" panose="020B0604020202020204" pitchFamily="34" charset="0"/>
                          <a:ea typeface="Arial" panose="020B0604020202020204" pitchFamily="34" charset="0"/>
                        </a:rPr>
                        <a:t>GLP-1 Sub-segment</a:t>
                      </a:r>
                      <a:endParaRPr lang="en-US" sz="1000" dirty="0">
                        <a:solidFill>
                          <a:srgbClr val="2E2E2E"/>
                        </a:solidFill>
                        <a:effectLst/>
                        <a:latin typeface="Arial" panose="020B0604020202020204" pitchFamily="34" charset="0"/>
                        <a:ea typeface="Arial" panose="020B0604020202020204" pitchFamily="34" charset="0"/>
                      </a:endParaRPr>
                    </a:p>
                    <a:p>
                      <a:pPr marL="0" marR="0" algn="ctr">
                        <a:buNone/>
                      </a:pPr>
                      <a:r>
                        <a:rPr lang="en-US" sz="800" i="1" dirty="0">
                          <a:solidFill>
                            <a:srgbClr val="1F6B75"/>
                          </a:solidFill>
                          <a:effectLst/>
                          <a:latin typeface="Arial" panose="020B0604020202020204" pitchFamily="34" charset="0"/>
                          <a:ea typeface="Arial" panose="020B0604020202020204" pitchFamily="34" charset="0"/>
                        </a:rPr>
                        <a:t>+158% in 1 year</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extLst>
                  <a:ext uri="{0D108BD9-81ED-4DB2-BD59-A6C34878D82A}">
                    <a16:rowId xmlns:a16="http://schemas.microsoft.com/office/drawing/2014/main" val="2485969233"/>
                  </a:ext>
                </a:extLst>
              </a:tr>
            </a:tbl>
          </a:graphicData>
        </a:graphic>
      </p:graphicFrame>
      <p:graphicFrame>
        <p:nvGraphicFramePr>
          <p:cNvPr id="4" name="Table 3">
            <a:extLst>
              <a:ext uri="{FF2B5EF4-FFF2-40B4-BE49-F238E27FC236}">
                <a16:creationId xmlns:a16="http://schemas.microsoft.com/office/drawing/2014/main" id="{2C1A523F-48C7-359E-6C22-A3160C932864}"/>
              </a:ext>
            </a:extLst>
          </p:cNvPr>
          <p:cNvGraphicFramePr>
            <a:graphicFrameLocks noGrp="1"/>
          </p:cNvGraphicFramePr>
          <p:nvPr>
            <p:extLst>
              <p:ext uri="{D42A27DB-BD31-4B8C-83A1-F6EECF244321}">
                <p14:modId xmlns:p14="http://schemas.microsoft.com/office/powerpoint/2010/main" val="1921755348"/>
              </p:ext>
            </p:extLst>
          </p:nvPr>
        </p:nvGraphicFramePr>
        <p:xfrm>
          <a:off x="784860" y="2063114"/>
          <a:ext cx="7269480" cy="2212934"/>
        </p:xfrm>
        <a:graphic>
          <a:graphicData uri="http://schemas.openxmlformats.org/drawingml/2006/table">
            <a:tbl>
              <a:tblPr firstRow="1" firstCol="1" bandRow="1"/>
              <a:tblGrid>
                <a:gridCol w="2232574">
                  <a:extLst>
                    <a:ext uri="{9D8B030D-6E8A-4147-A177-3AD203B41FA5}">
                      <a16:colId xmlns:a16="http://schemas.microsoft.com/office/drawing/2014/main" val="661699725"/>
                    </a:ext>
                  </a:extLst>
                </a:gridCol>
                <a:gridCol w="536751">
                  <a:extLst>
                    <a:ext uri="{9D8B030D-6E8A-4147-A177-3AD203B41FA5}">
                      <a16:colId xmlns:a16="http://schemas.microsoft.com/office/drawing/2014/main" val="520126424"/>
                    </a:ext>
                  </a:extLst>
                </a:gridCol>
                <a:gridCol w="830798">
                  <a:extLst>
                    <a:ext uri="{9D8B030D-6E8A-4147-A177-3AD203B41FA5}">
                      <a16:colId xmlns:a16="http://schemas.microsoft.com/office/drawing/2014/main" val="711253921"/>
                    </a:ext>
                  </a:extLst>
                </a:gridCol>
                <a:gridCol w="969264">
                  <a:extLst>
                    <a:ext uri="{9D8B030D-6E8A-4147-A177-3AD203B41FA5}">
                      <a16:colId xmlns:a16="http://schemas.microsoft.com/office/drawing/2014/main" val="182397485"/>
                    </a:ext>
                  </a:extLst>
                </a:gridCol>
                <a:gridCol w="1384663">
                  <a:extLst>
                    <a:ext uri="{9D8B030D-6E8A-4147-A177-3AD203B41FA5}">
                      <a16:colId xmlns:a16="http://schemas.microsoft.com/office/drawing/2014/main" val="1723231231"/>
                    </a:ext>
                  </a:extLst>
                </a:gridCol>
                <a:gridCol w="1315430">
                  <a:extLst>
                    <a:ext uri="{9D8B030D-6E8A-4147-A177-3AD203B41FA5}">
                      <a16:colId xmlns:a16="http://schemas.microsoft.com/office/drawing/2014/main" val="1146053035"/>
                    </a:ext>
                  </a:extLst>
                </a:gridCol>
              </a:tblGrid>
              <a:tr h="349194">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Diabetes Segment (ATC4)</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MAT 2026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Avg Price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Competition (HHI)</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Opportunity</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670670634"/>
                  </a:ext>
                </a:extLst>
              </a:tr>
              <a:tr h="310822">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GLP-1 Agonists (A10S0)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4.21B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+158%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F3864"/>
                          </a:solidFill>
                          <a:effectLst/>
                          <a:latin typeface="Arial" panose="020B0604020202020204" pitchFamily="34" charset="0"/>
                          <a:ea typeface="Arial" panose="020B0604020202020204" pitchFamily="34" charset="0"/>
                        </a:rPr>
                        <a:t>EGP 4,711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0.51 — Duopoly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75B6"/>
                          </a:solidFill>
                          <a:effectLst/>
                          <a:latin typeface="Arial" panose="020B0604020202020204" pitchFamily="34" charset="0"/>
                          <a:ea typeface="Arial" panose="020B0604020202020204" pitchFamily="34" charset="0"/>
                        </a:rPr>
                        <a:t>DEFEND/JOIN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728626263"/>
                  </a:ext>
                </a:extLst>
              </a:tr>
              <a:tr h="298144">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DPP-IV + Biguanide Combo (A10N3)</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3.62B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+24%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EGP 216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0.13 — Fragmented</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HIGH ENTRY OPTY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641742238"/>
                  </a:ext>
                </a:extLst>
              </a:tr>
              <a:tr h="310822">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SGLT2 Plain (A10P1)</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2.34B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+30%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EGP 303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0.13 — Fragmented</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HIGH ENTRY OPTY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051467605"/>
                  </a:ext>
                </a:extLst>
              </a:tr>
              <a:tr h="310822">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SGLT2 + Biguanide (A10P3)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1.04B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+22%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EGP 247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0.15 — Fragmented</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GOOD ENTRY OPTY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912242974"/>
                  </a:ext>
                </a:extLst>
              </a:tr>
              <a:tr h="310822">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SGLT2 + DPP-IV Combo (A10P5)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0.58B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+98%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F3864"/>
                          </a:solidFill>
                          <a:effectLst/>
                          <a:latin typeface="Arial" panose="020B0604020202020204" pitchFamily="34" charset="0"/>
                          <a:ea typeface="Arial" panose="020B0604020202020204" pitchFamily="34" charset="0"/>
                        </a:rPr>
                        <a:t>EGP 359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0.30 — Moderate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FAST ENTRY OPTY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536693089"/>
                  </a:ext>
                </a:extLst>
              </a:tr>
              <a:tr h="310822">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SGLT2 + Other Combo (A10P9)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0.77B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+179%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3864"/>
                          </a:solidFill>
                          <a:effectLst/>
                          <a:latin typeface="Arial" panose="020B0604020202020204" pitchFamily="34" charset="0"/>
                          <a:ea typeface="Arial" panose="020B0604020202020204" pitchFamily="34" charset="0"/>
                        </a:rPr>
                        <a:t>EGP 433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0.40 — Concentrated</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dirty="0">
                          <a:solidFill>
                            <a:srgbClr val="C55A11"/>
                          </a:solidFill>
                          <a:effectLst/>
                          <a:latin typeface="Arial" panose="020B0604020202020204" pitchFamily="34" charset="0"/>
                          <a:ea typeface="Arial" panose="020B0604020202020204" pitchFamily="34" charset="0"/>
                        </a:rPr>
                        <a:t>MONITOR</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991524563"/>
                  </a:ext>
                </a:extLst>
              </a:tr>
            </a:tbl>
          </a:graphicData>
        </a:graphic>
      </p:graphicFrame>
    </p:spTree>
    <p:extLst>
      <p:ext uri="{BB962C8B-B14F-4D97-AF65-F5344CB8AC3E}">
        <p14:creationId xmlns:p14="http://schemas.microsoft.com/office/powerpoint/2010/main" val="26504831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200722" y="2105655"/>
            <a:ext cx="5063963" cy="114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t>Competitive Intelligence</a:t>
            </a:r>
            <a:endParaRPr sz="3200" dirty="0"/>
          </a:p>
        </p:txBody>
      </p:sp>
      <p:sp>
        <p:nvSpPr>
          <p:cNvPr id="632" name="Google Shape;632;p35"/>
          <p:cNvSpPr txBox="1">
            <a:spLocks noGrp="1"/>
          </p:cNvSpPr>
          <p:nvPr>
            <p:ph type="subTitle" idx="1"/>
          </p:nvPr>
        </p:nvSpPr>
        <p:spPr>
          <a:xfrm>
            <a:off x="964793" y="3252225"/>
            <a:ext cx="4077582" cy="577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rgbClr val="000000"/>
              </a:buClr>
              <a:buSzPts val="770"/>
              <a:buFont typeface="Arial"/>
              <a:buNone/>
            </a:pPr>
            <a:r>
              <a:rPr lang="en" dirty="0"/>
              <a:t>Corporate League Table | Market Leaders | Competitive Findings | MAT Jan 2026</a:t>
            </a:r>
            <a:endParaRPr dirty="0"/>
          </a:p>
        </p:txBody>
      </p:sp>
      <p:grpSp>
        <p:nvGrpSpPr>
          <p:cNvPr id="634" name="Google Shape;634;p35"/>
          <p:cNvGrpSpPr/>
          <p:nvPr/>
        </p:nvGrpSpPr>
        <p:grpSpPr>
          <a:xfrm>
            <a:off x="5461950" y="522238"/>
            <a:ext cx="2250830" cy="3661147"/>
            <a:chOff x="5401837" y="470183"/>
            <a:chExt cx="2068777" cy="3107670"/>
          </a:xfrm>
        </p:grpSpPr>
        <p:sp>
          <p:nvSpPr>
            <p:cNvPr id="635" name="Google Shape;635;p35"/>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5"/>
          <p:cNvGrpSpPr/>
          <p:nvPr/>
        </p:nvGrpSpPr>
        <p:grpSpPr>
          <a:xfrm>
            <a:off x="5378976" y="1196470"/>
            <a:ext cx="2416767" cy="3688689"/>
            <a:chOff x="8936226" y="1196470"/>
            <a:chExt cx="2416767" cy="3688689"/>
          </a:xfrm>
        </p:grpSpPr>
        <p:sp>
          <p:nvSpPr>
            <p:cNvPr id="641" name="Google Shape;641;p35"/>
            <p:cNvSpPr/>
            <p:nvPr/>
          </p:nvSpPr>
          <p:spPr>
            <a:xfrm flipH="1">
              <a:off x="9621961" y="1803301"/>
              <a:ext cx="785363" cy="776526"/>
            </a:xfrm>
            <a:custGeom>
              <a:avLst/>
              <a:gdLst/>
              <a:ahLst/>
              <a:cxnLst/>
              <a:rect l="l" t="t" r="r" b="b"/>
              <a:pathLst>
                <a:path w="10043" h="9930" extrusionOk="0">
                  <a:moveTo>
                    <a:pt x="8464" y="0"/>
                  </a:moveTo>
                  <a:cubicBezTo>
                    <a:pt x="8007" y="0"/>
                    <a:pt x="7162" y="139"/>
                    <a:pt x="6427" y="1025"/>
                  </a:cubicBezTo>
                  <a:cubicBezTo>
                    <a:pt x="5358" y="2298"/>
                    <a:pt x="2430" y="5651"/>
                    <a:pt x="2167" y="6031"/>
                  </a:cubicBezTo>
                  <a:cubicBezTo>
                    <a:pt x="1918" y="6412"/>
                    <a:pt x="0" y="9149"/>
                    <a:pt x="1318" y="9852"/>
                  </a:cubicBezTo>
                  <a:cubicBezTo>
                    <a:pt x="1417" y="9905"/>
                    <a:pt x="1531" y="9930"/>
                    <a:pt x="1655" y="9930"/>
                  </a:cubicBezTo>
                  <a:cubicBezTo>
                    <a:pt x="3168" y="9930"/>
                    <a:pt x="6295" y="6265"/>
                    <a:pt x="6295" y="6265"/>
                  </a:cubicBezTo>
                  <a:lnTo>
                    <a:pt x="9809" y="1918"/>
                  </a:lnTo>
                  <a:cubicBezTo>
                    <a:pt x="9955" y="1727"/>
                    <a:pt x="10043" y="1493"/>
                    <a:pt x="10043" y="1259"/>
                  </a:cubicBezTo>
                  <a:cubicBezTo>
                    <a:pt x="10043" y="1039"/>
                    <a:pt x="9955" y="790"/>
                    <a:pt x="9677" y="615"/>
                  </a:cubicBezTo>
                  <a:cubicBezTo>
                    <a:pt x="9208" y="307"/>
                    <a:pt x="8798" y="29"/>
                    <a:pt x="8798" y="29"/>
                  </a:cubicBezTo>
                  <a:cubicBezTo>
                    <a:pt x="8798" y="29"/>
                    <a:pt x="8671" y="0"/>
                    <a:pt x="8464"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flipH="1">
              <a:off x="9719244" y="1815813"/>
              <a:ext cx="99705" cy="194327"/>
            </a:xfrm>
            <a:custGeom>
              <a:avLst/>
              <a:gdLst/>
              <a:ahLst/>
              <a:cxnLst/>
              <a:rect l="l" t="t" r="r" b="b"/>
              <a:pathLst>
                <a:path w="1275" h="2485" extrusionOk="0">
                  <a:moveTo>
                    <a:pt x="1245" y="1"/>
                  </a:moveTo>
                  <a:cubicBezTo>
                    <a:pt x="1245" y="1"/>
                    <a:pt x="1216" y="74"/>
                    <a:pt x="1245" y="206"/>
                  </a:cubicBezTo>
                  <a:cubicBezTo>
                    <a:pt x="1245" y="323"/>
                    <a:pt x="1216" y="513"/>
                    <a:pt x="1216" y="733"/>
                  </a:cubicBezTo>
                  <a:cubicBezTo>
                    <a:pt x="1216" y="967"/>
                    <a:pt x="1201" y="1230"/>
                    <a:pt x="1201" y="1523"/>
                  </a:cubicBezTo>
                  <a:lnTo>
                    <a:pt x="1201" y="1977"/>
                  </a:lnTo>
                  <a:cubicBezTo>
                    <a:pt x="1187" y="2124"/>
                    <a:pt x="1143" y="2299"/>
                    <a:pt x="1026" y="2358"/>
                  </a:cubicBezTo>
                  <a:cubicBezTo>
                    <a:pt x="988" y="2378"/>
                    <a:pt x="949" y="2387"/>
                    <a:pt x="909" y="2387"/>
                  </a:cubicBezTo>
                  <a:cubicBezTo>
                    <a:pt x="808" y="2387"/>
                    <a:pt x="704" y="2329"/>
                    <a:pt x="630" y="2255"/>
                  </a:cubicBezTo>
                  <a:cubicBezTo>
                    <a:pt x="542" y="2138"/>
                    <a:pt x="484" y="1992"/>
                    <a:pt x="455" y="1845"/>
                  </a:cubicBezTo>
                  <a:cubicBezTo>
                    <a:pt x="381" y="1567"/>
                    <a:pt x="367" y="1304"/>
                    <a:pt x="308" y="1084"/>
                  </a:cubicBezTo>
                  <a:cubicBezTo>
                    <a:pt x="250" y="865"/>
                    <a:pt x="191" y="689"/>
                    <a:pt x="118" y="586"/>
                  </a:cubicBezTo>
                  <a:cubicBezTo>
                    <a:pt x="89" y="528"/>
                    <a:pt x="45" y="499"/>
                    <a:pt x="30" y="469"/>
                  </a:cubicBezTo>
                  <a:lnTo>
                    <a:pt x="1" y="440"/>
                  </a:lnTo>
                  <a:lnTo>
                    <a:pt x="1" y="440"/>
                  </a:lnTo>
                  <a:cubicBezTo>
                    <a:pt x="1" y="440"/>
                    <a:pt x="30" y="499"/>
                    <a:pt x="89" y="601"/>
                  </a:cubicBezTo>
                  <a:cubicBezTo>
                    <a:pt x="133" y="718"/>
                    <a:pt x="191" y="879"/>
                    <a:pt x="235" y="1099"/>
                  </a:cubicBezTo>
                  <a:cubicBezTo>
                    <a:pt x="264" y="1318"/>
                    <a:pt x="294" y="1567"/>
                    <a:pt x="367" y="1860"/>
                  </a:cubicBezTo>
                  <a:cubicBezTo>
                    <a:pt x="396" y="2006"/>
                    <a:pt x="455" y="2182"/>
                    <a:pt x="557" y="2299"/>
                  </a:cubicBezTo>
                  <a:cubicBezTo>
                    <a:pt x="643" y="2396"/>
                    <a:pt x="776" y="2485"/>
                    <a:pt x="910" y="2485"/>
                  </a:cubicBezTo>
                  <a:cubicBezTo>
                    <a:pt x="959" y="2485"/>
                    <a:pt x="1008" y="2473"/>
                    <a:pt x="1055" y="2446"/>
                  </a:cubicBezTo>
                  <a:cubicBezTo>
                    <a:pt x="1143" y="2402"/>
                    <a:pt x="1201" y="2328"/>
                    <a:pt x="1245" y="2226"/>
                  </a:cubicBezTo>
                  <a:cubicBezTo>
                    <a:pt x="1260" y="2138"/>
                    <a:pt x="1274" y="2050"/>
                    <a:pt x="1274" y="1977"/>
                  </a:cubicBezTo>
                  <a:lnTo>
                    <a:pt x="1274" y="1523"/>
                  </a:lnTo>
                  <a:lnTo>
                    <a:pt x="1274" y="733"/>
                  </a:lnTo>
                  <a:cubicBezTo>
                    <a:pt x="1260" y="513"/>
                    <a:pt x="1260" y="323"/>
                    <a:pt x="1260" y="206"/>
                  </a:cubicBezTo>
                  <a:cubicBezTo>
                    <a:pt x="1260" y="74"/>
                    <a:pt x="1245" y="1"/>
                    <a:pt x="1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flipH="1">
              <a:off x="9672324" y="1848891"/>
              <a:ext cx="55053" cy="118317"/>
            </a:xfrm>
            <a:custGeom>
              <a:avLst/>
              <a:gdLst/>
              <a:ahLst/>
              <a:cxnLst/>
              <a:rect l="l" t="t" r="r" b="b"/>
              <a:pathLst>
                <a:path w="704" h="1513" extrusionOk="0">
                  <a:moveTo>
                    <a:pt x="685" y="1"/>
                  </a:moveTo>
                  <a:cubicBezTo>
                    <a:pt x="652" y="1"/>
                    <a:pt x="550" y="354"/>
                    <a:pt x="367" y="749"/>
                  </a:cubicBezTo>
                  <a:cubicBezTo>
                    <a:pt x="177" y="1188"/>
                    <a:pt x="1" y="1496"/>
                    <a:pt x="16" y="1510"/>
                  </a:cubicBezTo>
                  <a:cubicBezTo>
                    <a:pt x="16" y="1512"/>
                    <a:pt x="17" y="1512"/>
                    <a:pt x="19" y="1512"/>
                  </a:cubicBezTo>
                  <a:cubicBezTo>
                    <a:pt x="52" y="1512"/>
                    <a:pt x="273" y="1226"/>
                    <a:pt x="455" y="807"/>
                  </a:cubicBezTo>
                  <a:cubicBezTo>
                    <a:pt x="660" y="383"/>
                    <a:pt x="704" y="2"/>
                    <a:pt x="689" y="2"/>
                  </a:cubicBezTo>
                  <a:cubicBezTo>
                    <a:pt x="688" y="1"/>
                    <a:pt x="687"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flipH="1">
              <a:off x="9618523" y="1885645"/>
              <a:ext cx="105414" cy="98297"/>
            </a:xfrm>
            <a:custGeom>
              <a:avLst/>
              <a:gdLst/>
              <a:ahLst/>
              <a:cxnLst/>
              <a:rect l="l" t="t" r="r" b="b"/>
              <a:pathLst>
                <a:path w="1348" h="1257" extrusionOk="0">
                  <a:moveTo>
                    <a:pt x="1317" y="0"/>
                  </a:moveTo>
                  <a:cubicBezTo>
                    <a:pt x="1293" y="0"/>
                    <a:pt x="1004" y="376"/>
                    <a:pt x="660" y="835"/>
                  </a:cubicBezTo>
                  <a:cubicBezTo>
                    <a:pt x="586" y="952"/>
                    <a:pt x="499" y="1084"/>
                    <a:pt x="411" y="1128"/>
                  </a:cubicBezTo>
                  <a:cubicBezTo>
                    <a:pt x="358" y="1163"/>
                    <a:pt x="294" y="1183"/>
                    <a:pt x="235" y="1183"/>
                  </a:cubicBezTo>
                  <a:cubicBezTo>
                    <a:pt x="197" y="1183"/>
                    <a:pt x="162" y="1175"/>
                    <a:pt x="133" y="1157"/>
                  </a:cubicBezTo>
                  <a:cubicBezTo>
                    <a:pt x="74" y="1113"/>
                    <a:pt x="59" y="1026"/>
                    <a:pt x="74" y="982"/>
                  </a:cubicBezTo>
                  <a:cubicBezTo>
                    <a:pt x="103" y="938"/>
                    <a:pt x="118" y="908"/>
                    <a:pt x="118" y="908"/>
                  </a:cubicBezTo>
                  <a:lnTo>
                    <a:pt x="118" y="908"/>
                  </a:lnTo>
                  <a:cubicBezTo>
                    <a:pt x="118" y="908"/>
                    <a:pt x="74" y="908"/>
                    <a:pt x="45" y="967"/>
                  </a:cubicBezTo>
                  <a:cubicBezTo>
                    <a:pt x="30" y="1026"/>
                    <a:pt x="1" y="1113"/>
                    <a:pt x="103" y="1201"/>
                  </a:cubicBezTo>
                  <a:cubicBezTo>
                    <a:pt x="147" y="1238"/>
                    <a:pt x="206" y="1256"/>
                    <a:pt x="270" y="1256"/>
                  </a:cubicBezTo>
                  <a:cubicBezTo>
                    <a:pt x="334" y="1256"/>
                    <a:pt x="403" y="1238"/>
                    <a:pt x="469" y="1201"/>
                  </a:cubicBezTo>
                  <a:cubicBezTo>
                    <a:pt x="586" y="1143"/>
                    <a:pt x="660" y="1011"/>
                    <a:pt x="762" y="894"/>
                  </a:cubicBezTo>
                  <a:cubicBezTo>
                    <a:pt x="1084" y="425"/>
                    <a:pt x="1348" y="15"/>
                    <a:pt x="1318" y="1"/>
                  </a:cubicBezTo>
                  <a:cubicBezTo>
                    <a:pt x="1318" y="1"/>
                    <a:pt x="1318" y="0"/>
                    <a:pt x="1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flipH="1">
              <a:off x="9793768" y="1895889"/>
              <a:ext cx="73273" cy="143419"/>
            </a:xfrm>
            <a:custGeom>
              <a:avLst/>
              <a:gdLst/>
              <a:ahLst/>
              <a:cxnLst/>
              <a:rect l="l" t="t" r="r" b="b"/>
              <a:pathLst>
                <a:path w="937" h="1834" extrusionOk="0">
                  <a:moveTo>
                    <a:pt x="922" y="1"/>
                  </a:moveTo>
                  <a:cubicBezTo>
                    <a:pt x="902" y="1"/>
                    <a:pt x="622" y="174"/>
                    <a:pt x="247" y="427"/>
                  </a:cubicBezTo>
                  <a:lnTo>
                    <a:pt x="247" y="427"/>
                  </a:lnTo>
                  <a:cubicBezTo>
                    <a:pt x="227" y="433"/>
                    <a:pt x="209" y="442"/>
                    <a:pt x="191" y="455"/>
                  </a:cubicBezTo>
                  <a:lnTo>
                    <a:pt x="250" y="529"/>
                  </a:lnTo>
                  <a:cubicBezTo>
                    <a:pt x="253" y="526"/>
                    <a:pt x="256" y="524"/>
                    <a:pt x="259" y="522"/>
                  </a:cubicBezTo>
                  <a:lnTo>
                    <a:pt x="259" y="522"/>
                  </a:lnTo>
                  <a:lnTo>
                    <a:pt x="264" y="529"/>
                  </a:lnTo>
                  <a:cubicBezTo>
                    <a:pt x="277" y="522"/>
                    <a:pt x="294" y="519"/>
                    <a:pt x="314" y="519"/>
                  </a:cubicBezTo>
                  <a:cubicBezTo>
                    <a:pt x="342" y="519"/>
                    <a:pt x="377" y="526"/>
                    <a:pt x="411" y="543"/>
                  </a:cubicBezTo>
                  <a:cubicBezTo>
                    <a:pt x="440" y="587"/>
                    <a:pt x="484" y="646"/>
                    <a:pt x="499" y="719"/>
                  </a:cubicBezTo>
                  <a:cubicBezTo>
                    <a:pt x="557" y="1056"/>
                    <a:pt x="411" y="1378"/>
                    <a:pt x="279" y="1553"/>
                  </a:cubicBezTo>
                  <a:cubicBezTo>
                    <a:pt x="133" y="1744"/>
                    <a:pt x="1" y="1817"/>
                    <a:pt x="30" y="1831"/>
                  </a:cubicBezTo>
                  <a:cubicBezTo>
                    <a:pt x="30" y="1833"/>
                    <a:pt x="31" y="1833"/>
                    <a:pt x="33" y="1833"/>
                  </a:cubicBezTo>
                  <a:cubicBezTo>
                    <a:pt x="54" y="1833"/>
                    <a:pt x="190" y="1756"/>
                    <a:pt x="338" y="1568"/>
                  </a:cubicBezTo>
                  <a:cubicBezTo>
                    <a:pt x="499" y="1392"/>
                    <a:pt x="645" y="1056"/>
                    <a:pt x="587" y="675"/>
                  </a:cubicBezTo>
                  <a:cubicBezTo>
                    <a:pt x="572" y="602"/>
                    <a:pt x="513" y="514"/>
                    <a:pt x="440" y="455"/>
                  </a:cubicBezTo>
                  <a:cubicBezTo>
                    <a:pt x="421" y="448"/>
                    <a:pt x="400" y="440"/>
                    <a:pt x="377" y="434"/>
                  </a:cubicBezTo>
                  <a:lnTo>
                    <a:pt x="377" y="434"/>
                  </a:lnTo>
                  <a:cubicBezTo>
                    <a:pt x="706" y="190"/>
                    <a:pt x="936" y="15"/>
                    <a:pt x="923" y="2"/>
                  </a:cubicBezTo>
                  <a:cubicBezTo>
                    <a:pt x="923" y="1"/>
                    <a:pt x="923"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flipH="1">
              <a:off x="10646536" y="2905683"/>
              <a:ext cx="213017" cy="1979477"/>
            </a:xfrm>
            <a:custGeom>
              <a:avLst/>
              <a:gdLst/>
              <a:ahLst/>
              <a:cxnLst/>
              <a:rect l="l" t="t" r="r" b="b"/>
              <a:pathLst>
                <a:path w="2724" h="25313" extrusionOk="0">
                  <a:moveTo>
                    <a:pt x="2723" y="1"/>
                  </a:moveTo>
                  <a:lnTo>
                    <a:pt x="1860" y="249"/>
                  </a:lnTo>
                  <a:lnTo>
                    <a:pt x="1" y="25312"/>
                  </a:lnTo>
                  <a:lnTo>
                    <a:pt x="528" y="25312"/>
                  </a:lnTo>
                  <a:lnTo>
                    <a:pt x="27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flipH="1">
              <a:off x="10276727" y="2783222"/>
              <a:ext cx="873572" cy="115658"/>
            </a:xfrm>
            <a:custGeom>
              <a:avLst/>
              <a:gdLst/>
              <a:ahLst/>
              <a:cxnLst/>
              <a:rect l="l" t="t" r="r" b="b"/>
              <a:pathLst>
                <a:path w="11171" h="1479" extrusionOk="0">
                  <a:moveTo>
                    <a:pt x="4655" y="0"/>
                  </a:moveTo>
                  <a:cubicBezTo>
                    <a:pt x="0" y="0"/>
                    <a:pt x="220" y="1479"/>
                    <a:pt x="220" y="1479"/>
                  </a:cubicBezTo>
                  <a:lnTo>
                    <a:pt x="10950" y="1479"/>
                  </a:lnTo>
                  <a:cubicBezTo>
                    <a:pt x="11170" y="308"/>
                    <a:pt x="9282" y="0"/>
                    <a:pt x="4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flipH="1">
              <a:off x="10293931" y="2887384"/>
              <a:ext cx="839242" cy="37849"/>
            </a:xfrm>
            <a:custGeom>
              <a:avLst/>
              <a:gdLst/>
              <a:ahLst/>
              <a:cxnLst/>
              <a:rect l="l" t="t" r="r" b="b"/>
              <a:pathLst>
                <a:path w="10732" h="484" extrusionOk="0">
                  <a:moveTo>
                    <a:pt x="1" y="0"/>
                  </a:moveTo>
                  <a:lnTo>
                    <a:pt x="1" y="483"/>
                  </a:lnTo>
                  <a:lnTo>
                    <a:pt x="10731" y="483"/>
                  </a:lnTo>
                  <a:lnTo>
                    <a:pt x="10731" y="14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flipH="1">
              <a:off x="10351175" y="2925155"/>
              <a:ext cx="269086" cy="1949682"/>
            </a:xfrm>
            <a:custGeom>
              <a:avLst/>
              <a:gdLst/>
              <a:ahLst/>
              <a:cxnLst/>
              <a:rect l="l" t="t" r="r" b="b"/>
              <a:pathLst>
                <a:path w="3441" h="24932" extrusionOk="0">
                  <a:moveTo>
                    <a:pt x="0" y="0"/>
                  </a:moveTo>
                  <a:lnTo>
                    <a:pt x="3074" y="24932"/>
                  </a:lnTo>
                  <a:lnTo>
                    <a:pt x="3440" y="24932"/>
                  </a:lnTo>
                  <a:lnTo>
                    <a:pt x="922" y="0"/>
                  </a:lnTo>
                  <a:close/>
                </a:path>
              </a:pathLst>
            </a:custGeom>
            <a:solidFill>
              <a:srgbClr val="7C4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flipH="1">
              <a:off x="10795349" y="2905683"/>
              <a:ext cx="557644" cy="1969154"/>
            </a:xfrm>
            <a:custGeom>
              <a:avLst/>
              <a:gdLst/>
              <a:ahLst/>
              <a:cxnLst/>
              <a:rect l="l" t="t" r="r" b="b"/>
              <a:pathLst>
                <a:path w="7131" h="25181" extrusionOk="0">
                  <a:moveTo>
                    <a:pt x="6237" y="1"/>
                  </a:moveTo>
                  <a:lnTo>
                    <a:pt x="1" y="25181"/>
                  </a:lnTo>
                  <a:lnTo>
                    <a:pt x="411" y="25181"/>
                  </a:lnTo>
                  <a:lnTo>
                    <a:pt x="7130" y="249"/>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flipH="1">
              <a:off x="10522901" y="3686429"/>
              <a:ext cx="488906" cy="36754"/>
            </a:xfrm>
            <a:custGeom>
              <a:avLst/>
              <a:gdLst/>
              <a:ahLst/>
              <a:cxnLst/>
              <a:rect l="l" t="t" r="r" b="b"/>
              <a:pathLst>
                <a:path w="6252" h="470" extrusionOk="0">
                  <a:moveTo>
                    <a:pt x="6193" y="1"/>
                  </a:moveTo>
                  <a:lnTo>
                    <a:pt x="0" y="147"/>
                  </a:lnTo>
                  <a:lnTo>
                    <a:pt x="0" y="469"/>
                  </a:lnTo>
                  <a:lnTo>
                    <a:pt x="6252" y="337"/>
                  </a:lnTo>
                  <a:lnTo>
                    <a:pt x="6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flipH="1">
              <a:off x="10395825" y="4683555"/>
              <a:ext cx="880454" cy="67643"/>
            </a:xfrm>
            <a:custGeom>
              <a:avLst/>
              <a:gdLst/>
              <a:ahLst/>
              <a:cxnLst/>
              <a:rect l="l" t="t" r="r" b="b"/>
              <a:pathLst>
                <a:path w="11259" h="865" extrusionOk="0">
                  <a:moveTo>
                    <a:pt x="89" y="1"/>
                  </a:moveTo>
                  <a:lnTo>
                    <a:pt x="1" y="308"/>
                  </a:lnTo>
                  <a:lnTo>
                    <a:pt x="11259" y="864"/>
                  </a:lnTo>
                  <a:lnTo>
                    <a:pt x="11259" y="425"/>
                  </a:lnTo>
                  <a:lnTo>
                    <a:pt x="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flipH="1">
              <a:off x="9784540" y="4225617"/>
              <a:ext cx="296534" cy="435183"/>
            </a:xfrm>
            <a:custGeom>
              <a:avLst/>
              <a:gdLst/>
              <a:ahLst/>
              <a:cxnLst/>
              <a:rect l="l" t="t" r="r" b="b"/>
              <a:pathLst>
                <a:path w="3792" h="5565" extrusionOk="0">
                  <a:moveTo>
                    <a:pt x="937" y="1"/>
                  </a:moveTo>
                  <a:lnTo>
                    <a:pt x="0" y="1641"/>
                  </a:lnTo>
                  <a:cubicBezTo>
                    <a:pt x="0" y="1641"/>
                    <a:pt x="2782" y="4891"/>
                    <a:pt x="3236" y="5432"/>
                  </a:cubicBezTo>
                  <a:cubicBezTo>
                    <a:pt x="3317" y="5525"/>
                    <a:pt x="3375" y="5564"/>
                    <a:pt x="3416" y="5564"/>
                  </a:cubicBezTo>
                  <a:cubicBezTo>
                    <a:pt x="3624" y="5564"/>
                    <a:pt x="3367" y="4539"/>
                    <a:pt x="3367" y="4539"/>
                  </a:cubicBezTo>
                  <a:lnTo>
                    <a:pt x="3792" y="3324"/>
                  </a:lnTo>
                  <a:lnTo>
                    <a:pt x="9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flipH="1">
              <a:off x="9404408" y="2659588"/>
              <a:ext cx="1304063" cy="1874063"/>
            </a:xfrm>
            <a:custGeom>
              <a:avLst/>
              <a:gdLst/>
              <a:ahLst/>
              <a:cxnLst/>
              <a:rect l="l" t="t" r="r" b="b"/>
              <a:pathLst>
                <a:path w="16676" h="23965" extrusionOk="0">
                  <a:moveTo>
                    <a:pt x="7145" y="0"/>
                  </a:moveTo>
                  <a:lnTo>
                    <a:pt x="1" y="835"/>
                  </a:lnTo>
                  <a:lnTo>
                    <a:pt x="11024" y="10160"/>
                  </a:lnTo>
                  <a:lnTo>
                    <a:pt x="6647" y="22223"/>
                  </a:lnTo>
                  <a:lnTo>
                    <a:pt x="11991" y="23965"/>
                  </a:lnTo>
                  <a:cubicBezTo>
                    <a:pt x="11991" y="23965"/>
                    <a:pt x="16675" y="10160"/>
                    <a:pt x="16675" y="8593"/>
                  </a:cubicBezTo>
                  <a:cubicBezTo>
                    <a:pt x="16661" y="6705"/>
                    <a:pt x="7145" y="0"/>
                    <a:pt x="7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flipH="1">
              <a:off x="9814099" y="4685901"/>
              <a:ext cx="495944" cy="145608"/>
            </a:xfrm>
            <a:custGeom>
              <a:avLst/>
              <a:gdLst/>
              <a:ahLst/>
              <a:cxnLst/>
              <a:rect l="l" t="t" r="r" b="b"/>
              <a:pathLst>
                <a:path w="6342" h="1862" extrusionOk="0">
                  <a:moveTo>
                    <a:pt x="0" y="0"/>
                  </a:moveTo>
                  <a:lnTo>
                    <a:pt x="601" y="1801"/>
                  </a:lnTo>
                  <a:cubicBezTo>
                    <a:pt x="601" y="1801"/>
                    <a:pt x="4146" y="1861"/>
                    <a:pt x="5340" y="1861"/>
                  </a:cubicBezTo>
                  <a:cubicBezTo>
                    <a:pt x="5460" y="1861"/>
                    <a:pt x="5555" y="1861"/>
                    <a:pt x="5622" y="1859"/>
                  </a:cubicBezTo>
                  <a:cubicBezTo>
                    <a:pt x="5630" y="1859"/>
                    <a:pt x="5637" y="1859"/>
                    <a:pt x="5644" y="1859"/>
                  </a:cubicBezTo>
                  <a:cubicBezTo>
                    <a:pt x="6341" y="1859"/>
                    <a:pt x="5036" y="1171"/>
                    <a:pt x="5036" y="1171"/>
                  </a:cubicBezTo>
                  <a:lnTo>
                    <a:pt x="4392" y="59"/>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flipH="1">
              <a:off x="10133700" y="1657927"/>
              <a:ext cx="803661" cy="996424"/>
            </a:xfrm>
            <a:custGeom>
              <a:avLst/>
              <a:gdLst/>
              <a:ahLst/>
              <a:cxnLst/>
              <a:rect l="l" t="t" r="r" b="b"/>
              <a:pathLst>
                <a:path w="10277" h="12742" extrusionOk="0">
                  <a:moveTo>
                    <a:pt x="4954" y="0"/>
                  </a:moveTo>
                  <a:cubicBezTo>
                    <a:pt x="3960" y="0"/>
                    <a:pt x="3002" y="114"/>
                    <a:pt x="2386" y="351"/>
                  </a:cubicBezTo>
                  <a:cubicBezTo>
                    <a:pt x="2386" y="351"/>
                    <a:pt x="220" y="1273"/>
                    <a:pt x="0" y="3220"/>
                  </a:cubicBezTo>
                  <a:lnTo>
                    <a:pt x="0" y="8168"/>
                  </a:lnTo>
                  <a:lnTo>
                    <a:pt x="29" y="10233"/>
                  </a:lnTo>
                  <a:cubicBezTo>
                    <a:pt x="29" y="10233"/>
                    <a:pt x="5271" y="12742"/>
                    <a:pt x="8414" y="12742"/>
                  </a:cubicBezTo>
                  <a:cubicBezTo>
                    <a:pt x="9209" y="12742"/>
                    <a:pt x="9869" y="12581"/>
                    <a:pt x="10277" y="12180"/>
                  </a:cubicBezTo>
                  <a:lnTo>
                    <a:pt x="9867" y="5621"/>
                  </a:lnTo>
                  <a:cubicBezTo>
                    <a:pt x="9838" y="4216"/>
                    <a:pt x="10013" y="1961"/>
                    <a:pt x="8974" y="1024"/>
                  </a:cubicBezTo>
                  <a:cubicBezTo>
                    <a:pt x="8769" y="849"/>
                    <a:pt x="8549" y="658"/>
                    <a:pt x="8315" y="541"/>
                  </a:cubicBezTo>
                  <a:cubicBezTo>
                    <a:pt x="7566" y="187"/>
                    <a:pt x="6230" y="0"/>
                    <a:pt x="49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flipH="1">
              <a:off x="10224100" y="1207809"/>
              <a:ext cx="422515" cy="538642"/>
            </a:xfrm>
            <a:custGeom>
              <a:avLst/>
              <a:gdLst/>
              <a:ahLst/>
              <a:cxnLst/>
              <a:rect l="l" t="t" r="r" b="b"/>
              <a:pathLst>
                <a:path w="5403" h="6888" extrusionOk="0">
                  <a:moveTo>
                    <a:pt x="2796" y="0"/>
                  </a:moveTo>
                  <a:cubicBezTo>
                    <a:pt x="1518" y="0"/>
                    <a:pt x="1450" y="617"/>
                    <a:pt x="1450" y="617"/>
                  </a:cubicBezTo>
                  <a:lnTo>
                    <a:pt x="1450" y="1700"/>
                  </a:lnTo>
                  <a:cubicBezTo>
                    <a:pt x="1450" y="1700"/>
                    <a:pt x="1090" y="1443"/>
                    <a:pt x="746" y="1443"/>
                  </a:cubicBezTo>
                  <a:cubicBezTo>
                    <a:pt x="493" y="1443"/>
                    <a:pt x="248" y="1582"/>
                    <a:pt x="161" y="2066"/>
                  </a:cubicBezTo>
                  <a:cubicBezTo>
                    <a:pt x="0" y="2959"/>
                    <a:pt x="864" y="3120"/>
                    <a:pt x="864" y="3120"/>
                  </a:cubicBezTo>
                  <a:lnTo>
                    <a:pt x="659" y="5682"/>
                  </a:lnTo>
                  <a:cubicBezTo>
                    <a:pt x="630" y="6034"/>
                    <a:pt x="732" y="6370"/>
                    <a:pt x="967" y="6605"/>
                  </a:cubicBezTo>
                  <a:cubicBezTo>
                    <a:pt x="1185" y="6812"/>
                    <a:pt x="1431" y="6888"/>
                    <a:pt x="1674" y="6888"/>
                  </a:cubicBezTo>
                  <a:cubicBezTo>
                    <a:pt x="2051" y="6888"/>
                    <a:pt x="2422" y="6706"/>
                    <a:pt x="2679" y="6546"/>
                  </a:cubicBezTo>
                  <a:cubicBezTo>
                    <a:pt x="2870" y="6414"/>
                    <a:pt x="2987" y="6224"/>
                    <a:pt x="2987" y="5975"/>
                  </a:cubicBezTo>
                  <a:lnTo>
                    <a:pt x="2987" y="5302"/>
                  </a:lnTo>
                  <a:lnTo>
                    <a:pt x="3895" y="5302"/>
                  </a:lnTo>
                  <a:cubicBezTo>
                    <a:pt x="5402" y="5228"/>
                    <a:pt x="5139" y="441"/>
                    <a:pt x="5139" y="441"/>
                  </a:cubicBezTo>
                  <a:cubicBezTo>
                    <a:pt x="5139" y="31"/>
                    <a:pt x="4334" y="31"/>
                    <a:pt x="4334" y="31"/>
                  </a:cubicBezTo>
                  <a:lnTo>
                    <a:pt x="2928" y="2"/>
                  </a:lnTo>
                  <a:cubicBezTo>
                    <a:pt x="2883" y="1"/>
                    <a:pt x="2839" y="0"/>
                    <a:pt x="279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flipH="1">
              <a:off x="10311138" y="1383133"/>
              <a:ext cx="22913" cy="112217"/>
            </a:xfrm>
            <a:custGeom>
              <a:avLst/>
              <a:gdLst/>
              <a:ahLst/>
              <a:cxnLst/>
              <a:rect l="l" t="t" r="r" b="b"/>
              <a:pathLst>
                <a:path w="293" h="1435" extrusionOk="0">
                  <a:moveTo>
                    <a:pt x="234" y="0"/>
                  </a:moveTo>
                  <a:cubicBezTo>
                    <a:pt x="220" y="29"/>
                    <a:pt x="190" y="366"/>
                    <a:pt x="190" y="776"/>
                  </a:cubicBezTo>
                  <a:cubicBezTo>
                    <a:pt x="190" y="996"/>
                    <a:pt x="234" y="1186"/>
                    <a:pt x="176" y="1303"/>
                  </a:cubicBezTo>
                  <a:cubicBezTo>
                    <a:pt x="146" y="1362"/>
                    <a:pt x="103" y="1391"/>
                    <a:pt x="73" y="1391"/>
                  </a:cubicBezTo>
                  <a:cubicBezTo>
                    <a:pt x="29" y="1405"/>
                    <a:pt x="15" y="1405"/>
                    <a:pt x="15" y="1405"/>
                  </a:cubicBezTo>
                  <a:cubicBezTo>
                    <a:pt x="0" y="1405"/>
                    <a:pt x="15" y="1435"/>
                    <a:pt x="73" y="1435"/>
                  </a:cubicBezTo>
                  <a:cubicBezTo>
                    <a:pt x="117" y="1435"/>
                    <a:pt x="176" y="1405"/>
                    <a:pt x="234" y="1347"/>
                  </a:cubicBezTo>
                  <a:cubicBezTo>
                    <a:pt x="264" y="1274"/>
                    <a:pt x="293" y="1171"/>
                    <a:pt x="293" y="1083"/>
                  </a:cubicBezTo>
                  <a:lnTo>
                    <a:pt x="293" y="776"/>
                  </a:lnTo>
                  <a:cubicBezTo>
                    <a:pt x="293" y="351"/>
                    <a:pt x="249"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flipH="1">
              <a:off x="10390120" y="1387669"/>
              <a:ext cx="9228" cy="27526"/>
            </a:xfrm>
            <a:custGeom>
              <a:avLst/>
              <a:gdLst/>
              <a:ahLst/>
              <a:cxnLst/>
              <a:rect l="l" t="t" r="r" b="b"/>
              <a:pathLst>
                <a:path w="118" h="352" extrusionOk="0">
                  <a:moveTo>
                    <a:pt x="59" y="1"/>
                  </a:moveTo>
                  <a:cubicBezTo>
                    <a:pt x="30" y="1"/>
                    <a:pt x="1" y="74"/>
                    <a:pt x="30" y="191"/>
                  </a:cubicBezTo>
                  <a:cubicBezTo>
                    <a:pt x="30" y="279"/>
                    <a:pt x="59" y="352"/>
                    <a:pt x="74" y="352"/>
                  </a:cubicBezTo>
                  <a:cubicBezTo>
                    <a:pt x="103" y="352"/>
                    <a:pt x="118" y="264"/>
                    <a:pt x="118" y="162"/>
                  </a:cubicBezTo>
                  <a:cubicBezTo>
                    <a:pt x="118"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flipH="1">
              <a:off x="10269927" y="1385401"/>
              <a:ext cx="6882" cy="26432"/>
            </a:xfrm>
            <a:custGeom>
              <a:avLst/>
              <a:gdLst/>
              <a:ahLst/>
              <a:cxnLst/>
              <a:rect l="l" t="t" r="r" b="b"/>
              <a:pathLst>
                <a:path w="88" h="338" extrusionOk="0">
                  <a:moveTo>
                    <a:pt x="29" y="0"/>
                  </a:moveTo>
                  <a:cubicBezTo>
                    <a:pt x="15" y="0"/>
                    <a:pt x="0" y="88"/>
                    <a:pt x="0" y="176"/>
                  </a:cubicBezTo>
                  <a:cubicBezTo>
                    <a:pt x="0" y="264"/>
                    <a:pt x="29" y="337"/>
                    <a:pt x="44" y="337"/>
                  </a:cubicBezTo>
                  <a:cubicBezTo>
                    <a:pt x="73" y="337"/>
                    <a:pt x="88" y="249"/>
                    <a:pt x="88" y="161"/>
                  </a:cubicBezTo>
                  <a:cubicBezTo>
                    <a:pt x="88" y="59"/>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flipH="1">
              <a:off x="10410686" y="1581135"/>
              <a:ext cx="66470" cy="119177"/>
            </a:xfrm>
            <a:custGeom>
              <a:avLst/>
              <a:gdLst/>
              <a:ahLst/>
              <a:cxnLst/>
              <a:rect l="l" t="t" r="r" b="b"/>
              <a:pathLst>
                <a:path w="850" h="1524" extrusionOk="0">
                  <a:moveTo>
                    <a:pt x="15" y="1"/>
                  </a:moveTo>
                  <a:lnTo>
                    <a:pt x="15" y="1"/>
                  </a:lnTo>
                  <a:cubicBezTo>
                    <a:pt x="0" y="250"/>
                    <a:pt x="0" y="528"/>
                    <a:pt x="73" y="791"/>
                  </a:cubicBezTo>
                  <a:cubicBezTo>
                    <a:pt x="147" y="1040"/>
                    <a:pt x="308" y="1260"/>
                    <a:pt x="527" y="1406"/>
                  </a:cubicBezTo>
                  <a:cubicBezTo>
                    <a:pt x="600" y="1465"/>
                    <a:pt x="747" y="1523"/>
                    <a:pt x="747" y="1523"/>
                  </a:cubicBezTo>
                  <a:cubicBezTo>
                    <a:pt x="747" y="1494"/>
                    <a:pt x="776" y="1333"/>
                    <a:pt x="805" y="1318"/>
                  </a:cubicBezTo>
                  <a:cubicBezTo>
                    <a:pt x="849" y="1040"/>
                    <a:pt x="835" y="820"/>
                    <a:pt x="805" y="513"/>
                  </a:cubicBezTo>
                  <a:cubicBezTo>
                    <a:pt x="483" y="440"/>
                    <a:pt x="220" y="235"/>
                    <a:pt x="15" y="1"/>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flipH="1">
              <a:off x="10545815" y="1356780"/>
              <a:ext cx="53880" cy="74446"/>
            </a:xfrm>
            <a:custGeom>
              <a:avLst/>
              <a:gdLst/>
              <a:ahLst/>
              <a:cxnLst/>
              <a:rect l="l" t="t" r="r" b="b"/>
              <a:pathLst>
                <a:path w="689" h="952" extrusionOk="0">
                  <a:moveTo>
                    <a:pt x="59" y="0"/>
                  </a:moveTo>
                  <a:cubicBezTo>
                    <a:pt x="59" y="0"/>
                    <a:pt x="132" y="30"/>
                    <a:pt x="220" y="88"/>
                  </a:cubicBezTo>
                  <a:cubicBezTo>
                    <a:pt x="281" y="131"/>
                    <a:pt x="346" y="185"/>
                    <a:pt x="405" y="257"/>
                  </a:cubicBezTo>
                  <a:lnTo>
                    <a:pt x="405" y="257"/>
                  </a:lnTo>
                  <a:cubicBezTo>
                    <a:pt x="392" y="254"/>
                    <a:pt x="380" y="251"/>
                    <a:pt x="367" y="249"/>
                  </a:cubicBezTo>
                  <a:cubicBezTo>
                    <a:pt x="348" y="246"/>
                    <a:pt x="329" y="244"/>
                    <a:pt x="310" y="244"/>
                  </a:cubicBezTo>
                  <a:cubicBezTo>
                    <a:pt x="251" y="244"/>
                    <a:pt x="191" y="260"/>
                    <a:pt x="147" y="293"/>
                  </a:cubicBezTo>
                  <a:cubicBezTo>
                    <a:pt x="103" y="322"/>
                    <a:pt x="59" y="396"/>
                    <a:pt x="45" y="454"/>
                  </a:cubicBezTo>
                  <a:cubicBezTo>
                    <a:pt x="1" y="586"/>
                    <a:pt x="45" y="688"/>
                    <a:pt x="103" y="762"/>
                  </a:cubicBezTo>
                  <a:cubicBezTo>
                    <a:pt x="206" y="923"/>
                    <a:pt x="323" y="952"/>
                    <a:pt x="323" y="952"/>
                  </a:cubicBezTo>
                  <a:cubicBezTo>
                    <a:pt x="337" y="923"/>
                    <a:pt x="250" y="879"/>
                    <a:pt x="132" y="703"/>
                  </a:cubicBezTo>
                  <a:cubicBezTo>
                    <a:pt x="103" y="630"/>
                    <a:pt x="74" y="542"/>
                    <a:pt x="118" y="454"/>
                  </a:cubicBezTo>
                  <a:cubicBezTo>
                    <a:pt x="130" y="380"/>
                    <a:pt x="195" y="316"/>
                    <a:pt x="286" y="316"/>
                  </a:cubicBezTo>
                  <a:cubicBezTo>
                    <a:pt x="302" y="316"/>
                    <a:pt x="319" y="318"/>
                    <a:pt x="337" y="322"/>
                  </a:cubicBezTo>
                  <a:cubicBezTo>
                    <a:pt x="393" y="334"/>
                    <a:pt x="449" y="370"/>
                    <a:pt x="498" y="407"/>
                  </a:cubicBezTo>
                  <a:lnTo>
                    <a:pt x="498" y="407"/>
                  </a:lnTo>
                  <a:cubicBezTo>
                    <a:pt x="503" y="417"/>
                    <a:pt x="508" y="428"/>
                    <a:pt x="513" y="440"/>
                  </a:cubicBezTo>
                  <a:lnTo>
                    <a:pt x="527" y="428"/>
                  </a:lnTo>
                  <a:lnTo>
                    <a:pt x="527" y="428"/>
                  </a:lnTo>
                  <a:cubicBezTo>
                    <a:pt x="532" y="432"/>
                    <a:pt x="537" y="436"/>
                    <a:pt x="542" y="440"/>
                  </a:cubicBezTo>
                  <a:lnTo>
                    <a:pt x="689" y="542"/>
                  </a:lnTo>
                  <a:lnTo>
                    <a:pt x="616" y="381"/>
                  </a:lnTo>
                  <a:cubicBezTo>
                    <a:pt x="513" y="191"/>
                    <a:pt x="367" y="88"/>
                    <a:pt x="264" y="30"/>
                  </a:cubicBezTo>
                  <a:cubicBezTo>
                    <a:pt x="132" y="0"/>
                    <a:pt x="59"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flipH="1">
              <a:off x="10337413" y="1536014"/>
              <a:ext cx="42463" cy="9931"/>
            </a:xfrm>
            <a:custGeom>
              <a:avLst/>
              <a:gdLst/>
              <a:ahLst/>
              <a:cxnLst/>
              <a:rect l="l" t="t" r="r" b="b"/>
              <a:pathLst>
                <a:path w="543" h="127" extrusionOk="0">
                  <a:moveTo>
                    <a:pt x="35" y="1"/>
                  </a:moveTo>
                  <a:cubicBezTo>
                    <a:pt x="17" y="1"/>
                    <a:pt x="5" y="2"/>
                    <a:pt x="0" y="7"/>
                  </a:cubicBezTo>
                  <a:cubicBezTo>
                    <a:pt x="0" y="21"/>
                    <a:pt x="103" y="95"/>
                    <a:pt x="264" y="124"/>
                  </a:cubicBezTo>
                  <a:cubicBezTo>
                    <a:pt x="280" y="125"/>
                    <a:pt x="296" y="126"/>
                    <a:pt x="311" y="126"/>
                  </a:cubicBezTo>
                  <a:cubicBezTo>
                    <a:pt x="438" y="126"/>
                    <a:pt x="542" y="78"/>
                    <a:pt x="542" y="65"/>
                  </a:cubicBezTo>
                  <a:cubicBezTo>
                    <a:pt x="527" y="51"/>
                    <a:pt x="410" y="51"/>
                    <a:pt x="264" y="21"/>
                  </a:cubicBezTo>
                  <a:cubicBezTo>
                    <a:pt x="160" y="11"/>
                    <a:pt x="79"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flipH="1">
              <a:off x="10234423" y="1196470"/>
              <a:ext cx="321793" cy="145687"/>
            </a:xfrm>
            <a:custGeom>
              <a:avLst/>
              <a:gdLst/>
              <a:ahLst/>
              <a:cxnLst/>
              <a:rect l="l" t="t" r="r" b="b"/>
              <a:pathLst>
                <a:path w="4115" h="1863" extrusionOk="0">
                  <a:moveTo>
                    <a:pt x="1216" y="1"/>
                  </a:moveTo>
                  <a:cubicBezTo>
                    <a:pt x="923" y="1"/>
                    <a:pt x="587" y="15"/>
                    <a:pt x="367" y="235"/>
                  </a:cubicBezTo>
                  <a:cubicBezTo>
                    <a:pt x="118" y="469"/>
                    <a:pt x="74" y="835"/>
                    <a:pt x="89" y="1172"/>
                  </a:cubicBezTo>
                  <a:cubicBezTo>
                    <a:pt x="89" y="1348"/>
                    <a:pt x="1" y="1655"/>
                    <a:pt x="147" y="1787"/>
                  </a:cubicBezTo>
                  <a:cubicBezTo>
                    <a:pt x="178" y="1812"/>
                    <a:pt x="233" y="1820"/>
                    <a:pt x="296" y="1820"/>
                  </a:cubicBezTo>
                  <a:cubicBezTo>
                    <a:pt x="397" y="1820"/>
                    <a:pt x="521" y="1799"/>
                    <a:pt x="596" y="1799"/>
                  </a:cubicBezTo>
                  <a:cubicBezTo>
                    <a:pt x="609" y="1799"/>
                    <a:pt x="621" y="1800"/>
                    <a:pt x="630" y="1801"/>
                  </a:cubicBezTo>
                  <a:cubicBezTo>
                    <a:pt x="796" y="1835"/>
                    <a:pt x="971" y="1863"/>
                    <a:pt x="1139" y="1863"/>
                  </a:cubicBezTo>
                  <a:cubicBezTo>
                    <a:pt x="1268" y="1863"/>
                    <a:pt x="1394" y="1846"/>
                    <a:pt x="1509" y="1801"/>
                  </a:cubicBezTo>
                  <a:cubicBezTo>
                    <a:pt x="1792" y="1731"/>
                    <a:pt x="2048" y="1510"/>
                    <a:pt x="2091" y="1230"/>
                  </a:cubicBezTo>
                  <a:lnTo>
                    <a:pt x="2091" y="1230"/>
                  </a:lnTo>
                  <a:cubicBezTo>
                    <a:pt x="2065" y="1440"/>
                    <a:pt x="2068" y="1649"/>
                    <a:pt x="2124" y="1845"/>
                  </a:cubicBezTo>
                  <a:cubicBezTo>
                    <a:pt x="2266" y="1638"/>
                    <a:pt x="2397" y="1420"/>
                    <a:pt x="2537" y="1210"/>
                  </a:cubicBezTo>
                  <a:lnTo>
                    <a:pt x="2537" y="1210"/>
                  </a:lnTo>
                  <a:cubicBezTo>
                    <a:pt x="2462" y="1365"/>
                    <a:pt x="2513" y="1561"/>
                    <a:pt x="2636" y="1684"/>
                  </a:cubicBezTo>
                  <a:cubicBezTo>
                    <a:pt x="2755" y="1790"/>
                    <a:pt x="2932" y="1848"/>
                    <a:pt x="3116" y="1848"/>
                  </a:cubicBezTo>
                  <a:cubicBezTo>
                    <a:pt x="3136" y="1848"/>
                    <a:pt x="3157" y="1847"/>
                    <a:pt x="3178" y="1845"/>
                  </a:cubicBezTo>
                  <a:cubicBezTo>
                    <a:pt x="3383" y="1831"/>
                    <a:pt x="3939" y="1684"/>
                    <a:pt x="4115" y="1611"/>
                  </a:cubicBezTo>
                  <a:lnTo>
                    <a:pt x="4115" y="879"/>
                  </a:lnTo>
                  <a:cubicBezTo>
                    <a:pt x="4115" y="528"/>
                    <a:pt x="3880" y="235"/>
                    <a:pt x="3544" y="162"/>
                  </a:cubicBezTo>
                  <a:cubicBezTo>
                    <a:pt x="3441" y="118"/>
                    <a:pt x="3324" y="118"/>
                    <a:pt x="3222" y="103"/>
                  </a:cubicBezTo>
                  <a:cubicBezTo>
                    <a:pt x="2563" y="30"/>
                    <a:pt x="1904" y="1"/>
                    <a:pt x="1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flipH="1">
              <a:off x="9995679" y="2350230"/>
              <a:ext cx="274326" cy="332585"/>
            </a:xfrm>
            <a:custGeom>
              <a:avLst/>
              <a:gdLst/>
              <a:ahLst/>
              <a:cxnLst/>
              <a:rect l="l" t="t" r="r" b="b"/>
              <a:pathLst>
                <a:path w="3508" h="4253" extrusionOk="0">
                  <a:moveTo>
                    <a:pt x="1627" y="1"/>
                  </a:moveTo>
                  <a:cubicBezTo>
                    <a:pt x="1421" y="1"/>
                    <a:pt x="1" y="1365"/>
                    <a:pt x="1" y="1365"/>
                  </a:cubicBezTo>
                  <a:cubicBezTo>
                    <a:pt x="1" y="1365"/>
                    <a:pt x="57" y="4252"/>
                    <a:pt x="584" y="4252"/>
                  </a:cubicBezTo>
                  <a:cubicBezTo>
                    <a:pt x="595" y="4252"/>
                    <a:pt x="605" y="4251"/>
                    <a:pt x="616" y="4249"/>
                  </a:cubicBezTo>
                  <a:cubicBezTo>
                    <a:pt x="616" y="4249"/>
                    <a:pt x="2753" y="3517"/>
                    <a:pt x="2899" y="3327"/>
                  </a:cubicBezTo>
                  <a:cubicBezTo>
                    <a:pt x="3028" y="3147"/>
                    <a:pt x="2248" y="3136"/>
                    <a:pt x="2051" y="3136"/>
                  </a:cubicBezTo>
                  <a:cubicBezTo>
                    <a:pt x="2023" y="3136"/>
                    <a:pt x="2006" y="3136"/>
                    <a:pt x="2006" y="3136"/>
                  </a:cubicBezTo>
                  <a:cubicBezTo>
                    <a:pt x="2006" y="3136"/>
                    <a:pt x="3046" y="2975"/>
                    <a:pt x="3192" y="2770"/>
                  </a:cubicBezTo>
                  <a:cubicBezTo>
                    <a:pt x="3368" y="2565"/>
                    <a:pt x="1860" y="2492"/>
                    <a:pt x="1860" y="2492"/>
                  </a:cubicBezTo>
                  <a:cubicBezTo>
                    <a:pt x="1860" y="2492"/>
                    <a:pt x="3339" y="2492"/>
                    <a:pt x="3339" y="2170"/>
                  </a:cubicBezTo>
                  <a:cubicBezTo>
                    <a:pt x="3339" y="1833"/>
                    <a:pt x="1699" y="1746"/>
                    <a:pt x="1699" y="1746"/>
                  </a:cubicBezTo>
                  <a:cubicBezTo>
                    <a:pt x="1699" y="1746"/>
                    <a:pt x="3397" y="1716"/>
                    <a:pt x="3456" y="1365"/>
                  </a:cubicBezTo>
                  <a:cubicBezTo>
                    <a:pt x="3507" y="1117"/>
                    <a:pt x="2392" y="1080"/>
                    <a:pt x="1731" y="1080"/>
                  </a:cubicBezTo>
                  <a:cubicBezTo>
                    <a:pt x="1456" y="1080"/>
                    <a:pt x="1260" y="1087"/>
                    <a:pt x="1260" y="1087"/>
                  </a:cubicBezTo>
                  <a:cubicBezTo>
                    <a:pt x="1772" y="662"/>
                    <a:pt x="1787" y="106"/>
                    <a:pt x="1640" y="3"/>
                  </a:cubicBezTo>
                  <a:cubicBezTo>
                    <a:pt x="1637" y="2"/>
                    <a:pt x="1632" y="1"/>
                    <a:pt x="1627"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flipH="1">
              <a:off x="10221831" y="1894794"/>
              <a:ext cx="805851" cy="852615"/>
            </a:xfrm>
            <a:custGeom>
              <a:avLst/>
              <a:gdLst/>
              <a:ahLst/>
              <a:cxnLst/>
              <a:rect l="l" t="t" r="r" b="b"/>
              <a:pathLst>
                <a:path w="10305" h="10903" extrusionOk="0">
                  <a:moveTo>
                    <a:pt x="1111" y="1"/>
                  </a:moveTo>
                  <a:cubicBezTo>
                    <a:pt x="1111" y="1"/>
                    <a:pt x="130" y="2709"/>
                    <a:pt x="57" y="7043"/>
                  </a:cubicBezTo>
                  <a:cubicBezTo>
                    <a:pt x="0" y="10403"/>
                    <a:pt x="2392" y="10902"/>
                    <a:pt x="3960" y="10902"/>
                  </a:cubicBezTo>
                  <a:cubicBezTo>
                    <a:pt x="4413" y="10902"/>
                    <a:pt x="4798" y="10860"/>
                    <a:pt x="5034" y="10834"/>
                  </a:cubicBezTo>
                  <a:cubicBezTo>
                    <a:pt x="6103" y="10702"/>
                    <a:pt x="10305" y="10102"/>
                    <a:pt x="10305" y="10102"/>
                  </a:cubicBezTo>
                  <a:lnTo>
                    <a:pt x="9704" y="7174"/>
                  </a:lnTo>
                  <a:cubicBezTo>
                    <a:pt x="9704" y="7174"/>
                    <a:pt x="7128" y="7540"/>
                    <a:pt x="4303" y="7540"/>
                  </a:cubicBezTo>
                  <a:cubicBezTo>
                    <a:pt x="3014" y="7540"/>
                    <a:pt x="4449" y="543"/>
                    <a:pt x="4449" y="543"/>
                  </a:cubicBezTo>
                  <a:lnTo>
                    <a:pt x="1111"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flipH="1">
              <a:off x="9839434" y="2696186"/>
              <a:ext cx="941137" cy="2037814"/>
            </a:xfrm>
            <a:custGeom>
              <a:avLst/>
              <a:gdLst/>
              <a:ahLst/>
              <a:cxnLst/>
              <a:rect l="l" t="t" r="r" b="b"/>
              <a:pathLst>
                <a:path w="12035" h="26059" extrusionOk="0">
                  <a:moveTo>
                    <a:pt x="5739" y="1"/>
                  </a:moveTo>
                  <a:lnTo>
                    <a:pt x="1" y="630"/>
                  </a:lnTo>
                  <a:lnTo>
                    <a:pt x="5285" y="26059"/>
                  </a:lnTo>
                  <a:lnTo>
                    <a:pt x="12034" y="26059"/>
                  </a:lnTo>
                  <a:lnTo>
                    <a:pt x="5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flipH="1">
              <a:off x="10099294" y="2659588"/>
              <a:ext cx="256574" cy="237024"/>
            </a:xfrm>
            <a:custGeom>
              <a:avLst/>
              <a:gdLst/>
              <a:ahLst/>
              <a:cxnLst/>
              <a:rect l="l" t="t" r="r" b="b"/>
              <a:pathLst>
                <a:path w="3281" h="3031" extrusionOk="0">
                  <a:moveTo>
                    <a:pt x="2548" y="0"/>
                  </a:moveTo>
                  <a:lnTo>
                    <a:pt x="1" y="469"/>
                  </a:lnTo>
                  <a:lnTo>
                    <a:pt x="586" y="3030"/>
                  </a:lnTo>
                  <a:lnTo>
                    <a:pt x="3280" y="469"/>
                  </a:lnTo>
                  <a:lnTo>
                    <a:pt x="25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flipH="1">
              <a:off x="10256163" y="2681328"/>
              <a:ext cx="41290" cy="232489"/>
            </a:xfrm>
            <a:custGeom>
              <a:avLst/>
              <a:gdLst/>
              <a:ahLst/>
              <a:cxnLst/>
              <a:rect l="l" t="t" r="r" b="b"/>
              <a:pathLst>
                <a:path w="528" h="2973" extrusionOk="0">
                  <a:moveTo>
                    <a:pt x="15" y="0"/>
                  </a:moveTo>
                  <a:cubicBezTo>
                    <a:pt x="1" y="0"/>
                    <a:pt x="15" y="191"/>
                    <a:pt x="74" y="454"/>
                  </a:cubicBezTo>
                  <a:cubicBezTo>
                    <a:pt x="132" y="732"/>
                    <a:pt x="191" y="1113"/>
                    <a:pt x="279" y="1537"/>
                  </a:cubicBezTo>
                  <a:cubicBezTo>
                    <a:pt x="337" y="1742"/>
                    <a:pt x="366" y="1947"/>
                    <a:pt x="410" y="2123"/>
                  </a:cubicBezTo>
                  <a:cubicBezTo>
                    <a:pt x="440" y="2313"/>
                    <a:pt x="454" y="2474"/>
                    <a:pt x="440" y="2606"/>
                  </a:cubicBezTo>
                  <a:cubicBezTo>
                    <a:pt x="410" y="2752"/>
                    <a:pt x="381" y="2855"/>
                    <a:pt x="337" y="2899"/>
                  </a:cubicBezTo>
                  <a:cubicBezTo>
                    <a:pt x="279" y="2928"/>
                    <a:pt x="220" y="2914"/>
                    <a:pt x="220" y="2928"/>
                  </a:cubicBezTo>
                  <a:cubicBezTo>
                    <a:pt x="220" y="2943"/>
                    <a:pt x="235" y="2943"/>
                    <a:pt x="264" y="2972"/>
                  </a:cubicBezTo>
                  <a:cubicBezTo>
                    <a:pt x="279" y="2972"/>
                    <a:pt x="308" y="2972"/>
                    <a:pt x="352" y="2943"/>
                  </a:cubicBezTo>
                  <a:cubicBezTo>
                    <a:pt x="440" y="2884"/>
                    <a:pt x="454" y="2767"/>
                    <a:pt x="498" y="2635"/>
                  </a:cubicBezTo>
                  <a:cubicBezTo>
                    <a:pt x="528" y="2489"/>
                    <a:pt x="513" y="2313"/>
                    <a:pt x="484" y="2123"/>
                  </a:cubicBezTo>
                  <a:lnTo>
                    <a:pt x="366" y="1523"/>
                  </a:lnTo>
                  <a:cubicBezTo>
                    <a:pt x="293" y="1098"/>
                    <a:pt x="205" y="718"/>
                    <a:pt x="147" y="439"/>
                  </a:cubicBezTo>
                  <a:cubicBezTo>
                    <a:pt x="74" y="161"/>
                    <a:pt x="44" y="0"/>
                    <a:pt x="15"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flipH="1">
              <a:off x="10213779" y="2692745"/>
              <a:ext cx="137476" cy="485466"/>
            </a:xfrm>
            <a:custGeom>
              <a:avLst/>
              <a:gdLst/>
              <a:ahLst/>
              <a:cxnLst/>
              <a:rect l="l" t="t" r="r" b="b"/>
              <a:pathLst>
                <a:path w="1758" h="6208" extrusionOk="0">
                  <a:moveTo>
                    <a:pt x="0" y="1"/>
                  </a:moveTo>
                  <a:cubicBezTo>
                    <a:pt x="0" y="15"/>
                    <a:pt x="15" y="88"/>
                    <a:pt x="44" y="250"/>
                  </a:cubicBezTo>
                  <a:cubicBezTo>
                    <a:pt x="88" y="425"/>
                    <a:pt x="161" y="645"/>
                    <a:pt x="235" y="908"/>
                  </a:cubicBezTo>
                  <a:cubicBezTo>
                    <a:pt x="396" y="1494"/>
                    <a:pt x="615" y="2270"/>
                    <a:pt x="850" y="3104"/>
                  </a:cubicBezTo>
                  <a:cubicBezTo>
                    <a:pt x="1098" y="3953"/>
                    <a:pt x="1318" y="4729"/>
                    <a:pt x="1479" y="5300"/>
                  </a:cubicBezTo>
                  <a:cubicBezTo>
                    <a:pt x="1552" y="5564"/>
                    <a:pt x="1611" y="5783"/>
                    <a:pt x="1655" y="5974"/>
                  </a:cubicBezTo>
                  <a:cubicBezTo>
                    <a:pt x="1699" y="6120"/>
                    <a:pt x="1728" y="6208"/>
                    <a:pt x="1728" y="6208"/>
                  </a:cubicBezTo>
                  <a:cubicBezTo>
                    <a:pt x="1757" y="6208"/>
                    <a:pt x="1728" y="6120"/>
                    <a:pt x="1713" y="5988"/>
                  </a:cubicBezTo>
                  <a:cubicBezTo>
                    <a:pt x="1684" y="5827"/>
                    <a:pt x="1625" y="5608"/>
                    <a:pt x="1552" y="5315"/>
                  </a:cubicBezTo>
                  <a:cubicBezTo>
                    <a:pt x="1406" y="4744"/>
                    <a:pt x="1201" y="3953"/>
                    <a:pt x="967" y="3090"/>
                  </a:cubicBezTo>
                  <a:cubicBezTo>
                    <a:pt x="732" y="2240"/>
                    <a:pt x="484" y="1450"/>
                    <a:pt x="308" y="894"/>
                  </a:cubicBezTo>
                  <a:cubicBezTo>
                    <a:pt x="220" y="630"/>
                    <a:pt x="147" y="381"/>
                    <a:pt x="88" y="235"/>
                  </a:cubicBezTo>
                  <a:cubicBezTo>
                    <a:pt x="30" y="89"/>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5"/>
            <p:cNvSpPr/>
            <p:nvPr/>
          </p:nvSpPr>
          <p:spPr>
            <a:xfrm flipH="1">
              <a:off x="10313404" y="2748814"/>
              <a:ext cx="400775" cy="1977209"/>
            </a:xfrm>
            <a:custGeom>
              <a:avLst/>
              <a:gdLst/>
              <a:ahLst/>
              <a:cxnLst/>
              <a:rect l="l" t="t" r="r" b="b"/>
              <a:pathLst>
                <a:path w="5125" h="25284" extrusionOk="0">
                  <a:moveTo>
                    <a:pt x="1" y="1"/>
                  </a:moveTo>
                  <a:lnTo>
                    <a:pt x="1" y="74"/>
                  </a:lnTo>
                  <a:cubicBezTo>
                    <a:pt x="30" y="118"/>
                    <a:pt x="30" y="191"/>
                    <a:pt x="45" y="264"/>
                  </a:cubicBezTo>
                  <a:cubicBezTo>
                    <a:pt x="74" y="455"/>
                    <a:pt x="118" y="718"/>
                    <a:pt x="176" y="1026"/>
                  </a:cubicBezTo>
                  <a:cubicBezTo>
                    <a:pt x="279" y="1655"/>
                    <a:pt x="440" y="2592"/>
                    <a:pt x="645" y="3749"/>
                  </a:cubicBezTo>
                  <a:cubicBezTo>
                    <a:pt x="1055" y="6047"/>
                    <a:pt x="1655" y="9224"/>
                    <a:pt x="2343" y="12708"/>
                  </a:cubicBezTo>
                  <a:cubicBezTo>
                    <a:pt x="3060" y="16192"/>
                    <a:pt x="3734" y="19354"/>
                    <a:pt x="4246" y="21624"/>
                  </a:cubicBezTo>
                  <a:cubicBezTo>
                    <a:pt x="4510" y="22765"/>
                    <a:pt x="4729" y="23673"/>
                    <a:pt x="4876" y="24317"/>
                  </a:cubicBezTo>
                  <a:cubicBezTo>
                    <a:pt x="4883" y="24344"/>
                    <a:pt x="4891" y="24371"/>
                    <a:pt x="4898" y="24398"/>
                  </a:cubicBezTo>
                  <a:lnTo>
                    <a:pt x="4898" y="24398"/>
                  </a:lnTo>
                  <a:cubicBezTo>
                    <a:pt x="4891" y="24367"/>
                    <a:pt x="4883" y="24335"/>
                    <a:pt x="4876" y="24303"/>
                  </a:cubicBezTo>
                  <a:cubicBezTo>
                    <a:pt x="4744" y="23644"/>
                    <a:pt x="4539" y="22722"/>
                    <a:pt x="4290" y="21594"/>
                  </a:cubicBezTo>
                  <a:cubicBezTo>
                    <a:pt x="3792" y="19296"/>
                    <a:pt x="3119" y="16148"/>
                    <a:pt x="2416" y="12664"/>
                  </a:cubicBezTo>
                  <a:cubicBezTo>
                    <a:pt x="1728" y="9180"/>
                    <a:pt x="1128" y="6003"/>
                    <a:pt x="703" y="3705"/>
                  </a:cubicBezTo>
                  <a:cubicBezTo>
                    <a:pt x="498" y="2563"/>
                    <a:pt x="323" y="1626"/>
                    <a:pt x="206" y="982"/>
                  </a:cubicBezTo>
                  <a:cubicBezTo>
                    <a:pt x="132" y="674"/>
                    <a:pt x="103" y="440"/>
                    <a:pt x="59" y="250"/>
                  </a:cubicBezTo>
                  <a:cubicBezTo>
                    <a:pt x="45" y="177"/>
                    <a:pt x="45" y="118"/>
                    <a:pt x="30" y="74"/>
                  </a:cubicBezTo>
                  <a:cubicBezTo>
                    <a:pt x="1" y="16"/>
                    <a:pt x="1" y="1"/>
                    <a:pt x="1" y="1"/>
                  </a:cubicBezTo>
                  <a:close/>
                  <a:moveTo>
                    <a:pt x="4898" y="24398"/>
                  </a:moveTo>
                  <a:lnTo>
                    <a:pt x="4898" y="24398"/>
                  </a:lnTo>
                  <a:cubicBezTo>
                    <a:pt x="4961" y="24662"/>
                    <a:pt x="5011" y="24877"/>
                    <a:pt x="5037" y="25035"/>
                  </a:cubicBezTo>
                  <a:cubicBezTo>
                    <a:pt x="5051" y="25108"/>
                    <a:pt x="5081" y="25181"/>
                    <a:pt x="5081" y="25210"/>
                  </a:cubicBezTo>
                  <a:cubicBezTo>
                    <a:pt x="5125" y="25254"/>
                    <a:pt x="5125" y="25283"/>
                    <a:pt x="5125" y="25283"/>
                  </a:cubicBezTo>
                  <a:lnTo>
                    <a:pt x="5125" y="25283"/>
                  </a:lnTo>
                  <a:cubicBezTo>
                    <a:pt x="5125" y="25283"/>
                    <a:pt x="5125" y="25269"/>
                    <a:pt x="5110" y="25239"/>
                  </a:cubicBezTo>
                  <a:cubicBezTo>
                    <a:pt x="5095" y="25181"/>
                    <a:pt x="5066" y="25122"/>
                    <a:pt x="5051" y="25049"/>
                  </a:cubicBezTo>
                  <a:cubicBezTo>
                    <a:pt x="5025" y="24902"/>
                    <a:pt x="4974" y="24670"/>
                    <a:pt x="4898" y="2439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flipH="1">
              <a:off x="9904734" y="3923453"/>
              <a:ext cx="128248" cy="596510"/>
            </a:xfrm>
            <a:custGeom>
              <a:avLst/>
              <a:gdLst/>
              <a:ahLst/>
              <a:cxnLst/>
              <a:rect l="l" t="t" r="r" b="b"/>
              <a:pathLst>
                <a:path w="1640" h="7628" extrusionOk="0">
                  <a:moveTo>
                    <a:pt x="30" y="0"/>
                  </a:moveTo>
                  <a:lnTo>
                    <a:pt x="30" y="0"/>
                  </a:lnTo>
                  <a:cubicBezTo>
                    <a:pt x="0" y="15"/>
                    <a:pt x="337" y="1728"/>
                    <a:pt x="776" y="3821"/>
                  </a:cubicBezTo>
                  <a:cubicBezTo>
                    <a:pt x="1215" y="5929"/>
                    <a:pt x="1596" y="7627"/>
                    <a:pt x="1611" y="7627"/>
                  </a:cubicBezTo>
                  <a:cubicBezTo>
                    <a:pt x="1640" y="7627"/>
                    <a:pt x="1303" y="5929"/>
                    <a:pt x="864" y="3806"/>
                  </a:cubicBezTo>
                  <a:cubicBezTo>
                    <a:pt x="425" y="1698"/>
                    <a:pt x="44" y="0"/>
                    <a:pt x="30" y="0"/>
                  </a:cubicBezTo>
                  <a:close/>
                </a:path>
              </a:pathLst>
            </a:custGeom>
            <a:solidFill>
              <a:srgbClr val="2D6A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flipH="1">
              <a:off x="9786807" y="3069433"/>
              <a:ext cx="454577" cy="974294"/>
            </a:xfrm>
            <a:custGeom>
              <a:avLst/>
              <a:gdLst/>
              <a:ahLst/>
              <a:cxnLst/>
              <a:rect l="l" t="t" r="r" b="b"/>
              <a:pathLst>
                <a:path w="5813" h="12459" extrusionOk="0">
                  <a:moveTo>
                    <a:pt x="1" y="0"/>
                  </a:moveTo>
                  <a:lnTo>
                    <a:pt x="103" y="103"/>
                  </a:lnTo>
                  <a:cubicBezTo>
                    <a:pt x="206" y="176"/>
                    <a:pt x="323" y="264"/>
                    <a:pt x="469" y="381"/>
                  </a:cubicBezTo>
                  <a:cubicBezTo>
                    <a:pt x="806" y="615"/>
                    <a:pt x="1260" y="966"/>
                    <a:pt x="1831" y="1391"/>
                  </a:cubicBezTo>
                  <a:cubicBezTo>
                    <a:pt x="2416" y="1801"/>
                    <a:pt x="3090" y="2298"/>
                    <a:pt x="3836" y="2869"/>
                  </a:cubicBezTo>
                  <a:cubicBezTo>
                    <a:pt x="4041" y="3001"/>
                    <a:pt x="4232" y="3148"/>
                    <a:pt x="4422" y="3294"/>
                  </a:cubicBezTo>
                  <a:cubicBezTo>
                    <a:pt x="4612" y="3440"/>
                    <a:pt x="4832" y="3587"/>
                    <a:pt x="5008" y="3748"/>
                  </a:cubicBezTo>
                  <a:cubicBezTo>
                    <a:pt x="5212" y="3909"/>
                    <a:pt x="5403" y="4099"/>
                    <a:pt x="5520" y="4319"/>
                  </a:cubicBezTo>
                  <a:cubicBezTo>
                    <a:pt x="5652" y="4538"/>
                    <a:pt x="5725" y="4787"/>
                    <a:pt x="5725" y="5051"/>
                  </a:cubicBezTo>
                  <a:cubicBezTo>
                    <a:pt x="5725" y="5578"/>
                    <a:pt x="5505" y="6075"/>
                    <a:pt x="5344" y="6544"/>
                  </a:cubicBezTo>
                  <a:cubicBezTo>
                    <a:pt x="5154" y="7042"/>
                    <a:pt x="4993" y="7495"/>
                    <a:pt x="4832" y="7935"/>
                  </a:cubicBezTo>
                  <a:cubicBezTo>
                    <a:pt x="4495" y="8813"/>
                    <a:pt x="4202" y="9604"/>
                    <a:pt x="3968" y="10277"/>
                  </a:cubicBezTo>
                  <a:cubicBezTo>
                    <a:pt x="3734" y="10965"/>
                    <a:pt x="3529" y="11492"/>
                    <a:pt x="3397" y="11873"/>
                  </a:cubicBezTo>
                  <a:cubicBezTo>
                    <a:pt x="3353" y="12063"/>
                    <a:pt x="3295" y="12195"/>
                    <a:pt x="3251" y="12312"/>
                  </a:cubicBezTo>
                  <a:cubicBezTo>
                    <a:pt x="3222" y="12400"/>
                    <a:pt x="3207" y="12458"/>
                    <a:pt x="3207" y="12458"/>
                  </a:cubicBezTo>
                  <a:cubicBezTo>
                    <a:pt x="3222" y="12458"/>
                    <a:pt x="3236" y="12400"/>
                    <a:pt x="3280" y="12312"/>
                  </a:cubicBezTo>
                  <a:cubicBezTo>
                    <a:pt x="3309" y="12224"/>
                    <a:pt x="3368" y="12078"/>
                    <a:pt x="3441" y="11887"/>
                  </a:cubicBezTo>
                  <a:cubicBezTo>
                    <a:pt x="3588" y="11507"/>
                    <a:pt x="3792" y="10980"/>
                    <a:pt x="4041" y="10321"/>
                  </a:cubicBezTo>
                  <a:cubicBezTo>
                    <a:pt x="4305" y="9647"/>
                    <a:pt x="4598" y="8857"/>
                    <a:pt x="4920" y="7979"/>
                  </a:cubicBezTo>
                  <a:cubicBezTo>
                    <a:pt x="5081" y="7525"/>
                    <a:pt x="5256" y="7056"/>
                    <a:pt x="5432" y="6588"/>
                  </a:cubicBezTo>
                  <a:cubicBezTo>
                    <a:pt x="5593" y="6105"/>
                    <a:pt x="5813" y="5622"/>
                    <a:pt x="5813" y="5051"/>
                  </a:cubicBezTo>
                  <a:cubicBezTo>
                    <a:pt x="5813" y="4773"/>
                    <a:pt x="5740" y="4494"/>
                    <a:pt x="5593" y="4260"/>
                  </a:cubicBezTo>
                  <a:cubicBezTo>
                    <a:pt x="5447" y="4041"/>
                    <a:pt x="5271" y="3836"/>
                    <a:pt x="5066" y="3675"/>
                  </a:cubicBezTo>
                  <a:cubicBezTo>
                    <a:pt x="4861" y="3514"/>
                    <a:pt x="4671" y="3367"/>
                    <a:pt x="4466" y="3221"/>
                  </a:cubicBezTo>
                  <a:cubicBezTo>
                    <a:pt x="4261" y="3074"/>
                    <a:pt x="4056" y="2943"/>
                    <a:pt x="3880" y="2796"/>
                  </a:cubicBezTo>
                  <a:cubicBezTo>
                    <a:pt x="3134" y="2255"/>
                    <a:pt x="2446" y="1757"/>
                    <a:pt x="1860" y="1332"/>
                  </a:cubicBezTo>
                  <a:cubicBezTo>
                    <a:pt x="1274" y="908"/>
                    <a:pt x="821" y="586"/>
                    <a:pt x="499" y="351"/>
                  </a:cubicBezTo>
                  <a:cubicBezTo>
                    <a:pt x="352" y="234"/>
                    <a:pt x="220" y="161"/>
                    <a:pt x="133" y="88"/>
                  </a:cubicBezTo>
                  <a:cubicBezTo>
                    <a:pt x="45" y="15"/>
                    <a:pt x="1"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flipH="1">
              <a:off x="8936226" y="2352732"/>
              <a:ext cx="1159706" cy="95091"/>
            </a:xfrm>
            <a:custGeom>
              <a:avLst/>
              <a:gdLst/>
              <a:ahLst/>
              <a:cxnLst/>
              <a:rect l="l" t="t" r="r" b="b"/>
              <a:pathLst>
                <a:path w="14830" h="1216" extrusionOk="0">
                  <a:moveTo>
                    <a:pt x="0" y="1"/>
                  </a:moveTo>
                  <a:lnTo>
                    <a:pt x="0" y="1216"/>
                  </a:lnTo>
                  <a:lnTo>
                    <a:pt x="14830" y="1216"/>
                  </a:lnTo>
                  <a:lnTo>
                    <a:pt x="148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flipH="1">
              <a:off x="9106784" y="2440863"/>
              <a:ext cx="90477" cy="2433975"/>
            </a:xfrm>
            <a:custGeom>
              <a:avLst/>
              <a:gdLst/>
              <a:ahLst/>
              <a:cxnLst/>
              <a:rect l="l" t="t" r="r" b="b"/>
              <a:pathLst>
                <a:path w="1157" h="31125" extrusionOk="0">
                  <a:moveTo>
                    <a:pt x="0" y="1"/>
                  </a:moveTo>
                  <a:lnTo>
                    <a:pt x="0" y="31125"/>
                  </a:lnTo>
                  <a:lnTo>
                    <a:pt x="556" y="31125"/>
                  </a:lnTo>
                  <a:lnTo>
                    <a:pt x="1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flipH="1">
              <a:off x="9817697" y="2432887"/>
              <a:ext cx="90556" cy="2451101"/>
            </a:xfrm>
            <a:custGeom>
              <a:avLst/>
              <a:gdLst/>
              <a:ahLst/>
              <a:cxnLst/>
              <a:rect l="l" t="t" r="r" b="b"/>
              <a:pathLst>
                <a:path w="1158" h="31344" extrusionOk="0">
                  <a:moveTo>
                    <a:pt x="1" y="0"/>
                  </a:moveTo>
                  <a:lnTo>
                    <a:pt x="1" y="31344"/>
                  </a:lnTo>
                  <a:lnTo>
                    <a:pt x="557" y="31344"/>
                  </a:lnTo>
                  <a:lnTo>
                    <a:pt x="1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flipH="1">
              <a:off x="9197181" y="3357912"/>
              <a:ext cx="640067" cy="51534"/>
            </a:xfrm>
            <a:custGeom>
              <a:avLst/>
              <a:gdLst/>
              <a:ahLst/>
              <a:cxnLst/>
              <a:rect l="l" t="t" r="r" b="b"/>
              <a:pathLst>
                <a:path w="8185" h="659" extrusionOk="0">
                  <a:moveTo>
                    <a:pt x="1" y="0"/>
                  </a:moveTo>
                  <a:lnTo>
                    <a:pt x="1" y="659"/>
                  </a:lnTo>
                  <a:lnTo>
                    <a:pt x="8184" y="659"/>
                  </a:lnTo>
                  <a:lnTo>
                    <a:pt x="8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flipH="1">
              <a:off x="10337412" y="1455233"/>
              <a:ext cx="281755" cy="419152"/>
            </a:xfrm>
            <a:custGeom>
              <a:avLst/>
              <a:gdLst/>
              <a:ahLst/>
              <a:cxnLst/>
              <a:rect l="l" t="t" r="r" b="b"/>
              <a:pathLst>
                <a:path w="3603" h="5360" extrusionOk="0">
                  <a:moveTo>
                    <a:pt x="294" y="0"/>
                  </a:moveTo>
                  <a:cubicBezTo>
                    <a:pt x="294" y="0"/>
                    <a:pt x="294" y="30"/>
                    <a:pt x="279" y="103"/>
                  </a:cubicBezTo>
                  <a:cubicBezTo>
                    <a:pt x="250" y="176"/>
                    <a:pt x="235" y="278"/>
                    <a:pt x="220" y="396"/>
                  </a:cubicBezTo>
                  <a:cubicBezTo>
                    <a:pt x="176" y="659"/>
                    <a:pt x="103" y="1040"/>
                    <a:pt x="74" y="1494"/>
                  </a:cubicBezTo>
                  <a:cubicBezTo>
                    <a:pt x="30" y="1977"/>
                    <a:pt x="1" y="2518"/>
                    <a:pt x="74" y="3148"/>
                  </a:cubicBezTo>
                  <a:cubicBezTo>
                    <a:pt x="103" y="3455"/>
                    <a:pt x="162" y="3763"/>
                    <a:pt x="279" y="4099"/>
                  </a:cubicBezTo>
                  <a:cubicBezTo>
                    <a:pt x="367" y="4407"/>
                    <a:pt x="528" y="4744"/>
                    <a:pt x="806" y="4992"/>
                  </a:cubicBezTo>
                  <a:cubicBezTo>
                    <a:pt x="1069" y="5241"/>
                    <a:pt x="1410" y="5360"/>
                    <a:pt x="1731" y="5360"/>
                  </a:cubicBezTo>
                  <a:cubicBezTo>
                    <a:pt x="1749" y="5360"/>
                    <a:pt x="1768" y="5359"/>
                    <a:pt x="1787" y="5358"/>
                  </a:cubicBezTo>
                  <a:cubicBezTo>
                    <a:pt x="2138" y="5344"/>
                    <a:pt x="2446" y="5227"/>
                    <a:pt x="2724" y="5066"/>
                  </a:cubicBezTo>
                  <a:cubicBezTo>
                    <a:pt x="3002" y="4905"/>
                    <a:pt x="3207" y="4656"/>
                    <a:pt x="3324" y="4407"/>
                  </a:cubicBezTo>
                  <a:cubicBezTo>
                    <a:pt x="3456" y="4173"/>
                    <a:pt x="3529" y="3909"/>
                    <a:pt x="3544" y="3675"/>
                  </a:cubicBezTo>
                  <a:cubicBezTo>
                    <a:pt x="3602" y="3192"/>
                    <a:pt x="3514" y="2811"/>
                    <a:pt x="3426" y="2577"/>
                  </a:cubicBezTo>
                  <a:cubicBezTo>
                    <a:pt x="3383" y="2445"/>
                    <a:pt x="3353" y="2357"/>
                    <a:pt x="3309" y="2299"/>
                  </a:cubicBezTo>
                  <a:cubicBezTo>
                    <a:pt x="3280" y="2255"/>
                    <a:pt x="3251" y="2211"/>
                    <a:pt x="3251" y="2211"/>
                  </a:cubicBezTo>
                  <a:lnTo>
                    <a:pt x="3251" y="2211"/>
                  </a:lnTo>
                  <a:cubicBezTo>
                    <a:pt x="3236" y="2211"/>
                    <a:pt x="3309" y="2343"/>
                    <a:pt x="3397" y="2577"/>
                  </a:cubicBezTo>
                  <a:cubicBezTo>
                    <a:pt x="3470" y="2811"/>
                    <a:pt x="3544" y="3206"/>
                    <a:pt x="3485" y="3660"/>
                  </a:cubicBezTo>
                  <a:cubicBezTo>
                    <a:pt x="3441" y="4114"/>
                    <a:pt x="3192" y="4670"/>
                    <a:pt x="2680" y="4992"/>
                  </a:cubicBezTo>
                  <a:cubicBezTo>
                    <a:pt x="2431" y="5153"/>
                    <a:pt x="2124" y="5271"/>
                    <a:pt x="1787" y="5271"/>
                  </a:cubicBezTo>
                  <a:cubicBezTo>
                    <a:pt x="1465" y="5271"/>
                    <a:pt x="1128" y="5153"/>
                    <a:pt x="879" y="4919"/>
                  </a:cubicBezTo>
                  <a:cubicBezTo>
                    <a:pt x="616" y="4685"/>
                    <a:pt x="469" y="4378"/>
                    <a:pt x="367" y="4055"/>
                  </a:cubicBezTo>
                  <a:cubicBezTo>
                    <a:pt x="279" y="3748"/>
                    <a:pt x="206" y="3441"/>
                    <a:pt x="162" y="3133"/>
                  </a:cubicBezTo>
                  <a:cubicBezTo>
                    <a:pt x="89" y="2518"/>
                    <a:pt x="103" y="1962"/>
                    <a:pt x="147" y="1494"/>
                  </a:cubicBezTo>
                  <a:cubicBezTo>
                    <a:pt x="176" y="1040"/>
                    <a:pt x="220" y="659"/>
                    <a:pt x="250" y="396"/>
                  </a:cubicBezTo>
                  <a:cubicBezTo>
                    <a:pt x="279" y="293"/>
                    <a:pt x="279" y="176"/>
                    <a:pt x="294" y="103"/>
                  </a:cubicBezTo>
                  <a:lnTo>
                    <a:pt x="2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flipH="1">
              <a:off x="10073018" y="1863905"/>
              <a:ext cx="389280" cy="504546"/>
            </a:xfrm>
            <a:custGeom>
              <a:avLst/>
              <a:gdLst/>
              <a:ahLst/>
              <a:cxnLst/>
              <a:rect l="l" t="t" r="r" b="b"/>
              <a:pathLst>
                <a:path w="4978" h="6452" extrusionOk="0">
                  <a:moveTo>
                    <a:pt x="516" y="2734"/>
                  </a:moveTo>
                  <a:cubicBezTo>
                    <a:pt x="535" y="2734"/>
                    <a:pt x="553" y="2735"/>
                    <a:pt x="571" y="2738"/>
                  </a:cubicBezTo>
                  <a:cubicBezTo>
                    <a:pt x="626" y="2742"/>
                    <a:pt x="678" y="2757"/>
                    <a:pt x="727" y="2781"/>
                  </a:cubicBezTo>
                  <a:lnTo>
                    <a:pt x="727" y="2781"/>
                  </a:lnTo>
                  <a:cubicBezTo>
                    <a:pt x="729" y="2894"/>
                    <a:pt x="723" y="3010"/>
                    <a:pt x="703" y="3119"/>
                  </a:cubicBezTo>
                  <a:cubicBezTo>
                    <a:pt x="688" y="3192"/>
                    <a:pt x="645" y="3265"/>
                    <a:pt x="586" y="3324"/>
                  </a:cubicBezTo>
                  <a:cubicBezTo>
                    <a:pt x="530" y="3346"/>
                    <a:pt x="474" y="3377"/>
                    <a:pt x="417" y="3377"/>
                  </a:cubicBezTo>
                  <a:cubicBezTo>
                    <a:pt x="400" y="3377"/>
                    <a:pt x="383" y="3375"/>
                    <a:pt x="366" y="3368"/>
                  </a:cubicBezTo>
                  <a:cubicBezTo>
                    <a:pt x="220" y="3338"/>
                    <a:pt x="103" y="3148"/>
                    <a:pt x="147" y="2987"/>
                  </a:cubicBezTo>
                  <a:cubicBezTo>
                    <a:pt x="199" y="2843"/>
                    <a:pt x="358" y="2734"/>
                    <a:pt x="516" y="2734"/>
                  </a:cubicBezTo>
                  <a:close/>
                  <a:moveTo>
                    <a:pt x="147" y="1"/>
                  </a:moveTo>
                  <a:cubicBezTo>
                    <a:pt x="147" y="30"/>
                    <a:pt x="176" y="59"/>
                    <a:pt x="191" y="132"/>
                  </a:cubicBezTo>
                  <a:cubicBezTo>
                    <a:pt x="205" y="206"/>
                    <a:pt x="249" y="323"/>
                    <a:pt x="293" y="469"/>
                  </a:cubicBezTo>
                  <a:cubicBezTo>
                    <a:pt x="396" y="762"/>
                    <a:pt x="513" y="1172"/>
                    <a:pt x="615" y="1728"/>
                  </a:cubicBezTo>
                  <a:cubicBezTo>
                    <a:pt x="659" y="2006"/>
                    <a:pt x="703" y="2299"/>
                    <a:pt x="718" y="2621"/>
                  </a:cubicBezTo>
                  <a:cubicBezTo>
                    <a:pt x="720" y="2647"/>
                    <a:pt x="722" y="2673"/>
                    <a:pt x="724" y="2699"/>
                  </a:cubicBezTo>
                  <a:lnTo>
                    <a:pt x="724" y="2699"/>
                  </a:lnTo>
                  <a:cubicBezTo>
                    <a:pt x="675" y="2680"/>
                    <a:pt x="624" y="2669"/>
                    <a:pt x="571" y="2665"/>
                  </a:cubicBezTo>
                  <a:cubicBezTo>
                    <a:pt x="551" y="2662"/>
                    <a:pt x="529" y="2661"/>
                    <a:pt x="508" y="2661"/>
                  </a:cubicBezTo>
                  <a:cubicBezTo>
                    <a:pt x="320" y="2661"/>
                    <a:pt x="125" y="2775"/>
                    <a:pt x="59" y="2972"/>
                  </a:cubicBezTo>
                  <a:cubicBezTo>
                    <a:pt x="0" y="3192"/>
                    <a:pt x="147" y="3412"/>
                    <a:pt x="352" y="3470"/>
                  </a:cubicBezTo>
                  <a:cubicBezTo>
                    <a:pt x="367" y="3472"/>
                    <a:pt x="382" y="3473"/>
                    <a:pt x="396" y="3473"/>
                  </a:cubicBezTo>
                  <a:cubicBezTo>
                    <a:pt x="495" y="3473"/>
                    <a:pt x="581" y="3431"/>
                    <a:pt x="645" y="3368"/>
                  </a:cubicBezTo>
                  <a:cubicBezTo>
                    <a:pt x="718" y="3295"/>
                    <a:pt x="762" y="3207"/>
                    <a:pt x="776" y="3119"/>
                  </a:cubicBezTo>
                  <a:cubicBezTo>
                    <a:pt x="808" y="3016"/>
                    <a:pt x="814" y="2921"/>
                    <a:pt x="810" y="2830"/>
                  </a:cubicBezTo>
                  <a:lnTo>
                    <a:pt x="810" y="2830"/>
                  </a:lnTo>
                  <a:cubicBezTo>
                    <a:pt x="894" y="2890"/>
                    <a:pt x="963" y="2973"/>
                    <a:pt x="1011" y="3060"/>
                  </a:cubicBezTo>
                  <a:cubicBezTo>
                    <a:pt x="1098" y="3251"/>
                    <a:pt x="1128" y="3441"/>
                    <a:pt x="1098" y="3646"/>
                  </a:cubicBezTo>
                  <a:cubicBezTo>
                    <a:pt x="1069" y="4056"/>
                    <a:pt x="879" y="4451"/>
                    <a:pt x="923" y="4876"/>
                  </a:cubicBezTo>
                  <a:cubicBezTo>
                    <a:pt x="937" y="5300"/>
                    <a:pt x="1142" y="5666"/>
                    <a:pt x="1391" y="5930"/>
                  </a:cubicBezTo>
                  <a:cubicBezTo>
                    <a:pt x="1669" y="6208"/>
                    <a:pt x="2006" y="6398"/>
                    <a:pt x="2328" y="6427"/>
                  </a:cubicBezTo>
                  <a:cubicBezTo>
                    <a:pt x="2424" y="6444"/>
                    <a:pt x="2518" y="6451"/>
                    <a:pt x="2610" y="6451"/>
                  </a:cubicBezTo>
                  <a:cubicBezTo>
                    <a:pt x="2838" y="6451"/>
                    <a:pt x="3052" y="6406"/>
                    <a:pt x="3250" y="6354"/>
                  </a:cubicBezTo>
                  <a:cubicBezTo>
                    <a:pt x="3499" y="6281"/>
                    <a:pt x="3733" y="6193"/>
                    <a:pt x="3953" y="6135"/>
                  </a:cubicBezTo>
                  <a:cubicBezTo>
                    <a:pt x="4173" y="6076"/>
                    <a:pt x="4363" y="6032"/>
                    <a:pt x="4509" y="6003"/>
                  </a:cubicBezTo>
                  <a:cubicBezTo>
                    <a:pt x="4623" y="5992"/>
                    <a:pt x="4717" y="5989"/>
                    <a:pt x="4789" y="5989"/>
                  </a:cubicBezTo>
                  <a:cubicBezTo>
                    <a:pt x="4869" y="5989"/>
                    <a:pt x="4924" y="5993"/>
                    <a:pt x="4953" y="5993"/>
                  </a:cubicBezTo>
                  <a:cubicBezTo>
                    <a:pt x="4970" y="5993"/>
                    <a:pt x="4978" y="5992"/>
                    <a:pt x="4978" y="5988"/>
                  </a:cubicBezTo>
                  <a:cubicBezTo>
                    <a:pt x="4978" y="5988"/>
                    <a:pt x="4865" y="5969"/>
                    <a:pt x="4641" y="5969"/>
                  </a:cubicBezTo>
                  <a:cubicBezTo>
                    <a:pt x="4584" y="5969"/>
                    <a:pt x="4521" y="5971"/>
                    <a:pt x="4451" y="5974"/>
                  </a:cubicBezTo>
                  <a:cubicBezTo>
                    <a:pt x="4304" y="5988"/>
                    <a:pt x="4114" y="6032"/>
                    <a:pt x="3895" y="6076"/>
                  </a:cubicBezTo>
                  <a:cubicBezTo>
                    <a:pt x="3704" y="6135"/>
                    <a:pt x="3455" y="6208"/>
                    <a:pt x="3192" y="6281"/>
                  </a:cubicBezTo>
                  <a:cubicBezTo>
                    <a:pt x="3004" y="6333"/>
                    <a:pt x="2793" y="6378"/>
                    <a:pt x="2576" y="6378"/>
                  </a:cubicBezTo>
                  <a:cubicBezTo>
                    <a:pt x="2489" y="6378"/>
                    <a:pt x="2401" y="6371"/>
                    <a:pt x="2313" y="6354"/>
                  </a:cubicBezTo>
                  <a:cubicBezTo>
                    <a:pt x="1991" y="6296"/>
                    <a:pt x="1684" y="6135"/>
                    <a:pt x="1435" y="5886"/>
                  </a:cubicBezTo>
                  <a:cubicBezTo>
                    <a:pt x="1172" y="5622"/>
                    <a:pt x="996" y="5256"/>
                    <a:pt x="967" y="4876"/>
                  </a:cubicBezTo>
                  <a:cubicBezTo>
                    <a:pt x="952" y="4495"/>
                    <a:pt x="1142" y="4100"/>
                    <a:pt x="1172" y="3661"/>
                  </a:cubicBezTo>
                  <a:cubicBezTo>
                    <a:pt x="1215" y="3441"/>
                    <a:pt x="1186" y="3221"/>
                    <a:pt x="1084" y="3031"/>
                  </a:cubicBezTo>
                  <a:cubicBezTo>
                    <a:pt x="1020" y="2912"/>
                    <a:pt x="922" y="2805"/>
                    <a:pt x="804" y="2738"/>
                  </a:cubicBezTo>
                  <a:lnTo>
                    <a:pt x="804" y="2738"/>
                  </a:lnTo>
                  <a:cubicBezTo>
                    <a:pt x="800" y="2694"/>
                    <a:pt x="795" y="2650"/>
                    <a:pt x="791" y="2606"/>
                  </a:cubicBezTo>
                  <a:cubicBezTo>
                    <a:pt x="776" y="2270"/>
                    <a:pt x="732" y="1977"/>
                    <a:pt x="688" y="1713"/>
                  </a:cubicBezTo>
                  <a:cubicBezTo>
                    <a:pt x="571" y="1172"/>
                    <a:pt x="440" y="733"/>
                    <a:pt x="337" y="440"/>
                  </a:cubicBezTo>
                  <a:cubicBezTo>
                    <a:pt x="279" y="293"/>
                    <a:pt x="249" y="191"/>
                    <a:pt x="205" y="118"/>
                  </a:cubicBezTo>
                  <a:lnTo>
                    <a:pt x="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flipH="1">
              <a:off x="9017477" y="1850142"/>
              <a:ext cx="720144" cy="496961"/>
            </a:xfrm>
            <a:custGeom>
              <a:avLst/>
              <a:gdLst/>
              <a:ahLst/>
              <a:cxnLst/>
              <a:rect l="l" t="t" r="r" b="b"/>
              <a:pathLst>
                <a:path w="9209" h="6355" extrusionOk="0">
                  <a:moveTo>
                    <a:pt x="1025" y="1"/>
                  </a:moveTo>
                  <a:lnTo>
                    <a:pt x="0" y="6355"/>
                  </a:lnTo>
                  <a:lnTo>
                    <a:pt x="7993" y="6355"/>
                  </a:lnTo>
                  <a:lnTo>
                    <a:pt x="9208" y="1026"/>
                  </a:lnTo>
                  <a:lnTo>
                    <a:pt x="10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flipH="1">
              <a:off x="9101072" y="2335606"/>
              <a:ext cx="1029268" cy="34408"/>
            </a:xfrm>
            <a:custGeom>
              <a:avLst/>
              <a:gdLst/>
              <a:ahLst/>
              <a:cxnLst/>
              <a:rect l="l" t="t" r="r" b="b"/>
              <a:pathLst>
                <a:path w="13162" h="440" extrusionOk="0">
                  <a:moveTo>
                    <a:pt x="5008" y="0"/>
                  </a:moveTo>
                  <a:lnTo>
                    <a:pt x="30" y="117"/>
                  </a:lnTo>
                  <a:lnTo>
                    <a:pt x="1" y="308"/>
                  </a:lnTo>
                  <a:lnTo>
                    <a:pt x="13103" y="439"/>
                  </a:lnTo>
                  <a:lnTo>
                    <a:pt x="13162" y="147"/>
                  </a:lnTo>
                  <a:lnTo>
                    <a:pt x="50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5"/>
            <p:cNvSpPr/>
            <p:nvPr/>
          </p:nvSpPr>
          <p:spPr>
            <a:xfrm flipH="1">
              <a:off x="9309399" y="2062924"/>
              <a:ext cx="74525" cy="102364"/>
            </a:xfrm>
            <a:custGeom>
              <a:avLst/>
              <a:gdLst/>
              <a:ahLst/>
              <a:cxnLst/>
              <a:rect l="l" t="t" r="r" b="b"/>
              <a:pathLst>
                <a:path w="953" h="1309" extrusionOk="0">
                  <a:moveTo>
                    <a:pt x="561" y="0"/>
                  </a:moveTo>
                  <a:cubicBezTo>
                    <a:pt x="339" y="0"/>
                    <a:pt x="115" y="228"/>
                    <a:pt x="74" y="574"/>
                  </a:cubicBezTo>
                  <a:cubicBezTo>
                    <a:pt x="1" y="940"/>
                    <a:pt x="118" y="1247"/>
                    <a:pt x="338" y="1306"/>
                  </a:cubicBezTo>
                  <a:cubicBezTo>
                    <a:pt x="349" y="1307"/>
                    <a:pt x="361" y="1308"/>
                    <a:pt x="373" y="1308"/>
                  </a:cubicBezTo>
                  <a:cubicBezTo>
                    <a:pt x="583" y="1308"/>
                    <a:pt x="810" y="1067"/>
                    <a:pt x="879" y="735"/>
                  </a:cubicBezTo>
                  <a:cubicBezTo>
                    <a:pt x="952" y="369"/>
                    <a:pt x="821" y="61"/>
                    <a:pt x="601" y="3"/>
                  </a:cubicBezTo>
                  <a:cubicBezTo>
                    <a:pt x="588" y="1"/>
                    <a:pt x="575" y="0"/>
                    <a:pt x="56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5"/>
            <p:cNvSpPr/>
            <p:nvPr/>
          </p:nvSpPr>
          <p:spPr>
            <a:xfrm flipH="1">
              <a:off x="9291100" y="2037196"/>
              <a:ext cx="113390" cy="153741"/>
            </a:xfrm>
            <a:custGeom>
              <a:avLst/>
              <a:gdLst/>
              <a:ahLst/>
              <a:cxnLst/>
              <a:rect l="l" t="t" r="r" b="b"/>
              <a:pathLst>
                <a:path w="1450" h="1966" extrusionOk="0">
                  <a:moveTo>
                    <a:pt x="838" y="1"/>
                  </a:moveTo>
                  <a:cubicBezTo>
                    <a:pt x="527" y="1"/>
                    <a:pt x="211" y="362"/>
                    <a:pt x="117" y="859"/>
                  </a:cubicBezTo>
                  <a:cubicBezTo>
                    <a:pt x="0" y="1415"/>
                    <a:pt x="205" y="1913"/>
                    <a:pt x="527" y="1957"/>
                  </a:cubicBezTo>
                  <a:cubicBezTo>
                    <a:pt x="554" y="1963"/>
                    <a:pt x="582" y="1966"/>
                    <a:pt x="609" y="1966"/>
                  </a:cubicBezTo>
                  <a:cubicBezTo>
                    <a:pt x="921" y="1966"/>
                    <a:pt x="1238" y="1592"/>
                    <a:pt x="1332" y="1108"/>
                  </a:cubicBezTo>
                  <a:cubicBezTo>
                    <a:pt x="1450" y="551"/>
                    <a:pt x="1245" y="54"/>
                    <a:pt x="923" y="10"/>
                  </a:cubicBezTo>
                  <a:cubicBezTo>
                    <a:pt x="895" y="4"/>
                    <a:pt x="867" y="1"/>
                    <a:pt x="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flipH="1">
              <a:off x="10577877" y="1410581"/>
              <a:ext cx="18377" cy="44730"/>
            </a:xfrm>
            <a:custGeom>
              <a:avLst/>
              <a:gdLst/>
              <a:ahLst/>
              <a:cxnLst/>
              <a:rect l="l" t="t" r="r" b="b"/>
              <a:pathLst>
                <a:path w="235" h="572" extrusionOk="0">
                  <a:moveTo>
                    <a:pt x="220" y="0"/>
                  </a:moveTo>
                  <a:cubicBezTo>
                    <a:pt x="206" y="0"/>
                    <a:pt x="132" y="118"/>
                    <a:pt x="74" y="279"/>
                  </a:cubicBezTo>
                  <a:cubicBezTo>
                    <a:pt x="15" y="425"/>
                    <a:pt x="1" y="557"/>
                    <a:pt x="15" y="571"/>
                  </a:cubicBezTo>
                  <a:cubicBezTo>
                    <a:pt x="30" y="571"/>
                    <a:pt x="103" y="440"/>
                    <a:pt x="162" y="293"/>
                  </a:cubicBezTo>
                  <a:cubicBezTo>
                    <a:pt x="220" y="147"/>
                    <a:pt x="235"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7825375" y="2447285"/>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A0ED8B1-4C6A-1513-02FE-E49856F9C523}"/>
              </a:ext>
            </a:extLst>
          </p:cNvPr>
          <p:cNvGraphicFramePr>
            <a:graphicFrameLocks noGrp="1"/>
          </p:cNvGraphicFramePr>
          <p:nvPr>
            <p:extLst>
              <p:ext uri="{D42A27DB-BD31-4B8C-83A1-F6EECF244321}">
                <p14:modId xmlns:p14="http://schemas.microsoft.com/office/powerpoint/2010/main" val="3677000844"/>
              </p:ext>
            </p:extLst>
          </p:nvPr>
        </p:nvGraphicFramePr>
        <p:xfrm>
          <a:off x="475785" y="669073"/>
          <a:ext cx="7582831" cy="4230328"/>
        </p:xfrm>
        <a:graphic>
          <a:graphicData uri="http://schemas.openxmlformats.org/drawingml/2006/table">
            <a:tbl>
              <a:tblPr firstRow="1" firstCol="1" bandRow="1"/>
              <a:tblGrid>
                <a:gridCol w="337015">
                  <a:extLst>
                    <a:ext uri="{9D8B030D-6E8A-4147-A177-3AD203B41FA5}">
                      <a16:colId xmlns:a16="http://schemas.microsoft.com/office/drawing/2014/main" val="1105025793"/>
                    </a:ext>
                  </a:extLst>
                </a:gridCol>
                <a:gridCol w="1853580">
                  <a:extLst>
                    <a:ext uri="{9D8B030D-6E8A-4147-A177-3AD203B41FA5}">
                      <a16:colId xmlns:a16="http://schemas.microsoft.com/office/drawing/2014/main" val="1103224854"/>
                    </a:ext>
                  </a:extLst>
                </a:gridCol>
                <a:gridCol w="1011044">
                  <a:extLst>
                    <a:ext uri="{9D8B030D-6E8A-4147-A177-3AD203B41FA5}">
                      <a16:colId xmlns:a16="http://schemas.microsoft.com/office/drawing/2014/main" val="3293859461"/>
                    </a:ext>
                  </a:extLst>
                </a:gridCol>
                <a:gridCol w="926791">
                  <a:extLst>
                    <a:ext uri="{9D8B030D-6E8A-4147-A177-3AD203B41FA5}">
                      <a16:colId xmlns:a16="http://schemas.microsoft.com/office/drawing/2014/main" val="1474784362"/>
                    </a:ext>
                  </a:extLst>
                </a:gridCol>
                <a:gridCol w="1011044">
                  <a:extLst>
                    <a:ext uri="{9D8B030D-6E8A-4147-A177-3AD203B41FA5}">
                      <a16:colId xmlns:a16="http://schemas.microsoft.com/office/drawing/2014/main" val="779844577"/>
                    </a:ext>
                  </a:extLst>
                </a:gridCol>
                <a:gridCol w="842537">
                  <a:extLst>
                    <a:ext uri="{9D8B030D-6E8A-4147-A177-3AD203B41FA5}">
                      <a16:colId xmlns:a16="http://schemas.microsoft.com/office/drawing/2014/main" val="3150774506"/>
                    </a:ext>
                  </a:extLst>
                </a:gridCol>
                <a:gridCol w="1600820">
                  <a:extLst>
                    <a:ext uri="{9D8B030D-6E8A-4147-A177-3AD203B41FA5}">
                      <a16:colId xmlns:a16="http://schemas.microsoft.com/office/drawing/2014/main" val="3451410494"/>
                    </a:ext>
                  </a:extLst>
                </a:gridCol>
              </a:tblGrid>
              <a:tr h="294763">
                <a:tc>
                  <a:txBody>
                    <a:bodyPr/>
                    <a:lstStyle/>
                    <a:p>
                      <a:pPr marL="0" marR="0" algn="l">
                        <a:buNone/>
                      </a:pPr>
                      <a:r>
                        <a:rPr lang="en-US" sz="850" b="1">
                          <a:solidFill>
                            <a:srgbClr val="FFFFFF"/>
                          </a:solidFill>
                          <a:effectLst/>
                          <a:latin typeface="Arial" panose="020B0604020202020204" pitchFamily="34" charset="0"/>
                          <a:ea typeface="Arial" panose="020B0604020202020204" pitchFamily="34" charset="0"/>
                        </a:rPr>
                        <a: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l">
                        <a:buNone/>
                      </a:pPr>
                      <a:r>
                        <a:rPr lang="en-US" sz="850" b="1">
                          <a:solidFill>
                            <a:srgbClr val="FFFFFF"/>
                          </a:solidFill>
                          <a:effectLst/>
                          <a:latin typeface="Arial" panose="020B0604020202020204" pitchFamily="34" charset="0"/>
                          <a:ea typeface="Arial" panose="020B0604020202020204" pitchFamily="34" charset="0"/>
                        </a:rPr>
                        <a:t>Corporation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l">
                        <a:buNone/>
                      </a:pPr>
                      <a:r>
                        <a:rPr lang="en-US" sz="850" b="1">
                          <a:solidFill>
                            <a:srgbClr val="FFFFFF"/>
                          </a:solidFill>
                          <a:effectLst/>
                          <a:latin typeface="Arial" panose="020B0604020202020204" pitchFamily="34" charset="0"/>
                          <a:ea typeface="Arial" panose="020B0604020202020204" pitchFamily="34" charset="0"/>
                        </a:rPr>
                        <a:t>MAT 2026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l">
                        <a:buNone/>
                      </a:pPr>
                      <a:r>
                        <a:rPr lang="en-US" sz="850" b="1">
                          <a:solidFill>
                            <a:srgbClr val="FFFFFF"/>
                          </a:solidFill>
                          <a:effectLst/>
                          <a:latin typeface="Arial" panose="020B0604020202020204" pitchFamily="34" charset="0"/>
                          <a:ea typeface="Arial" panose="020B0604020202020204" pitchFamily="34" charset="0"/>
                        </a:rPr>
                        <a:t>Mkt Share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l">
                        <a:buNone/>
                      </a:pPr>
                      <a:r>
                        <a:rPr lang="en-US" sz="850" b="1">
                          <a:solidFill>
                            <a:srgbClr val="FFFFFF"/>
                          </a:solidFill>
                          <a:effectLst/>
                          <a:latin typeface="Arial" panose="020B0604020202020204" pitchFamily="34" charset="0"/>
                          <a:ea typeface="Arial" panose="020B0604020202020204" pitchFamily="34" charset="0"/>
                        </a:rPr>
                        <a:t>YoY 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l">
                        <a:buNone/>
                      </a:pPr>
                      <a:r>
                        <a:rPr lang="en-US" sz="850" b="1">
                          <a:solidFill>
                            <a:srgbClr val="FFFFFF"/>
                          </a:solidFill>
                          <a:effectLst/>
                          <a:latin typeface="Arial" panose="020B0604020202020204" pitchFamily="34" charset="0"/>
                          <a:ea typeface="Arial" panose="020B0604020202020204" pitchFamily="34" charset="0"/>
                        </a:rPr>
                        <a:t>4Y CAGR</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l">
                        <a:buNone/>
                      </a:pPr>
                      <a:r>
                        <a:rPr lang="en-US" sz="850" b="1">
                          <a:solidFill>
                            <a:srgbClr val="FFFFFF"/>
                          </a:solidFill>
                          <a:effectLst/>
                          <a:latin typeface="Arial" panose="020B0604020202020204" pitchFamily="34" charset="0"/>
                          <a:ea typeface="Arial" panose="020B0604020202020204" pitchFamily="34" charset="0"/>
                        </a:rPr>
                        <a:t>Signal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4029861864"/>
                  </a:ext>
                </a:extLst>
              </a:tr>
              <a:tr h="262371">
                <a:tc>
                  <a:txBody>
                    <a:bodyPr/>
                    <a:lstStyle/>
                    <a:p>
                      <a:pPr marL="0" marR="0" algn="l">
                        <a:buNone/>
                      </a:pPr>
                      <a:r>
                        <a:rPr lang="en-US" sz="850" b="1">
                          <a:solidFill>
                            <a:srgbClr val="2E2E2E"/>
                          </a:solidFill>
                          <a:effectLst/>
                          <a:latin typeface="Arial" panose="020B0604020202020204" pitchFamily="34" charset="0"/>
                          <a:ea typeface="Arial" panose="020B0604020202020204" pitchFamily="34" charset="0"/>
                        </a:rPr>
                        <a:t>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AUG PHARMA*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2E2E2E"/>
                          </a:solidFill>
                          <a:effectLst/>
                          <a:latin typeface="Arial" panose="020B0604020202020204" pitchFamily="34" charset="0"/>
                          <a:ea typeface="Arial" panose="020B0604020202020204" pitchFamily="34" charset="0"/>
                        </a:rPr>
                        <a:t>5.65B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2E2E2E"/>
                          </a:solidFill>
                          <a:effectLst/>
                          <a:latin typeface="Arial" panose="020B0604020202020204" pitchFamily="34" charset="0"/>
                          <a:ea typeface="Arial" panose="020B0604020202020204" pitchFamily="34" charset="0"/>
                        </a:rPr>
                        <a:t>5.2%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1E5C2A"/>
                          </a:solidFill>
                          <a:effectLst/>
                          <a:latin typeface="Arial" panose="020B0604020202020204" pitchFamily="34" charset="0"/>
                          <a:ea typeface="Arial" panose="020B0604020202020204" pitchFamily="34" charset="0"/>
                        </a:rPr>
                        <a:t>+51.5%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35.1%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1E5C2A"/>
                          </a:solidFill>
                          <a:effectLst/>
                          <a:latin typeface="Arial" panose="020B0604020202020204" pitchFamily="34" charset="0"/>
                          <a:ea typeface="Arial" panose="020B0604020202020204" pitchFamily="34" charset="0"/>
                        </a:rPr>
                        <a:t>OUTPERFORMER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91944220"/>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NOVARTIS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5.32B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4.9%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C55A11"/>
                          </a:solidFill>
                          <a:effectLst/>
                          <a:latin typeface="Arial" panose="020B0604020202020204" pitchFamily="34" charset="0"/>
                          <a:ea typeface="Arial" panose="020B0604020202020204" pitchFamily="34" charset="0"/>
                        </a:rPr>
                        <a:t>+10.7%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17.5%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C00000"/>
                          </a:solidFill>
                          <a:effectLst/>
                          <a:latin typeface="Arial" panose="020B0604020202020204" pitchFamily="34" charset="0"/>
                          <a:ea typeface="Arial" panose="020B0604020202020204" pitchFamily="34" charset="0"/>
                        </a:rPr>
                        <a:t>LOSING SHARE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246104312"/>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MARCYRL*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4.62B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4.2%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1E5C2A"/>
                          </a:solidFill>
                          <a:effectLst/>
                          <a:latin typeface="Arial" panose="020B0604020202020204" pitchFamily="34" charset="0"/>
                          <a:ea typeface="Arial" panose="020B0604020202020204" pitchFamily="34" charset="0"/>
                        </a:rPr>
                        <a:t>+35.0%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41.9%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1E5C2A"/>
                          </a:solidFill>
                          <a:effectLst/>
                          <a:latin typeface="Arial" panose="020B0604020202020204" pitchFamily="34" charset="0"/>
                          <a:ea typeface="Arial" panose="020B0604020202020204" pitchFamily="34" charset="0"/>
                        </a:rPr>
                        <a:t>OUTPERFORMER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343137588"/>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APEX PHARMA*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4.11B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C55A11"/>
                          </a:solidFill>
                          <a:effectLst/>
                          <a:latin typeface="Arial" panose="020B0604020202020204" pitchFamily="34" charset="0"/>
                          <a:ea typeface="Arial" panose="020B0604020202020204" pitchFamily="34" charset="0"/>
                        </a:rPr>
                        <a:t>+7.2%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30.7%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C00000"/>
                          </a:solidFill>
                          <a:effectLst/>
                          <a:latin typeface="Arial" panose="020B0604020202020204" pitchFamily="34" charset="0"/>
                          <a:ea typeface="Arial" panose="020B0604020202020204" pitchFamily="34" charset="0"/>
                        </a:rPr>
                        <a:t>LOSING SHARE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023864005"/>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AMOUN PHARM*</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3.86B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1F6B75"/>
                          </a:solidFill>
                          <a:effectLst/>
                          <a:latin typeface="Arial" panose="020B0604020202020204" pitchFamily="34" charset="0"/>
                          <a:ea typeface="Arial" panose="020B0604020202020204" pitchFamily="34" charset="0"/>
                        </a:rPr>
                        <a:t>+28.1%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19.5%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1F6B75"/>
                          </a:solidFill>
                          <a:effectLst/>
                          <a:latin typeface="Arial" panose="020B0604020202020204" pitchFamily="34" charset="0"/>
                          <a:ea typeface="Arial" panose="020B0604020202020204" pitchFamily="34" charset="0"/>
                        </a:rPr>
                        <a:t>NEUTRAL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85109669"/>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EVA PHARMA*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3.50B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F6B75"/>
                          </a:solidFill>
                          <a:effectLst/>
                          <a:latin typeface="Arial" panose="020B0604020202020204" pitchFamily="34" charset="0"/>
                          <a:ea typeface="Arial" panose="020B0604020202020204" pitchFamily="34" charset="0"/>
                        </a:rPr>
                        <a:t>+22.2%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27.9%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F6B75"/>
                          </a:solidFill>
                          <a:effectLst/>
                          <a:latin typeface="Arial" panose="020B0604020202020204" pitchFamily="34" charset="0"/>
                          <a:ea typeface="Arial" panose="020B0604020202020204" pitchFamily="34" charset="0"/>
                        </a:rPr>
                        <a:t>NEUTRAL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380657202"/>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UTOPIA*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3.08B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1E5C2A"/>
                          </a:solidFill>
                          <a:effectLst/>
                          <a:latin typeface="Arial" panose="020B0604020202020204" pitchFamily="34" charset="0"/>
                          <a:ea typeface="Arial" panose="020B0604020202020204" pitchFamily="34" charset="0"/>
                        </a:rPr>
                        <a:t>+60.3%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57.4%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1E5C2A"/>
                          </a:solidFill>
                          <a:effectLst/>
                          <a:latin typeface="Arial" panose="020B0604020202020204" pitchFamily="34" charset="0"/>
                          <a:ea typeface="Arial" panose="020B0604020202020204" pitchFamily="34" charset="0"/>
                        </a:rPr>
                        <a:t>STAR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45898271"/>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OPELLA*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2.99B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F6B75"/>
                          </a:solidFill>
                          <a:effectLst/>
                          <a:latin typeface="Arial" panose="020B0604020202020204" pitchFamily="34" charset="0"/>
                          <a:ea typeface="Arial" panose="020B0604020202020204" pitchFamily="34" charset="0"/>
                        </a:rPr>
                        <a:t>+19.3%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27.2%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F6B75"/>
                          </a:solidFill>
                          <a:effectLst/>
                          <a:latin typeface="Arial" panose="020B0604020202020204" pitchFamily="34" charset="0"/>
                          <a:ea typeface="Arial" panose="020B0604020202020204" pitchFamily="34" charset="0"/>
                        </a:rPr>
                        <a:t>NEUTRAL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829887186"/>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ASTRAZENECA*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2.90B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C00000"/>
                          </a:solidFill>
                          <a:effectLst/>
                          <a:latin typeface="Arial" panose="020B0604020202020204" pitchFamily="34" charset="0"/>
                          <a:ea typeface="Arial" panose="020B0604020202020204" pitchFamily="34" charset="0"/>
                        </a:rPr>
                        <a:t>-0.8%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21.0%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C00000"/>
                          </a:solidFill>
                          <a:effectLst/>
                          <a:latin typeface="Arial" panose="020B0604020202020204" pitchFamily="34" charset="0"/>
                          <a:ea typeface="Arial" panose="020B0604020202020204" pitchFamily="34" charset="0"/>
                        </a:rPr>
                        <a:t>⚠ DECLINING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568154371"/>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PHARCO*</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2.87B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F6B75"/>
                          </a:solidFill>
                          <a:effectLst/>
                          <a:latin typeface="Arial" panose="020B0604020202020204" pitchFamily="34" charset="0"/>
                          <a:ea typeface="Arial" panose="020B0604020202020204" pitchFamily="34" charset="0"/>
                        </a:rPr>
                        <a:t>+23.6%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26.5%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F6B75"/>
                          </a:solidFill>
                          <a:effectLst/>
                          <a:latin typeface="Arial" panose="020B0604020202020204" pitchFamily="34" charset="0"/>
                          <a:ea typeface="Arial" panose="020B0604020202020204" pitchFamily="34" charset="0"/>
                        </a:rPr>
                        <a:t>NEUTRAL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686784807"/>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LIMITLESS NATURALS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2.86B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1E5C2A"/>
                          </a:solidFill>
                          <a:effectLst/>
                          <a:latin typeface="Arial" panose="020B0604020202020204" pitchFamily="34" charset="0"/>
                          <a:ea typeface="Arial" panose="020B0604020202020204" pitchFamily="34" charset="0"/>
                        </a:rPr>
                        <a:t>+78.6%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140.7%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4B3072"/>
                          </a:solidFill>
                          <a:effectLst/>
                          <a:latin typeface="Arial" panose="020B0604020202020204" pitchFamily="34" charset="0"/>
                          <a:ea typeface="Arial" panose="020B0604020202020204" pitchFamily="34" charset="0"/>
                        </a:rPr>
                        <a:t>DISRUPTOR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203047410"/>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HALEON*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2.83B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E5C2A"/>
                          </a:solidFill>
                          <a:effectLst/>
                          <a:latin typeface="Arial" panose="020B0604020202020204" pitchFamily="34" charset="0"/>
                          <a:ea typeface="Arial" panose="020B0604020202020204" pitchFamily="34" charset="0"/>
                        </a:rPr>
                        <a:t>+37.0%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38.9%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E5C2A"/>
                          </a:solidFill>
                          <a:effectLst/>
                          <a:latin typeface="Arial" panose="020B0604020202020204" pitchFamily="34" charset="0"/>
                          <a:ea typeface="Arial" panose="020B0604020202020204" pitchFamily="34" charset="0"/>
                        </a:rPr>
                        <a:t>OUTPERFORMER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948345538"/>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GLOBAL NAPI*</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2.68B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C00000"/>
                          </a:solidFill>
                          <a:effectLst/>
                          <a:latin typeface="Arial" panose="020B0604020202020204" pitchFamily="34" charset="0"/>
                          <a:ea typeface="Arial" panose="020B0604020202020204" pitchFamily="34" charset="0"/>
                        </a:rPr>
                        <a:t>-2.0%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25.2%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C00000"/>
                          </a:solidFill>
                          <a:effectLst/>
                          <a:latin typeface="Arial" panose="020B0604020202020204" pitchFamily="34" charset="0"/>
                          <a:ea typeface="Arial" panose="020B0604020202020204" pitchFamily="34" charset="0"/>
                        </a:rPr>
                        <a:t>⚠ DECLINING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669223557"/>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ABBOTT*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2.52B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E5C2A"/>
                          </a:solidFill>
                          <a:effectLst/>
                          <a:latin typeface="Arial" panose="020B0604020202020204" pitchFamily="34" charset="0"/>
                          <a:ea typeface="Arial" panose="020B0604020202020204" pitchFamily="34" charset="0"/>
                        </a:rPr>
                        <a:t>+29.1%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29.4%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lgn="l">
                        <a:buNone/>
                      </a:pPr>
                      <a:r>
                        <a:rPr lang="en-US" sz="850">
                          <a:solidFill>
                            <a:srgbClr val="1E5C2A"/>
                          </a:solidFill>
                          <a:effectLst/>
                          <a:latin typeface="Arial" panose="020B0604020202020204" pitchFamily="34" charset="0"/>
                          <a:ea typeface="Arial" panose="020B0604020202020204" pitchFamily="34" charset="0"/>
                        </a:rPr>
                        <a:t>OUTPERFORMER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196232175"/>
                  </a:ext>
                </a:extLst>
              </a:tr>
              <a:tr h="262371">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15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ELI LILLY*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2.43B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2.2%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a:solidFill>
                            <a:srgbClr val="1E5C2A"/>
                          </a:solidFill>
                          <a:effectLst/>
                          <a:latin typeface="Arial" panose="020B0604020202020204" pitchFamily="34" charset="0"/>
                          <a:ea typeface="Arial" panose="020B0604020202020204" pitchFamily="34" charset="0"/>
                        </a:rPr>
                        <a:t>+537.6%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a:solidFill>
                            <a:srgbClr val="2E2E2E"/>
                          </a:solidFill>
                          <a:effectLst/>
                          <a:latin typeface="Arial" panose="020B0604020202020204" pitchFamily="34" charset="0"/>
                          <a:ea typeface="Arial" panose="020B0604020202020204" pitchFamily="34" charset="0"/>
                        </a:rPr>
                        <a:t>96.3%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lgn="l">
                        <a:buNone/>
                      </a:pPr>
                      <a:r>
                        <a:rPr lang="en-US" sz="850" b="1" dirty="0">
                          <a:solidFill>
                            <a:srgbClr val="1F3864"/>
                          </a:solidFill>
                          <a:effectLst/>
                          <a:latin typeface="Arial" panose="020B0604020202020204" pitchFamily="34" charset="0"/>
                          <a:ea typeface="Arial" panose="020B0604020202020204" pitchFamily="34" charset="0"/>
                        </a:rPr>
                        <a:t>🚀 MOUNJARO</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781338834"/>
                  </a:ext>
                </a:extLst>
              </a:tr>
            </a:tbl>
          </a:graphicData>
        </a:graphic>
      </p:graphicFrame>
      <p:sp>
        <p:nvSpPr>
          <p:cNvPr id="8" name="TextBox 7">
            <a:extLst>
              <a:ext uri="{FF2B5EF4-FFF2-40B4-BE49-F238E27FC236}">
                <a16:creationId xmlns:a16="http://schemas.microsoft.com/office/drawing/2014/main" id="{D8532603-40C7-4C5F-505E-1FFAA6C5FB43}"/>
              </a:ext>
            </a:extLst>
          </p:cNvPr>
          <p:cNvSpPr txBox="1"/>
          <p:nvPr/>
        </p:nvSpPr>
        <p:spPr>
          <a:xfrm>
            <a:off x="875371" y="244098"/>
            <a:ext cx="5646234" cy="338554"/>
          </a:xfrm>
          <a:prstGeom prst="rect">
            <a:avLst/>
          </a:prstGeom>
          <a:noFill/>
        </p:spPr>
        <p:txBody>
          <a:bodyPr wrap="square">
            <a:spAutoFit/>
          </a:bodyPr>
          <a:lstStyle/>
          <a:p>
            <a:pPr marL="0" marR="0" algn="ctr">
              <a:spcBef>
                <a:spcPts val="1400"/>
              </a:spcBef>
              <a:spcAft>
                <a:spcPts val="600"/>
              </a:spcAft>
              <a:buNone/>
            </a:pPr>
            <a:r>
              <a:rPr lang="en-US" sz="1600" b="1" dirty="0">
                <a:solidFill>
                  <a:srgbClr val="2E75B6"/>
                </a:solidFill>
                <a:effectLst/>
                <a:latin typeface="Arial" panose="020B0604020202020204" pitchFamily="34" charset="0"/>
              </a:rPr>
              <a:t>Corporate Table — MAT Jan 2026</a:t>
            </a:r>
          </a:p>
        </p:txBody>
      </p:sp>
    </p:spTree>
    <p:extLst>
      <p:ext uri="{BB962C8B-B14F-4D97-AF65-F5344CB8AC3E}">
        <p14:creationId xmlns:p14="http://schemas.microsoft.com/office/powerpoint/2010/main" val="32840729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143929" y="2105655"/>
            <a:ext cx="4898396" cy="1146600"/>
          </a:xfrm>
          <a:prstGeom prst="rect">
            <a:avLst/>
          </a:prstGeom>
        </p:spPr>
        <p:txBody>
          <a:bodyPr spcFirstLastPara="1" wrap="square" lIns="91425" tIns="91425" rIns="91425" bIns="91425" anchor="t" anchorCtr="0">
            <a:noAutofit/>
          </a:bodyPr>
          <a:lstStyle/>
          <a:p>
            <a:pPr lvl="0" algn="ctr"/>
            <a:r>
              <a:rPr lang="en-US" sz="2800" b="1" dirty="0"/>
              <a:t>PRODUCT INSIGHTS</a:t>
            </a:r>
            <a:endParaRPr sz="2800" dirty="0"/>
          </a:p>
        </p:txBody>
      </p:sp>
      <p:grpSp>
        <p:nvGrpSpPr>
          <p:cNvPr id="634" name="Google Shape;634;p35"/>
          <p:cNvGrpSpPr/>
          <p:nvPr/>
        </p:nvGrpSpPr>
        <p:grpSpPr>
          <a:xfrm>
            <a:off x="5461950" y="522238"/>
            <a:ext cx="2250830" cy="3661147"/>
            <a:chOff x="5401837" y="470183"/>
            <a:chExt cx="2068777" cy="3107670"/>
          </a:xfrm>
        </p:grpSpPr>
        <p:sp>
          <p:nvSpPr>
            <p:cNvPr id="635" name="Google Shape;635;p35"/>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5"/>
          <p:cNvGrpSpPr/>
          <p:nvPr/>
        </p:nvGrpSpPr>
        <p:grpSpPr>
          <a:xfrm>
            <a:off x="5378976" y="1196470"/>
            <a:ext cx="2416767" cy="3688689"/>
            <a:chOff x="8936226" y="1196470"/>
            <a:chExt cx="2416767" cy="3688689"/>
          </a:xfrm>
        </p:grpSpPr>
        <p:sp>
          <p:nvSpPr>
            <p:cNvPr id="641" name="Google Shape;641;p35"/>
            <p:cNvSpPr/>
            <p:nvPr/>
          </p:nvSpPr>
          <p:spPr>
            <a:xfrm flipH="1">
              <a:off x="9621961" y="1803301"/>
              <a:ext cx="785363" cy="776526"/>
            </a:xfrm>
            <a:custGeom>
              <a:avLst/>
              <a:gdLst/>
              <a:ahLst/>
              <a:cxnLst/>
              <a:rect l="l" t="t" r="r" b="b"/>
              <a:pathLst>
                <a:path w="10043" h="9930" extrusionOk="0">
                  <a:moveTo>
                    <a:pt x="8464" y="0"/>
                  </a:moveTo>
                  <a:cubicBezTo>
                    <a:pt x="8007" y="0"/>
                    <a:pt x="7162" y="139"/>
                    <a:pt x="6427" y="1025"/>
                  </a:cubicBezTo>
                  <a:cubicBezTo>
                    <a:pt x="5358" y="2298"/>
                    <a:pt x="2430" y="5651"/>
                    <a:pt x="2167" y="6031"/>
                  </a:cubicBezTo>
                  <a:cubicBezTo>
                    <a:pt x="1918" y="6412"/>
                    <a:pt x="0" y="9149"/>
                    <a:pt x="1318" y="9852"/>
                  </a:cubicBezTo>
                  <a:cubicBezTo>
                    <a:pt x="1417" y="9905"/>
                    <a:pt x="1531" y="9930"/>
                    <a:pt x="1655" y="9930"/>
                  </a:cubicBezTo>
                  <a:cubicBezTo>
                    <a:pt x="3168" y="9930"/>
                    <a:pt x="6295" y="6265"/>
                    <a:pt x="6295" y="6265"/>
                  </a:cubicBezTo>
                  <a:lnTo>
                    <a:pt x="9809" y="1918"/>
                  </a:lnTo>
                  <a:cubicBezTo>
                    <a:pt x="9955" y="1727"/>
                    <a:pt x="10043" y="1493"/>
                    <a:pt x="10043" y="1259"/>
                  </a:cubicBezTo>
                  <a:cubicBezTo>
                    <a:pt x="10043" y="1039"/>
                    <a:pt x="9955" y="790"/>
                    <a:pt x="9677" y="615"/>
                  </a:cubicBezTo>
                  <a:cubicBezTo>
                    <a:pt x="9208" y="307"/>
                    <a:pt x="8798" y="29"/>
                    <a:pt x="8798" y="29"/>
                  </a:cubicBezTo>
                  <a:cubicBezTo>
                    <a:pt x="8798" y="29"/>
                    <a:pt x="8671" y="0"/>
                    <a:pt x="8464"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flipH="1">
              <a:off x="9719244" y="1815813"/>
              <a:ext cx="99705" cy="194327"/>
            </a:xfrm>
            <a:custGeom>
              <a:avLst/>
              <a:gdLst/>
              <a:ahLst/>
              <a:cxnLst/>
              <a:rect l="l" t="t" r="r" b="b"/>
              <a:pathLst>
                <a:path w="1275" h="2485" extrusionOk="0">
                  <a:moveTo>
                    <a:pt x="1245" y="1"/>
                  </a:moveTo>
                  <a:cubicBezTo>
                    <a:pt x="1245" y="1"/>
                    <a:pt x="1216" y="74"/>
                    <a:pt x="1245" y="206"/>
                  </a:cubicBezTo>
                  <a:cubicBezTo>
                    <a:pt x="1245" y="323"/>
                    <a:pt x="1216" y="513"/>
                    <a:pt x="1216" y="733"/>
                  </a:cubicBezTo>
                  <a:cubicBezTo>
                    <a:pt x="1216" y="967"/>
                    <a:pt x="1201" y="1230"/>
                    <a:pt x="1201" y="1523"/>
                  </a:cubicBezTo>
                  <a:lnTo>
                    <a:pt x="1201" y="1977"/>
                  </a:lnTo>
                  <a:cubicBezTo>
                    <a:pt x="1187" y="2124"/>
                    <a:pt x="1143" y="2299"/>
                    <a:pt x="1026" y="2358"/>
                  </a:cubicBezTo>
                  <a:cubicBezTo>
                    <a:pt x="988" y="2378"/>
                    <a:pt x="949" y="2387"/>
                    <a:pt x="909" y="2387"/>
                  </a:cubicBezTo>
                  <a:cubicBezTo>
                    <a:pt x="808" y="2387"/>
                    <a:pt x="704" y="2329"/>
                    <a:pt x="630" y="2255"/>
                  </a:cubicBezTo>
                  <a:cubicBezTo>
                    <a:pt x="542" y="2138"/>
                    <a:pt x="484" y="1992"/>
                    <a:pt x="455" y="1845"/>
                  </a:cubicBezTo>
                  <a:cubicBezTo>
                    <a:pt x="381" y="1567"/>
                    <a:pt x="367" y="1304"/>
                    <a:pt x="308" y="1084"/>
                  </a:cubicBezTo>
                  <a:cubicBezTo>
                    <a:pt x="250" y="865"/>
                    <a:pt x="191" y="689"/>
                    <a:pt x="118" y="586"/>
                  </a:cubicBezTo>
                  <a:cubicBezTo>
                    <a:pt x="89" y="528"/>
                    <a:pt x="45" y="499"/>
                    <a:pt x="30" y="469"/>
                  </a:cubicBezTo>
                  <a:lnTo>
                    <a:pt x="1" y="440"/>
                  </a:lnTo>
                  <a:lnTo>
                    <a:pt x="1" y="440"/>
                  </a:lnTo>
                  <a:cubicBezTo>
                    <a:pt x="1" y="440"/>
                    <a:pt x="30" y="499"/>
                    <a:pt x="89" y="601"/>
                  </a:cubicBezTo>
                  <a:cubicBezTo>
                    <a:pt x="133" y="718"/>
                    <a:pt x="191" y="879"/>
                    <a:pt x="235" y="1099"/>
                  </a:cubicBezTo>
                  <a:cubicBezTo>
                    <a:pt x="264" y="1318"/>
                    <a:pt x="294" y="1567"/>
                    <a:pt x="367" y="1860"/>
                  </a:cubicBezTo>
                  <a:cubicBezTo>
                    <a:pt x="396" y="2006"/>
                    <a:pt x="455" y="2182"/>
                    <a:pt x="557" y="2299"/>
                  </a:cubicBezTo>
                  <a:cubicBezTo>
                    <a:pt x="643" y="2396"/>
                    <a:pt x="776" y="2485"/>
                    <a:pt x="910" y="2485"/>
                  </a:cubicBezTo>
                  <a:cubicBezTo>
                    <a:pt x="959" y="2485"/>
                    <a:pt x="1008" y="2473"/>
                    <a:pt x="1055" y="2446"/>
                  </a:cubicBezTo>
                  <a:cubicBezTo>
                    <a:pt x="1143" y="2402"/>
                    <a:pt x="1201" y="2328"/>
                    <a:pt x="1245" y="2226"/>
                  </a:cubicBezTo>
                  <a:cubicBezTo>
                    <a:pt x="1260" y="2138"/>
                    <a:pt x="1274" y="2050"/>
                    <a:pt x="1274" y="1977"/>
                  </a:cubicBezTo>
                  <a:lnTo>
                    <a:pt x="1274" y="1523"/>
                  </a:lnTo>
                  <a:lnTo>
                    <a:pt x="1274" y="733"/>
                  </a:lnTo>
                  <a:cubicBezTo>
                    <a:pt x="1260" y="513"/>
                    <a:pt x="1260" y="323"/>
                    <a:pt x="1260" y="206"/>
                  </a:cubicBezTo>
                  <a:cubicBezTo>
                    <a:pt x="1260" y="74"/>
                    <a:pt x="1245" y="1"/>
                    <a:pt x="1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flipH="1">
              <a:off x="9672324" y="1848891"/>
              <a:ext cx="55053" cy="118317"/>
            </a:xfrm>
            <a:custGeom>
              <a:avLst/>
              <a:gdLst/>
              <a:ahLst/>
              <a:cxnLst/>
              <a:rect l="l" t="t" r="r" b="b"/>
              <a:pathLst>
                <a:path w="704" h="1513" extrusionOk="0">
                  <a:moveTo>
                    <a:pt x="685" y="1"/>
                  </a:moveTo>
                  <a:cubicBezTo>
                    <a:pt x="652" y="1"/>
                    <a:pt x="550" y="354"/>
                    <a:pt x="367" y="749"/>
                  </a:cubicBezTo>
                  <a:cubicBezTo>
                    <a:pt x="177" y="1188"/>
                    <a:pt x="1" y="1496"/>
                    <a:pt x="16" y="1510"/>
                  </a:cubicBezTo>
                  <a:cubicBezTo>
                    <a:pt x="16" y="1512"/>
                    <a:pt x="17" y="1512"/>
                    <a:pt x="19" y="1512"/>
                  </a:cubicBezTo>
                  <a:cubicBezTo>
                    <a:pt x="52" y="1512"/>
                    <a:pt x="273" y="1226"/>
                    <a:pt x="455" y="807"/>
                  </a:cubicBezTo>
                  <a:cubicBezTo>
                    <a:pt x="660" y="383"/>
                    <a:pt x="704" y="2"/>
                    <a:pt x="689" y="2"/>
                  </a:cubicBezTo>
                  <a:cubicBezTo>
                    <a:pt x="688" y="1"/>
                    <a:pt x="687"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flipH="1">
              <a:off x="9618523" y="1885645"/>
              <a:ext cx="105414" cy="98297"/>
            </a:xfrm>
            <a:custGeom>
              <a:avLst/>
              <a:gdLst/>
              <a:ahLst/>
              <a:cxnLst/>
              <a:rect l="l" t="t" r="r" b="b"/>
              <a:pathLst>
                <a:path w="1348" h="1257" extrusionOk="0">
                  <a:moveTo>
                    <a:pt x="1317" y="0"/>
                  </a:moveTo>
                  <a:cubicBezTo>
                    <a:pt x="1293" y="0"/>
                    <a:pt x="1004" y="376"/>
                    <a:pt x="660" y="835"/>
                  </a:cubicBezTo>
                  <a:cubicBezTo>
                    <a:pt x="586" y="952"/>
                    <a:pt x="499" y="1084"/>
                    <a:pt x="411" y="1128"/>
                  </a:cubicBezTo>
                  <a:cubicBezTo>
                    <a:pt x="358" y="1163"/>
                    <a:pt x="294" y="1183"/>
                    <a:pt x="235" y="1183"/>
                  </a:cubicBezTo>
                  <a:cubicBezTo>
                    <a:pt x="197" y="1183"/>
                    <a:pt x="162" y="1175"/>
                    <a:pt x="133" y="1157"/>
                  </a:cubicBezTo>
                  <a:cubicBezTo>
                    <a:pt x="74" y="1113"/>
                    <a:pt x="59" y="1026"/>
                    <a:pt x="74" y="982"/>
                  </a:cubicBezTo>
                  <a:cubicBezTo>
                    <a:pt x="103" y="938"/>
                    <a:pt x="118" y="908"/>
                    <a:pt x="118" y="908"/>
                  </a:cubicBezTo>
                  <a:lnTo>
                    <a:pt x="118" y="908"/>
                  </a:lnTo>
                  <a:cubicBezTo>
                    <a:pt x="118" y="908"/>
                    <a:pt x="74" y="908"/>
                    <a:pt x="45" y="967"/>
                  </a:cubicBezTo>
                  <a:cubicBezTo>
                    <a:pt x="30" y="1026"/>
                    <a:pt x="1" y="1113"/>
                    <a:pt x="103" y="1201"/>
                  </a:cubicBezTo>
                  <a:cubicBezTo>
                    <a:pt x="147" y="1238"/>
                    <a:pt x="206" y="1256"/>
                    <a:pt x="270" y="1256"/>
                  </a:cubicBezTo>
                  <a:cubicBezTo>
                    <a:pt x="334" y="1256"/>
                    <a:pt x="403" y="1238"/>
                    <a:pt x="469" y="1201"/>
                  </a:cubicBezTo>
                  <a:cubicBezTo>
                    <a:pt x="586" y="1143"/>
                    <a:pt x="660" y="1011"/>
                    <a:pt x="762" y="894"/>
                  </a:cubicBezTo>
                  <a:cubicBezTo>
                    <a:pt x="1084" y="425"/>
                    <a:pt x="1348" y="15"/>
                    <a:pt x="1318" y="1"/>
                  </a:cubicBezTo>
                  <a:cubicBezTo>
                    <a:pt x="1318" y="1"/>
                    <a:pt x="1318" y="0"/>
                    <a:pt x="1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flipH="1">
              <a:off x="9793768" y="1895889"/>
              <a:ext cx="73273" cy="143419"/>
            </a:xfrm>
            <a:custGeom>
              <a:avLst/>
              <a:gdLst/>
              <a:ahLst/>
              <a:cxnLst/>
              <a:rect l="l" t="t" r="r" b="b"/>
              <a:pathLst>
                <a:path w="937" h="1834" extrusionOk="0">
                  <a:moveTo>
                    <a:pt x="922" y="1"/>
                  </a:moveTo>
                  <a:cubicBezTo>
                    <a:pt x="902" y="1"/>
                    <a:pt x="622" y="174"/>
                    <a:pt x="247" y="427"/>
                  </a:cubicBezTo>
                  <a:lnTo>
                    <a:pt x="247" y="427"/>
                  </a:lnTo>
                  <a:cubicBezTo>
                    <a:pt x="227" y="433"/>
                    <a:pt x="209" y="442"/>
                    <a:pt x="191" y="455"/>
                  </a:cubicBezTo>
                  <a:lnTo>
                    <a:pt x="250" y="529"/>
                  </a:lnTo>
                  <a:cubicBezTo>
                    <a:pt x="253" y="526"/>
                    <a:pt x="256" y="524"/>
                    <a:pt x="259" y="522"/>
                  </a:cubicBezTo>
                  <a:lnTo>
                    <a:pt x="259" y="522"/>
                  </a:lnTo>
                  <a:lnTo>
                    <a:pt x="264" y="529"/>
                  </a:lnTo>
                  <a:cubicBezTo>
                    <a:pt x="277" y="522"/>
                    <a:pt x="294" y="519"/>
                    <a:pt x="314" y="519"/>
                  </a:cubicBezTo>
                  <a:cubicBezTo>
                    <a:pt x="342" y="519"/>
                    <a:pt x="377" y="526"/>
                    <a:pt x="411" y="543"/>
                  </a:cubicBezTo>
                  <a:cubicBezTo>
                    <a:pt x="440" y="587"/>
                    <a:pt x="484" y="646"/>
                    <a:pt x="499" y="719"/>
                  </a:cubicBezTo>
                  <a:cubicBezTo>
                    <a:pt x="557" y="1056"/>
                    <a:pt x="411" y="1378"/>
                    <a:pt x="279" y="1553"/>
                  </a:cubicBezTo>
                  <a:cubicBezTo>
                    <a:pt x="133" y="1744"/>
                    <a:pt x="1" y="1817"/>
                    <a:pt x="30" y="1831"/>
                  </a:cubicBezTo>
                  <a:cubicBezTo>
                    <a:pt x="30" y="1833"/>
                    <a:pt x="31" y="1833"/>
                    <a:pt x="33" y="1833"/>
                  </a:cubicBezTo>
                  <a:cubicBezTo>
                    <a:pt x="54" y="1833"/>
                    <a:pt x="190" y="1756"/>
                    <a:pt x="338" y="1568"/>
                  </a:cubicBezTo>
                  <a:cubicBezTo>
                    <a:pt x="499" y="1392"/>
                    <a:pt x="645" y="1056"/>
                    <a:pt x="587" y="675"/>
                  </a:cubicBezTo>
                  <a:cubicBezTo>
                    <a:pt x="572" y="602"/>
                    <a:pt x="513" y="514"/>
                    <a:pt x="440" y="455"/>
                  </a:cubicBezTo>
                  <a:cubicBezTo>
                    <a:pt x="421" y="448"/>
                    <a:pt x="400" y="440"/>
                    <a:pt x="377" y="434"/>
                  </a:cubicBezTo>
                  <a:lnTo>
                    <a:pt x="377" y="434"/>
                  </a:lnTo>
                  <a:cubicBezTo>
                    <a:pt x="706" y="190"/>
                    <a:pt x="936" y="15"/>
                    <a:pt x="923" y="2"/>
                  </a:cubicBezTo>
                  <a:cubicBezTo>
                    <a:pt x="923" y="1"/>
                    <a:pt x="923"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flipH="1">
              <a:off x="10646536" y="2905683"/>
              <a:ext cx="213017" cy="1979477"/>
            </a:xfrm>
            <a:custGeom>
              <a:avLst/>
              <a:gdLst/>
              <a:ahLst/>
              <a:cxnLst/>
              <a:rect l="l" t="t" r="r" b="b"/>
              <a:pathLst>
                <a:path w="2724" h="25313" extrusionOk="0">
                  <a:moveTo>
                    <a:pt x="2723" y="1"/>
                  </a:moveTo>
                  <a:lnTo>
                    <a:pt x="1860" y="249"/>
                  </a:lnTo>
                  <a:lnTo>
                    <a:pt x="1" y="25312"/>
                  </a:lnTo>
                  <a:lnTo>
                    <a:pt x="528" y="25312"/>
                  </a:lnTo>
                  <a:lnTo>
                    <a:pt x="27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flipH="1">
              <a:off x="10276727" y="2783222"/>
              <a:ext cx="873572" cy="115658"/>
            </a:xfrm>
            <a:custGeom>
              <a:avLst/>
              <a:gdLst/>
              <a:ahLst/>
              <a:cxnLst/>
              <a:rect l="l" t="t" r="r" b="b"/>
              <a:pathLst>
                <a:path w="11171" h="1479" extrusionOk="0">
                  <a:moveTo>
                    <a:pt x="4655" y="0"/>
                  </a:moveTo>
                  <a:cubicBezTo>
                    <a:pt x="0" y="0"/>
                    <a:pt x="220" y="1479"/>
                    <a:pt x="220" y="1479"/>
                  </a:cubicBezTo>
                  <a:lnTo>
                    <a:pt x="10950" y="1479"/>
                  </a:lnTo>
                  <a:cubicBezTo>
                    <a:pt x="11170" y="308"/>
                    <a:pt x="9282" y="0"/>
                    <a:pt x="4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flipH="1">
              <a:off x="10293931" y="2887384"/>
              <a:ext cx="839242" cy="37849"/>
            </a:xfrm>
            <a:custGeom>
              <a:avLst/>
              <a:gdLst/>
              <a:ahLst/>
              <a:cxnLst/>
              <a:rect l="l" t="t" r="r" b="b"/>
              <a:pathLst>
                <a:path w="10732" h="484" extrusionOk="0">
                  <a:moveTo>
                    <a:pt x="1" y="0"/>
                  </a:moveTo>
                  <a:lnTo>
                    <a:pt x="1" y="483"/>
                  </a:lnTo>
                  <a:lnTo>
                    <a:pt x="10731" y="483"/>
                  </a:lnTo>
                  <a:lnTo>
                    <a:pt x="10731" y="14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flipH="1">
              <a:off x="10351175" y="2925155"/>
              <a:ext cx="269086" cy="1949682"/>
            </a:xfrm>
            <a:custGeom>
              <a:avLst/>
              <a:gdLst/>
              <a:ahLst/>
              <a:cxnLst/>
              <a:rect l="l" t="t" r="r" b="b"/>
              <a:pathLst>
                <a:path w="3441" h="24932" extrusionOk="0">
                  <a:moveTo>
                    <a:pt x="0" y="0"/>
                  </a:moveTo>
                  <a:lnTo>
                    <a:pt x="3074" y="24932"/>
                  </a:lnTo>
                  <a:lnTo>
                    <a:pt x="3440" y="24932"/>
                  </a:lnTo>
                  <a:lnTo>
                    <a:pt x="922" y="0"/>
                  </a:lnTo>
                  <a:close/>
                </a:path>
              </a:pathLst>
            </a:custGeom>
            <a:solidFill>
              <a:srgbClr val="7C4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flipH="1">
              <a:off x="10795349" y="2905683"/>
              <a:ext cx="557644" cy="1969154"/>
            </a:xfrm>
            <a:custGeom>
              <a:avLst/>
              <a:gdLst/>
              <a:ahLst/>
              <a:cxnLst/>
              <a:rect l="l" t="t" r="r" b="b"/>
              <a:pathLst>
                <a:path w="7131" h="25181" extrusionOk="0">
                  <a:moveTo>
                    <a:pt x="6237" y="1"/>
                  </a:moveTo>
                  <a:lnTo>
                    <a:pt x="1" y="25181"/>
                  </a:lnTo>
                  <a:lnTo>
                    <a:pt x="411" y="25181"/>
                  </a:lnTo>
                  <a:lnTo>
                    <a:pt x="7130" y="249"/>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flipH="1">
              <a:off x="10522901" y="3686429"/>
              <a:ext cx="488906" cy="36754"/>
            </a:xfrm>
            <a:custGeom>
              <a:avLst/>
              <a:gdLst/>
              <a:ahLst/>
              <a:cxnLst/>
              <a:rect l="l" t="t" r="r" b="b"/>
              <a:pathLst>
                <a:path w="6252" h="470" extrusionOk="0">
                  <a:moveTo>
                    <a:pt x="6193" y="1"/>
                  </a:moveTo>
                  <a:lnTo>
                    <a:pt x="0" y="147"/>
                  </a:lnTo>
                  <a:lnTo>
                    <a:pt x="0" y="469"/>
                  </a:lnTo>
                  <a:lnTo>
                    <a:pt x="6252" y="337"/>
                  </a:lnTo>
                  <a:lnTo>
                    <a:pt x="6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flipH="1">
              <a:off x="10395825" y="4683555"/>
              <a:ext cx="880454" cy="67643"/>
            </a:xfrm>
            <a:custGeom>
              <a:avLst/>
              <a:gdLst/>
              <a:ahLst/>
              <a:cxnLst/>
              <a:rect l="l" t="t" r="r" b="b"/>
              <a:pathLst>
                <a:path w="11259" h="865" extrusionOk="0">
                  <a:moveTo>
                    <a:pt x="89" y="1"/>
                  </a:moveTo>
                  <a:lnTo>
                    <a:pt x="1" y="308"/>
                  </a:lnTo>
                  <a:lnTo>
                    <a:pt x="11259" y="864"/>
                  </a:lnTo>
                  <a:lnTo>
                    <a:pt x="11259" y="425"/>
                  </a:lnTo>
                  <a:lnTo>
                    <a:pt x="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flipH="1">
              <a:off x="9784540" y="4225617"/>
              <a:ext cx="296534" cy="435183"/>
            </a:xfrm>
            <a:custGeom>
              <a:avLst/>
              <a:gdLst/>
              <a:ahLst/>
              <a:cxnLst/>
              <a:rect l="l" t="t" r="r" b="b"/>
              <a:pathLst>
                <a:path w="3792" h="5565" extrusionOk="0">
                  <a:moveTo>
                    <a:pt x="937" y="1"/>
                  </a:moveTo>
                  <a:lnTo>
                    <a:pt x="0" y="1641"/>
                  </a:lnTo>
                  <a:cubicBezTo>
                    <a:pt x="0" y="1641"/>
                    <a:pt x="2782" y="4891"/>
                    <a:pt x="3236" y="5432"/>
                  </a:cubicBezTo>
                  <a:cubicBezTo>
                    <a:pt x="3317" y="5525"/>
                    <a:pt x="3375" y="5564"/>
                    <a:pt x="3416" y="5564"/>
                  </a:cubicBezTo>
                  <a:cubicBezTo>
                    <a:pt x="3624" y="5564"/>
                    <a:pt x="3367" y="4539"/>
                    <a:pt x="3367" y="4539"/>
                  </a:cubicBezTo>
                  <a:lnTo>
                    <a:pt x="3792" y="3324"/>
                  </a:lnTo>
                  <a:lnTo>
                    <a:pt x="9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flipH="1">
              <a:off x="9404408" y="2659588"/>
              <a:ext cx="1304063" cy="1874063"/>
            </a:xfrm>
            <a:custGeom>
              <a:avLst/>
              <a:gdLst/>
              <a:ahLst/>
              <a:cxnLst/>
              <a:rect l="l" t="t" r="r" b="b"/>
              <a:pathLst>
                <a:path w="16676" h="23965" extrusionOk="0">
                  <a:moveTo>
                    <a:pt x="7145" y="0"/>
                  </a:moveTo>
                  <a:lnTo>
                    <a:pt x="1" y="835"/>
                  </a:lnTo>
                  <a:lnTo>
                    <a:pt x="11024" y="10160"/>
                  </a:lnTo>
                  <a:lnTo>
                    <a:pt x="6647" y="22223"/>
                  </a:lnTo>
                  <a:lnTo>
                    <a:pt x="11991" y="23965"/>
                  </a:lnTo>
                  <a:cubicBezTo>
                    <a:pt x="11991" y="23965"/>
                    <a:pt x="16675" y="10160"/>
                    <a:pt x="16675" y="8593"/>
                  </a:cubicBezTo>
                  <a:cubicBezTo>
                    <a:pt x="16661" y="6705"/>
                    <a:pt x="7145" y="0"/>
                    <a:pt x="7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flipH="1">
              <a:off x="9814099" y="4685901"/>
              <a:ext cx="495944" cy="145608"/>
            </a:xfrm>
            <a:custGeom>
              <a:avLst/>
              <a:gdLst/>
              <a:ahLst/>
              <a:cxnLst/>
              <a:rect l="l" t="t" r="r" b="b"/>
              <a:pathLst>
                <a:path w="6342" h="1862" extrusionOk="0">
                  <a:moveTo>
                    <a:pt x="0" y="0"/>
                  </a:moveTo>
                  <a:lnTo>
                    <a:pt x="601" y="1801"/>
                  </a:lnTo>
                  <a:cubicBezTo>
                    <a:pt x="601" y="1801"/>
                    <a:pt x="4146" y="1861"/>
                    <a:pt x="5340" y="1861"/>
                  </a:cubicBezTo>
                  <a:cubicBezTo>
                    <a:pt x="5460" y="1861"/>
                    <a:pt x="5555" y="1861"/>
                    <a:pt x="5622" y="1859"/>
                  </a:cubicBezTo>
                  <a:cubicBezTo>
                    <a:pt x="5630" y="1859"/>
                    <a:pt x="5637" y="1859"/>
                    <a:pt x="5644" y="1859"/>
                  </a:cubicBezTo>
                  <a:cubicBezTo>
                    <a:pt x="6341" y="1859"/>
                    <a:pt x="5036" y="1171"/>
                    <a:pt x="5036" y="1171"/>
                  </a:cubicBezTo>
                  <a:lnTo>
                    <a:pt x="4392" y="59"/>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flipH="1">
              <a:off x="10133700" y="1657927"/>
              <a:ext cx="803661" cy="996424"/>
            </a:xfrm>
            <a:custGeom>
              <a:avLst/>
              <a:gdLst/>
              <a:ahLst/>
              <a:cxnLst/>
              <a:rect l="l" t="t" r="r" b="b"/>
              <a:pathLst>
                <a:path w="10277" h="12742" extrusionOk="0">
                  <a:moveTo>
                    <a:pt x="4954" y="0"/>
                  </a:moveTo>
                  <a:cubicBezTo>
                    <a:pt x="3960" y="0"/>
                    <a:pt x="3002" y="114"/>
                    <a:pt x="2386" y="351"/>
                  </a:cubicBezTo>
                  <a:cubicBezTo>
                    <a:pt x="2386" y="351"/>
                    <a:pt x="220" y="1273"/>
                    <a:pt x="0" y="3220"/>
                  </a:cubicBezTo>
                  <a:lnTo>
                    <a:pt x="0" y="8168"/>
                  </a:lnTo>
                  <a:lnTo>
                    <a:pt x="29" y="10233"/>
                  </a:lnTo>
                  <a:cubicBezTo>
                    <a:pt x="29" y="10233"/>
                    <a:pt x="5271" y="12742"/>
                    <a:pt x="8414" y="12742"/>
                  </a:cubicBezTo>
                  <a:cubicBezTo>
                    <a:pt x="9209" y="12742"/>
                    <a:pt x="9869" y="12581"/>
                    <a:pt x="10277" y="12180"/>
                  </a:cubicBezTo>
                  <a:lnTo>
                    <a:pt x="9867" y="5621"/>
                  </a:lnTo>
                  <a:cubicBezTo>
                    <a:pt x="9838" y="4216"/>
                    <a:pt x="10013" y="1961"/>
                    <a:pt x="8974" y="1024"/>
                  </a:cubicBezTo>
                  <a:cubicBezTo>
                    <a:pt x="8769" y="849"/>
                    <a:pt x="8549" y="658"/>
                    <a:pt x="8315" y="541"/>
                  </a:cubicBezTo>
                  <a:cubicBezTo>
                    <a:pt x="7566" y="187"/>
                    <a:pt x="6230" y="0"/>
                    <a:pt x="49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flipH="1">
              <a:off x="10224100" y="1207809"/>
              <a:ext cx="422515" cy="538642"/>
            </a:xfrm>
            <a:custGeom>
              <a:avLst/>
              <a:gdLst/>
              <a:ahLst/>
              <a:cxnLst/>
              <a:rect l="l" t="t" r="r" b="b"/>
              <a:pathLst>
                <a:path w="5403" h="6888" extrusionOk="0">
                  <a:moveTo>
                    <a:pt x="2796" y="0"/>
                  </a:moveTo>
                  <a:cubicBezTo>
                    <a:pt x="1518" y="0"/>
                    <a:pt x="1450" y="617"/>
                    <a:pt x="1450" y="617"/>
                  </a:cubicBezTo>
                  <a:lnTo>
                    <a:pt x="1450" y="1700"/>
                  </a:lnTo>
                  <a:cubicBezTo>
                    <a:pt x="1450" y="1700"/>
                    <a:pt x="1090" y="1443"/>
                    <a:pt x="746" y="1443"/>
                  </a:cubicBezTo>
                  <a:cubicBezTo>
                    <a:pt x="493" y="1443"/>
                    <a:pt x="248" y="1582"/>
                    <a:pt x="161" y="2066"/>
                  </a:cubicBezTo>
                  <a:cubicBezTo>
                    <a:pt x="0" y="2959"/>
                    <a:pt x="864" y="3120"/>
                    <a:pt x="864" y="3120"/>
                  </a:cubicBezTo>
                  <a:lnTo>
                    <a:pt x="659" y="5682"/>
                  </a:lnTo>
                  <a:cubicBezTo>
                    <a:pt x="630" y="6034"/>
                    <a:pt x="732" y="6370"/>
                    <a:pt x="967" y="6605"/>
                  </a:cubicBezTo>
                  <a:cubicBezTo>
                    <a:pt x="1185" y="6812"/>
                    <a:pt x="1431" y="6888"/>
                    <a:pt x="1674" y="6888"/>
                  </a:cubicBezTo>
                  <a:cubicBezTo>
                    <a:pt x="2051" y="6888"/>
                    <a:pt x="2422" y="6706"/>
                    <a:pt x="2679" y="6546"/>
                  </a:cubicBezTo>
                  <a:cubicBezTo>
                    <a:pt x="2870" y="6414"/>
                    <a:pt x="2987" y="6224"/>
                    <a:pt x="2987" y="5975"/>
                  </a:cubicBezTo>
                  <a:lnTo>
                    <a:pt x="2987" y="5302"/>
                  </a:lnTo>
                  <a:lnTo>
                    <a:pt x="3895" y="5302"/>
                  </a:lnTo>
                  <a:cubicBezTo>
                    <a:pt x="5402" y="5228"/>
                    <a:pt x="5139" y="441"/>
                    <a:pt x="5139" y="441"/>
                  </a:cubicBezTo>
                  <a:cubicBezTo>
                    <a:pt x="5139" y="31"/>
                    <a:pt x="4334" y="31"/>
                    <a:pt x="4334" y="31"/>
                  </a:cubicBezTo>
                  <a:lnTo>
                    <a:pt x="2928" y="2"/>
                  </a:lnTo>
                  <a:cubicBezTo>
                    <a:pt x="2883" y="1"/>
                    <a:pt x="2839" y="0"/>
                    <a:pt x="279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flipH="1">
              <a:off x="10311138" y="1383133"/>
              <a:ext cx="22913" cy="112217"/>
            </a:xfrm>
            <a:custGeom>
              <a:avLst/>
              <a:gdLst/>
              <a:ahLst/>
              <a:cxnLst/>
              <a:rect l="l" t="t" r="r" b="b"/>
              <a:pathLst>
                <a:path w="293" h="1435" extrusionOk="0">
                  <a:moveTo>
                    <a:pt x="234" y="0"/>
                  </a:moveTo>
                  <a:cubicBezTo>
                    <a:pt x="220" y="29"/>
                    <a:pt x="190" y="366"/>
                    <a:pt x="190" y="776"/>
                  </a:cubicBezTo>
                  <a:cubicBezTo>
                    <a:pt x="190" y="996"/>
                    <a:pt x="234" y="1186"/>
                    <a:pt x="176" y="1303"/>
                  </a:cubicBezTo>
                  <a:cubicBezTo>
                    <a:pt x="146" y="1362"/>
                    <a:pt x="103" y="1391"/>
                    <a:pt x="73" y="1391"/>
                  </a:cubicBezTo>
                  <a:cubicBezTo>
                    <a:pt x="29" y="1405"/>
                    <a:pt x="15" y="1405"/>
                    <a:pt x="15" y="1405"/>
                  </a:cubicBezTo>
                  <a:cubicBezTo>
                    <a:pt x="0" y="1405"/>
                    <a:pt x="15" y="1435"/>
                    <a:pt x="73" y="1435"/>
                  </a:cubicBezTo>
                  <a:cubicBezTo>
                    <a:pt x="117" y="1435"/>
                    <a:pt x="176" y="1405"/>
                    <a:pt x="234" y="1347"/>
                  </a:cubicBezTo>
                  <a:cubicBezTo>
                    <a:pt x="264" y="1274"/>
                    <a:pt x="293" y="1171"/>
                    <a:pt x="293" y="1083"/>
                  </a:cubicBezTo>
                  <a:lnTo>
                    <a:pt x="293" y="776"/>
                  </a:lnTo>
                  <a:cubicBezTo>
                    <a:pt x="293" y="351"/>
                    <a:pt x="249"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flipH="1">
              <a:off x="10390120" y="1387669"/>
              <a:ext cx="9228" cy="27526"/>
            </a:xfrm>
            <a:custGeom>
              <a:avLst/>
              <a:gdLst/>
              <a:ahLst/>
              <a:cxnLst/>
              <a:rect l="l" t="t" r="r" b="b"/>
              <a:pathLst>
                <a:path w="118" h="352" extrusionOk="0">
                  <a:moveTo>
                    <a:pt x="59" y="1"/>
                  </a:moveTo>
                  <a:cubicBezTo>
                    <a:pt x="30" y="1"/>
                    <a:pt x="1" y="74"/>
                    <a:pt x="30" y="191"/>
                  </a:cubicBezTo>
                  <a:cubicBezTo>
                    <a:pt x="30" y="279"/>
                    <a:pt x="59" y="352"/>
                    <a:pt x="74" y="352"/>
                  </a:cubicBezTo>
                  <a:cubicBezTo>
                    <a:pt x="103" y="352"/>
                    <a:pt x="118" y="264"/>
                    <a:pt x="118" y="162"/>
                  </a:cubicBezTo>
                  <a:cubicBezTo>
                    <a:pt x="118"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flipH="1">
              <a:off x="10269927" y="1385401"/>
              <a:ext cx="6882" cy="26432"/>
            </a:xfrm>
            <a:custGeom>
              <a:avLst/>
              <a:gdLst/>
              <a:ahLst/>
              <a:cxnLst/>
              <a:rect l="l" t="t" r="r" b="b"/>
              <a:pathLst>
                <a:path w="88" h="338" extrusionOk="0">
                  <a:moveTo>
                    <a:pt x="29" y="0"/>
                  </a:moveTo>
                  <a:cubicBezTo>
                    <a:pt x="15" y="0"/>
                    <a:pt x="0" y="88"/>
                    <a:pt x="0" y="176"/>
                  </a:cubicBezTo>
                  <a:cubicBezTo>
                    <a:pt x="0" y="264"/>
                    <a:pt x="29" y="337"/>
                    <a:pt x="44" y="337"/>
                  </a:cubicBezTo>
                  <a:cubicBezTo>
                    <a:pt x="73" y="337"/>
                    <a:pt x="88" y="249"/>
                    <a:pt x="88" y="161"/>
                  </a:cubicBezTo>
                  <a:cubicBezTo>
                    <a:pt x="88" y="59"/>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flipH="1">
              <a:off x="10410686" y="1581135"/>
              <a:ext cx="66470" cy="119177"/>
            </a:xfrm>
            <a:custGeom>
              <a:avLst/>
              <a:gdLst/>
              <a:ahLst/>
              <a:cxnLst/>
              <a:rect l="l" t="t" r="r" b="b"/>
              <a:pathLst>
                <a:path w="850" h="1524" extrusionOk="0">
                  <a:moveTo>
                    <a:pt x="15" y="1"/>
                  </a:moveTo>
                  <a:lnTo>
                    <a:pt x="15" y="1"/>
                  </a:lnTo>
                  <a:cubicBezTo>
                    <a:pt x="0" y="250"/>
                    <a:pt x="0" y="528"/>
                    <a:pt x="73" y="791"/>
                  </a:cubicBezTo>
                  <a:cubicBezTo>
                    <a:pt x="147" y="1040"/>
                    <a:pt x="308" y="1260"/>
                    <a:pt x="527" y="1406"/>
                  </a:cubicBezTo>
                  <a:cubicBezTo>
                    <a:pt x="600" y="1465"/>
                    <a:pt x="747" y="1523"/>
                    <a:pt x="747" y="1523"/>
                  </a:cubicBezTo>
                  <a:cubicBezTo>
                    <a:pt x="747" y="1494"/>
                    <a:pt x="776" y="1333"/>
                    <a:pt x="805" y="1318"/>
                  </a:cubicBezTo>
                  <a:cubicBezTo>
                    <a:pt x="849" y="1040"/>
                    <a:pt x="835" y="820"/>
                    <a:pt x="805" y="513"/>
                  </a:cubicBezTo>
                  <a:cubicBezTo>
                    <a:pt x="483" y="440"/>
                    <a:pt x="220" y="235"/>
                    <a:pt x="15" y="1"/>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flipH="1">
              <a:off x="10545815" y="1356780"/>
              <a:ext cx="53880" cy="74446"/>
            </a:xfrm>
            <a:custGeom>
              <a:avLst/>
              <a:gdLst/>
              <a:ahLst/>
              <a:cxnLst/>
              <a:rect l="l" t="t" r="r" b="b"/>
              <a:pathLst>
                <a:path w="689" h="952" extrusionOk="0">
                  <a:moveTo>
                    <a:pt x="59" y="0"/>
                  </a:moveTo>
                  <a:cubicBezTo>
                    <a:pt x="59" y="0"/>
                    <a:pt x="132" y="30"/>
                    <a:pt x="220" y="88"/>
                  </a:cubicBezTo>
                  <a:cubicBezTo>
                    <a:pt x="281" y="131"/>
                    <a:pt x="346" y="185"/>
                    <a:pt x="405" y="257"/>
                  </a:cubicBezTo>
                  <a:lnTo>
                    <a:pt x="405" y="257"/>
                  </a:lnTo>
                  <a:cubicBezTo>
                    <a:pt x="392" y="254"/>
                    <a:pt x="380" y="251"/>
                    <a:pt x="367" y="249"/>
                  </a:cubicBezTo>
                  <a:cubicBezTo>
                    <a:pt x="348" y="246"/>
                    <a:pt x="329" y="244"/>
                    <a:pt x="310" y="244"/>
                  </a:cubicBezTo>
                  <a:cubicBezTo>
                    <a:pt x="251" y="244"/>
                    <a:pt x="191" y="260"/>
                    <a:pt x="147" y="293"/>
                  </a:cubicBezTo>
                  <a:cubicBezTo>
                    <a:pt x="103" y="322"/>
                    <a:pt x="59" y="396"/>
                    <a:pt x="45" y="454"/>
                  </a:cubicBezTo>
                  <a:cubicBezTo>
                    <a:pt x="1" y="586"/>
                    <a:pt x="45" y="688"/>
                    <a:pt x="103" y="762"/>
                  </a:cubicBezTo>
                  <a:cubicBezTo>
                    <a:pt x="206" y="923"/>
                    <a:pt x="323" y="952"/>
                    <a:pt x="323" y="952"/>
                  </a:cubicBezTo>
                  <a:cubicBezTo>
                    <a:pt x="337" y="923"/>
                    <a:pt x="250" y="879"/>
                    <a:pt x="132" y="703"/>
                  </a:cubicBezTo>
                  <a:cubicBezTo>
                    <a:pt x="103" y="630"/>
                    <a:pt x="74" y="542"/>
                    <a:pt x="118" y="454"/>
                  </a:cubicBezTo>
                  <a:cubicBezTo>
                    <a:pt x="130" y="380"/>
                    <a:pt x="195" y="316"/>
                    <a:pt x="286" y="316"/>
                  </a:cubicBezTo>
                  <a:cubicBezTo>
                    <a:pt x="302" y="316"/>
                    <a:pt x="319" y="318"/>
                    <a:pt x="337" y="322"/>
                  </a:cubicBezTo>
                  <a:cubicBezTo>
                    <a:pt x="393" y="334"/>
                    <a:pt x="449" y="370"/>
                    <a:pt x="498" y="407"/>
                  </a:cubicBezTo>
                  <a:lnTo>
                    <a:pt x="498" y="407"/>
                  </a:lnTo>
                  <a:cubicBezTo>
                    <a:pt x="503" y="417"/>
                    <a:pt x="508" y="428"/>
                    <a:pt x="513" y="440"/>
                  </a:cubicBezTo>
                  <a:lnTo>
                    <a:pt x="527" y="428"/>
                  </a:lnTo>
                  <a:lnTo>
                    <a:pt x="527" y="428"/>
                  </a:lnTo>
                  <a:cubicBezTo>
                    <a:pt x="532" y="432"/>
                    <a:pt x="537" y="436"/>
                    <a:pt x="542" y="440"/>
                  </a:cubicBezTo>
                  <a:lnTo>
                    <a:pt x="689" y="542"/>
                  </a:lnTo>
                  <a:lnTo>
                    <a:pt x="616" y="381"/>
                  </a:lnTo>
                  <a:cubicBezTo>
                    <a:pt x="513" y="191"/>
                    <a:pt x="367" y="88"/>
                    <a:pt x="264" y="30"/>
                  </a:cubicBezTo>
                  <a:cubicBezTo>
                    <a:pt x="132" y="0"/>
                    <a:pt x="59"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flipH="1">
              <a:off x="10337413" y="1536014"/>
              <a:ext cx="42463" cy="9931"/>
            </a:xfrm>
            <a:custGeom>
              <a:avLst/>
              <a:gdLst/>
              <a:ahLst/>
              <a:cxnLst/>
              <a:rect l="l" t="t" r="r" b="b"/>
              <a:pathLst>
                <a:path w="543" h="127" extrusionOk="0">
                  <a:moveTo>
                    <a:pt x="35" y="1"/>
                  </a:moveTo>
                  <a:cubicBezTo>
                    <a:pt x="17" y="1"/>
                    <a:pt x="5" y="2"/>
                    <a:pt x="0" y="7"/>
                  </a:cubicBezTo>
                  <a:cubicBezTo>
                    <a:pt x="0" y="21"/>
                    <a:pt x="103" y="95"/>
                    <a:pt x="264" y="124"/>
                  </a:cubicBezTo>
                  <a:cubicBezTo>
                    <a:pt x="280" y="125"/>
                    <a:pt x="296" y="126"/>
                    <a:pt x="311" y="126"/>
                  </a:cubicBezTo>
                  <a:cubicBezTo>
                    <a:pt x="438" y="126"/>
                    <a:pt x="542" y="78"/>
                    <a:pt x="542" y="65"/>
                  </a:cubicBezTo>
                  <a:cubicBezTo>
                    <a:pt x="527" y="51"/>
                    <a:pt x="410" y="51"/>
                    <a:pt x="264" y="21"/>
                  </a:cubicBezTo>
                  <a:cubicBezTo>
                    <a:pt x="160" y="11"/>
                    <a:pt x="79"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flipH="1">
              <a:off x="10234423" y="1196470"/>
              <a:ext cx="321793" cy="145687"/>
            </a:xfrm>
            <a:custGeom>
              <a:avLst/>
              <a:gdLst/>
              <a:ahLst/>
              <a:cxnLst/>
              <a:rect l="l" t="t" r="r" b="b"/>
              <a:pathLst>
                <a:path w="4115" h="1863" extrusionOk="0">
                  <a:moveTo>
                    <a:pt x="1216" y="1"/>
                  </a:moveTo>
                  <a:cubicBezTo>
                    <a:pt x="923" y="1"/>
                    <a:pt x="587" y="15"/>
                    <a:pt x="367" y="235"/>
                  </a:cubicBezTo>
                  <a:cubicBezTo>
                    <a:pt x="118" y="469"/>
                    <a:pt x="74" y="835"/>
                    <a:pt x="89" y="1172"/>
                  </a:cubicBezTo>
                  <a:cubicBezTo>
                    <a:pt x="89" y="1348"/>
                    <a:pt x="1" y="1655"/>
                    <a:pt x="147" y="1787"/>
                  </a:cubicBezTo>
                  <a:cubicBezTo>
                    <a:pt x="178" y="1812"/>
                    <a:pt x="233" y="1820"/>
                    <a:pt x="296" y="1820"/>
                  </a:cubicBezTo>
                  <a:cubicBezTo>
                    <a:pt x="397" y="1820"/>
                    <a:pt x="521" y="1799"/>
                    <a:pt x="596" y="1799"/>
                  </a:cubicBezTo>
                  <a:cubicBezTo>
                    <a:pt x="609" y="1799"/>
                    <a:pt x="621" y="1800"/>
                    <a:pt x="630" y="1801"/>
                  </a:cubicBezTo>
                  <a:cubicBezTo>
                    <a:pt x="796" y="1835"/>
                    <a:pt x="971" y="1863"/>
                    <a:pt x="1139" y="1863"/>
                  </a:cubicBezTo>
                  <a:cubicBezTo>
                    <a:pt x="1268" y="1863"/>
                    <a:pt x="1394" y="1846"/>
                    <a:pt x="1509" y="1801"/>
                  </a:cubicBezTo>
                  <a:cubicBezTo>
                    <a:pt x="1792" y="1731"/>
                    <a:pt x="2048" y="1510"/>
                    <a:pt x="2091" y="1230"/>
                  </a:cubicBezTo>
                  <a:lnTo>
                    <a:pt x="2091" y="1230"/>
                  </a:lnTo>
                  <a:cubicBezTo>
                    <a:pt x="2065" y="1440"/>
                    <a:pt x="2068" y="1649"/>
                    <a:pt x="2124" y="1845"/>
                  </a:cubicBezTo>
                  <a:cubicBezTo>
                    <a:pt x="2266" y="1638"/>
                    <a:pt x="2397" y="1420"/>
                    <a:pt x="2537" y="1210"/>
                  </a:cubicBezTo>
                  <a:lnTo>
                    <a:pt x="2537" y="1210"/>
                  </a:lnTo>
                  <a:cubicBezTo>
                    <a:pt x="2462" y="1365"/>
                    <a:pt x="2513" y="1561"/>
                    <a:pt x="2636" y="1684"/>
                  </a:cubicBezTo>
                  <a:cubicBezTo>
                    <a:pt x="2755" y="1790"/>
                    <a:pt x="2932" y="1848"/>
                    <a:pt x="3116" y="1848"/>
                  </a:cubicBezTo>
                  <a:cubicBezTo>
                    <a:pt x="3136" y="1848"/>
                    <a:pt x="3157" y="1847"/>
                    <a:pt x="3178" y="1845"/>
                  </a:cubicBezTo>
                  <a:cubicBezTo>
                    <a:pt x="3383" y="1831"/>
                    <a:pt x="3939" y="1684"/>
                    <a:pt x="4115" y="1611"/>
                  </a:cubicBezTo>
                  <a:lnTo>
                    <a:pt x="4115" y="879"/>
                  </a:lnTo>
                  <a:cubicBezTo>
                    <a:pt x="4115" y="528"/>
                    <a:pt x="3880" y="235"/>
                    <a:pt x="3544" y="162"/>
                  </a:cubicBezTo>
                  <a:cubicBezTo>
                    <a:pt x="3441" y="118"/>
                    <a:pt x="3324" y="118"/>
                    <a:pt x="3222" y="103"/>
                  </a:cubicBezTo>
                  <a:cubicBezTo>
                    <a:pt x="2563" y="30"/>
                    <a:pt x="1904" y="1"/>
                    <a:pt x="1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flipH="1">
              <a:off x="9995679" y="2350230"/>
              <a:ext cx="274326" cy="332585"/>
            </a:xfrm>
            <a:custGeom>
              <a:avLst/>
              <a:gdLst/>
              <a:ahLst/>
              <a:cxnLst/>
              <a:rect l="l" t="t" r="r" b="b"/>
              <a:pathLst>
                <a:path w="3508" h="4253" extrusionOk="0">
                  <a:moveTo>
                    <a:pt x="1627" y="1"/>
                  </a:moveTo>
                  <a:cubicBezTo>
                    <a:pt x="1421" y="1"/>
                    <a:pt x="1" y="1365"/>
                    <a:pt x="1" y="1365"/>
                  </a:cubicBezTo>
                  <a:cubicBezTo>
                    <a:pt x="1" y="1365"/>
                    <a:pt x="57" y="4252"/>
                    <a:pt x="584" y="4252"/>
                  </a:cubicBezTo>
                  <a:cubicBezTo>
                    <a:pt x="595" y="4252"/>
                    <a:pt x="605" y="4251"/>
                    <a:pt x="616" y="4249"/>
                  </a:cubicBezTo>
                  <a:cubicBezTo>
                    <a:pt x="616" y="4249"/>
                    <a:pt x="2753" y="3517"/>
                    <a:pt x="2899" y="3327"/>
                  </a:cubicBezTo>
                  <a:cubicBezTo>
                    <a:pt x="3028" y="3147"/>
                    <a:pt x="2248" y="3136"/>
                    <a:pt x="2051" y="3136"/>
                  </a:cubicBezTo>
                  <a:cubicBezTo>
                    <a:pt x="2023" y="3136"/>
                    <a:pt x="2006" y="3136"/>
                    <a:pt x="2006" y="3136"/>
                  </a:cubicBezTo>
                  <a:cubicBezTo>
                    <a:pt x="2006" y="3136"/>
                    <a:pt x="3046" y="2975"/>
                    <a:pt x="3192" y="2770"/>
                  </a:cubicBezTo>
                  <a:cubicBezTo>
                    <a:pt x="3368" y="2565"/>
                    <a:pt x="1860" y="2492"/>
                    <a:pt x="1860" y="2492"/>
                  </a:cubicBezTo>
                  <a:cubicBezTo>
                    <a:pt x="1860" y="2492"/>
                    <a:pt x="3339" y="2492"/>
                    <a:pt x="3339" y="2170"/>
                  </a:cubicBezTo>
                  <a:cubicBezTo>
                    <a:pt x="3339" y="1833"/>
                    <a:pt x="1699" y="1746"/>
                    <a:pt x="1699" y="1746"/>
                  </a:cubicBezTo>
                  <a:cubicBezTo>
                    <a:pt x="1699" y="1746"/>
                    <a:pt x="3397" y="1716"/>
                    <a:pt x="3456" y="1365"/>
                  </a:cubicBezTo>
                  <a:cubicBezTo>
                    <a:pt x="3507" y="1117"/>
                    <a:pt x="2392" y="1080"/>
                    <a:pt x="1731" y="1080"/>
                  </a:cubicBezTo>
                  <a:cubicBezTo>
                    <a:pt x="1456" y="1080"/>
                    <a:pt x="1260" y="1087"/>
                    <a:pt x="1260" y="1087"/>
                  </a:cubicBezTo>
                  <a:cubicBezTo>
                    <a:pt x="1772" y="662"/>
                    <a:pt x="1787" y="106"/>
                    <a:pt x="1640" y="3"/>
                  </a:cubicBezTo>
                  <a:cubicBezTo>
                    <a:pt x="1637" y="2"/>
                    <a:pt x="1632" y="1"/>
                    <a:pt x="1627"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flipH="1">
              <a:off x="10221831" y="1894794"/>
              <a:ext cx="805851" cy="852615"/>
            </a:xfrm>
            <a:custGeom>
              <a:avLst/>
              <a:gdLst/>
              <a:ahLst/>
              <a:cxnLst/>
              <a:rect l="l" t="t" r="r" b="b"/>
              <a:pathLst>
                <a:path w="10305" h="10903" extrusionOk="0">
                  <a:moveTo>
                    <a:pt x="1111" y="1"/>
                  </a:moveTo>
                  <a:cubicBezTo>
                    <a:pt x="1111" y="1"/>
                    <a:pt x="130" y="2709"/>
                    <a:pt x="57" y="7043"/>
                  </a:cubicBezTo>
                  <a:cubicBezTo>
                    <a:pt x="0" y="10403"/>
                    <a:pt x="2392" y="10902"/>
                    <a:pt x="3960" y="10902"/>
                  </a:cubicBezTo>
                  <a:cubicBezTo>
                    <a:pt x="4413" y="10902"/>
                    <a:pt x="4798" y="10860"/>
                    <a:pt x="5034" y="10834"/>
                  </a:cubicBezTo>
                  <a:cubicBezTo>
                    <a:pt x="6103" y="10702"/>
                    <a:pt x="10305" y="10102"/>
                    <a:pt x="10305" y="10102"/>
                  </a:cubicBezTo>
                  <a:lnTo>
                    <a:pt x="9704" y="7174"/>
                  </a:lnTo>
                  <a:cubicBezTo>
                    <a:pt x="9704" y="7174"/>
                    <a:pt x="7128" y="7540"/>
                    <a:pt x="4303" y="7540"/>
                  </a:cubicBezTo>
                  <a:cubicBezTo>
                    <a:pt x="3014" y="7540"/>
                    <a:pt x="4449" y="543"/>
                    <a:pt x="4449" y="543"/>
                  </a:cubicBezTo>
                  <a:lnTo>
                    <a:pt x="1111"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flipH="1">
              <a:off x="9839434" y="2696186"/>
              <a:ext cx="941137" cy="2037814"/>
            </a:xfrm>
            <a:custGeom>
              <a:avLst/>
              <a:gdLst/>
              <a:ahLst/>
              <a:cxnLst/>
              <a:rect l="l" t="t" r="r" b="b"/>
              <a:pathLst>
                <a:path w="12035" h="26059" extrusionOk="0">
                  <a:moveTo>
                    <a:pt x="5739" y="1"/>
                  </a:moveTo>
                  <a:lnTo>
                    <a:pt x="1" y="630"/>
                  </a:lnTo>
                  <a:lnTo>
                    <a:pt x="5285" y="26059"/>
                  </a:lnTo>
                  <a:lnTo>
                    <a:pt x="12034" y="26059"/>
                  </a:lnTo>
                  <a:lnTo>
                    <a:pt x="5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flipH="1">
              <a:off x="10099294" y="2659588"/>
              <a:ext cx="256574" cy="237024"/>
            </a:xfrm>
            <a:custGeom>
              <a:avLst/>
              <a:gdLst/>
              <a:ahLst/>
              <a:cxnLst/>
              <a:rect l="l" t="t" r="r" b="b"/>
              <a:pathLst>
                <a:path w="3281" h="3031" extrusionOk="0">
                  <a:moveTo>
                    <a:pt x="2548" y="0"/>
                  </a:moveTo>
                  <a:lnTo>
                    <a:pt x="1" y="469"/>
                  </a:lnTo>
                  <a:lnTo>
                    <a:pt x="586" y="3030"/>
                  </a:lnTo>
                  <a:lnTo>
                    <a:pt x="3280" y="469"/>
                  </a:lnTo>
                  <a:lnTo>
                    <a:pt x="25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flipH="1">
              <a:off x="10256163" y="2681328"/>
              <a:ext cx="41290" cy="232489"/>
            </a:xfrm>
            <a:custGeom>
              <a:avLst/>
              <a:gdLst/>
              <a:ahLst/>
              <a:cxnLst/>
              <a:rect l="l" t="t" r="r" b="b"/>
              <a:pathLst>
                <a:path w="528" h="2973" extrusionOk="0">
                  <a:moveTo>
                    <a:pt x="15" y="0"/>
                  </a:moveTo>
                  <a:cubicBezTo>
                    <a:pt x="1" y="0"/>
                    <a:pt x="15" y="191"/>
                    <a:pt x="74" y="454"/>
                  </a:cubicBezTo>
                  <a:cubicBezTo>
                    <a:pt x="132" y="732"/>
                    <a:pt x="191" y="1113"/>
                    <a:pt x="279" y="1537"/>
                  </a:cubicBezTo>
                  <a:cubicBezTo>
                    <a:pt x="337" y="1742"/>
                    <a:pt x="366" y="1947"/>
                    <a:pt x="410" y="2123"/>
                  </a:cubicBezTo>
                  <a:cubicBezTo>
                    <a:pt x="440" y="2313"/>
                    <a:pt x="454" y="2474"/>
                    <a:pt x="440" y="2606"/>
                  </a:cubicBezTo>
                  <a:cubicBezTo>
                    <a:pt x="410" y="2752"/>
                    <a:pt x="381" y="2855"/>
                    <a:pt x="337" y="2899"/>
                  </a:cubicBezTo>
                  <a:cubicBezTo>
                    <a:pt x="279" y="2928"/>
                    <a:pt x="220" y="2914"/>
                    <a:pt x="220" y="2928"/>
                  </a:cubicBezTo>
                  <a:cubicBezTo>
                    <a:pt x="220" y="2943"/>
                    <a:pt x="235" y="2943"/>
                    <a:pt x="264" y="2972"/>
                  </a:cubicBezTo>
                  <a:cubicBezTo>
                    <a:pt x="279" y="2972"/>
                    <a:pt x="308" y="2972"/>
                    <a:pt x="352" y="2943"/>
                  </a:cubicBezTo>
                  <a:cubicBezTo>
                    <a:pt x="440" y="2884"/>
                    <a:pt x="454" y="2767"/>
                    <a:pt x="498" y="2635"/>
                  </a:cubicBezTo>
                  <a:cubicBezTo>
                    <a:pt x="528" y="2489"/>
                    <a:pt x="513" y="2313"/>
                    <a:pt x="484" y="2123"/>
                  </a:cubicBezTo>
                  <a:lnTo>
                    <a:pt x="366" y="1523"/>
                  </a:lnTo>
                  <a:cubicBezTo>
                    <a:pt x="293" y="1098"/>
                    <a:pt x="205" y="718"/>
                    <a:pt x="147" y="439"/>
                  </a:cubicBezTo>
                  <a:cubicBezTo>
                    <a:pt x="74" y="161"/>
                    <a:pt x="44" y="0"/>
                    <a:pt x="15"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flipH="1">
              <a:off x="10213779" y="2692745"/>
              <a:ext cx="137476" cy="485466"/>
            </a:xfrm>
            <a:custGeom>
              <a:avLst/>
              <a:gdLst/>
              <a:ahLst/>
              <a:cxnLst/>
              <a:rect l="l" t="t" r="r" b="b"/>
              <a:pathLst>
                <a:path w="1758" h="6208" extrusionOk="0">
                  <a:moveTo>
                    <a:pt x="0" y="1"/>
                  </a:moveTo>
                  <a:cubicBezTo>
                    <a:pt x="0" y="15"/>
                    <a:pt x="15" y="88"/>
                    <a:pt x="44" y="250"/>
                  </a:cubicBezTo>
                  <a:cubicBezTo>
                    <a:pt x="88" y="425"/>
                    <a:pt x="161" y="645"/>
                    <a:pt x="235" y="908"/>
                  </a:cubicBezTo>
                  <a:cubicBezTo>
                    <a:pt x="396" y="1494"/>
                    <a:pt x="615" y="2270"/>
                    <a:pt x="850" y="3104"/>
                  </a:cubicBezTo>
                  <a:cubicBezTo>
                    <a:pt x="1098" y="3953"/>
                    <a:pt x="1318" y="4729"/>
                    <a:pt x="1479" y="5300"/>
                  </a:cubicBezTo>
                  <a:cubicBezTo>
                    <a:pt x="1552" y="5564"/>
                    <a:pt x="1611" y="5783"/>
                    <a:pt x="1655" y="5974"/>
                  </a:cubicBezTo>
                  <a:cubicBezTo>
                    <a:pt x="1699" y="6120"/>
                    <a:pt x="1728" y="6208"/>
                    <a:pt x="1728" y="6208"/>
                  </a:cubicBezTo>
                  <a:cubicBezTo>
                    <a:pt x="1757" y="6208"/>
                    <a:pt x="1728" y="6120"/>
                    <a:pt x="1713" y="5988"/>
                  </a:cubicBezTo>
                  <a:cubicBezTo>
                    <a:pt x="1684" y="5827"/>
                    <a:pt x="1625" y="5608"/>
                    <a:pt x="1552" y="5315"/>
                  </a:cubicBezTo>
                  <a:cubicBezTo>
                    <a:pt x="1406" y="4744"/>
                    <a:pt x="1201" y="3953"/>
                    <a:pt x="967" y="3090"/>
                  </a:cubicBezTo>
                  <a:cubicBezTo>
                    <a:pt x="732" y="2240"/>
                    <a:pt x="484" y="1450"/>
                    <a:pt x="308" y="894"/>
                  </a:cubicBezTo>
                  <a:cubicBezTo>
                    <a:pt x="220" y="630"/>
                    <a:pt x="147" y="381"/>
                    <a:pt x="88" y="235"/>
                  </a:cubicBezTo>
                  <a:cubicBezTo>
                    <a:pt x="30" y="89"/>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5"/>
            <p:cNvSpPr/>
            <p:nvPr/>
          </p:nvSpPr>
          <p:spPr>
            <a:xfrm flipH="1">
              <a:off x="10313404" y="2748814"/>
              <a:ext cx="400775" cy="1977209"/>
            </a:xfrm>
            <a:custGeom>
              <a:avLst/>
              <a:gdLst/>
              <a:ahLst/>
              <a:cxnLst/>
              <a:rect l="l" t="t" r="r" b="b"/>
              <a:pathLst>
                <a:path w="5125" h="25284" extrusionOk="0">
                  <a:moveTo>
                    <a:pt x="1" y="1"/>
                  </a:moveTo>
                  <a:lnTo>
                    <a:pt x="1" y="74"/>
                  </a:lnTo>
                  <a:cubicBezTo>
                    <a:pt x="30" y="118"/>
                    <a:pt x="30" y="191"/>
                    <a:pt x="45" y="264"/>
                  </a:cubicBezTo>
                  <a:cubicBezTo>
                    <a:pt x="74" y="455"/>
                    <a:pt x="118" y="718"/>
                    <a:pt x="176" y="1026"/>
                  </a:cubicBezTo>
                  <a:cubicBezTo>
                    <a:pt x="279" y="1655"/>
                    <a:pt x="440" y="2592"/>
                    <a:pt x="645" y="3749"/>
                  </a:cubicBezTo>
                  <a:cubicBezTo>
                    <a:pt x="1055" y="6047"/>
                    <a:pt x="1655" y="9224"/>
                    <a:pt x="2343" y="12708"/>
                  </a:cubicBezTo>
                  <a:cubicBezTo>
                    <a:pt x="3060" y="16192"/>
                    <a:pt x="3734" y="19354"/>
                    <a:pt x="4246" y="21624"/>
                  </a:cubicBezTo>
                  <a:cubicBezTo>
                    <a:pt x="4510" y="22765"/>
                    <a:pt x="4729" y="23673"/>
                    <a:pt x="4876" y="24317"/>
                  </a:cubicBezTo>
                  <a:cubicBezTo>
                    <a:pt x="4883" y="24344"/>
                    <a:pt x="4891" y="24371"/>
                    <a:pt x="4898" y="24398"/>
                  </a:cubicBezTo>
                  <a:lnTo>
                    <a:pt x="4898" y="24398"/>
                  </a:lnTo>
                  <a:cubicBezTo>
                    <a:pt x="4891" y="24367"/>
                    <a:pt x="4883" y="24335"/>
                    <a:pt x="4876" y="24303"/>
                  </a:cubicBezTo>
                  <a:cubicBezTo>
                    <a:pt x="4744" y="23644"/>
                    <a:pt x="4539" y="22722"/>
                    <a:pt x="4290" y="21594"/>
                  </a:cubicBezTo>
                  <a:cubicBezTo>
                    <a:pt x="3792" y="19296"/>
                    <a:pt x="3119" y="16148"/>
                    <a:pt x="2416" y="12664"/>
                  </a:cubicBezTo>
                  <a:cubicBezTo>
                    <a:pt x="1728" y="9180"/>
                    <a:pt x="1128" y="6003"/>
                    <a:pt x="703" y="3705"/>
                  </a:cubicBezTo>
                  <a:cubicBezTo>
                    <a:pt x="498" y="2563"/>
                    <a:pt x="323" y="1626"/>
                    <a:pt x="206" y="982"/>
                  </a:cubicBezTo>
                  <a:cubicBezTo>
                    <a:pt x="132" y="674"/>
                    <a:pt x="103" y="440"/>
                    <a:pt x="59" y="250"/>
                  </a:cubicBezTo>
                  <a:cubicBezTo>
                    <a:pt x="45" y="177"/>
                    <a:pt x="45" y="118"/>
                    <a:pt x="30" y="74"/>
                  </a:cubicBezTo>
                  <a:cubicBezTo>
                    <a:pt x="1" y="16"/>
                    <a:pt x="1" y="1"/>
                    <a:pt x="1" y="1"/>
                  </a:cubicBezTo>
                  <a:close/>
                  <a:moveTo>
                    <a:pt x="4898" y="24398"/>
                  </a:moveTo>
                  <a:lnTo>
                    <a:pt x="4898" y="24398"/>
                  </a:lnTo>
                  <a:cubicBezTo>
                    <a:pt x="4961" y="24662"/>
                    <a:pt x="5011" y="24877"/>
                    <a:pt x="5037" y="25035"/>
                  </a:cubicBezTo>
                  <a:cubicBezTo>
                    <a:pt x="5051" y="25108"/>
                    <a:pt x="5081" y="25181"/>
                    <a:pt x="5081" y="25210"/>
                  </a:cubicBezTo>
                  <a:cubicBezTo>
                    <a:pt x="5125" y="25254"/>
                    <a:pt x="5125" y="25283"/>
                    <a:pt x="5125" y="25283"/>
                  </a:cubicBezTo>
                  <a:lnTo>
                    <a:pt x="5125" y="25283"/>
                  </a:lnTo>
                  <a:cubicBezTo>
                    <a:pt x="5125" y="25283"/>
                    <a:pt x="5125" y="25269"/>
                    <a:pt x="5110" y="25239"/>
                  </a:cubicBezTo>
                  <a:cubicBezTo>
                    <a:pt x="5095" y="25181"/>
                    <a:pt x="5066" y="25122"/>
                    <a:pt x="5051" y="25049"/>
                  </a:cubicBezTo>
                  <a:cubicBezTo>
                    <a:pt x="5025" y="24902"/>
                    <a:pt x="4974" y="24670"/>
                    <a:pt x="4898" y="2439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flipH="1">
              <a:off x="9904734" y="3923453"/>
              <a:ext cx="128248" cy="596510"/>
            </a:xfrm>
            <a:custGeom>
              <a:avLst/>
              <a:gdLst/>
              <a:ahLst/>
              <a:cxnLst/>
              <a:rect l="l" t="t" r="r" b="b"/>
              <a:pathLst>
                <a:path w="1640" h="7628" extrusionOk="0">
                  <a:moveTo>
                    <a:pt x="30" y="0"/>
                  </a:moveTo>
                  <a:lnTo>
                    <a:pt x="30" y="0"/>
                  </a:lnTo>
                  <a:cubicBezTo>
                    <a:pt x="0" y="15"/>
                    <a:pt x="337" y="1728"/>
                    <a:pt x="776" y="3821"/>
                  </a:cubicBezTo>
                  <a:cubicBezTo>
                    <a:pt x="1215" y="5929"/>
                    <a:pt x="1596" y="7627"/>
                    <a:pt x="1611" y="7627"/>
                  </a:cubicBezTo>
                  <a:cubicBezTo>
                    <a:pt x="1640" y="7627"/>
                    <a:pt x="1303" y="5929"/>
                    <a:pt x="864" y="3806"/>
                  </a:cubicBezTo>
                  <a:cubicBezTo>
                    <a:pt x="425" y="1698"/>
                    <a:pt x="44" y="0"/>
                    <a:pt x="30" y="0"/>
                  </a:cubicBezTo>
                  <a:close/>
                </a:path>
              </a:pathLst>
            </a:custGeom>
            <a:solidFill>
              <a:srgbClr val="2D6A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flipH="1">
              <a:off x="9786807" y="3069433"/>
              <a:ext cx="454577" cy="974294"/>
            </a:xfrm>
            <a:custGeom>
              <a:avLst/>
              <a:gdLst/>
              <a:ahLst/>
              <a:cxnLst/>
              <a:rect l="l" t="t" r="r" b="b"/>
              <a:pathLst>
                <a:path w="5813" h="12459" extrusionOk="0">
                  <a:moveTo>
                    <a:pt x="1" y="0"/>
                  </a:moveTo>
                  <a:lnTo>
                    <a:pt x="103" y="103"/>
                  </a:lnTo>
                  <a:cubicBezTo>
                    <a:pt x="206" y="176"/>
                    <a:pt x="323" y="264"/>
                    <a:pt x="469" y="381"/>
                  </a:cubicBezTo>
                  <a:cubicBezTo>
                    <a:pt x="806" y="615"/>
                    <a:pt x="1260" y="966"/>
                    <a:pt x="1831" y="1391"/>
                  </a:cubicBezTo>
                  <a:cubicBezTo>
                    <a:pt x="2416" y="1801"/>
                    <a:pt x="3090" y="2298"/>
                    <a:pt x="3836" y="2869"/>
                  </a:cubicBezTo>
                  <a:cubicBezTo>
                    <a:pt x="4041" y="3001"/>
                    <a:pt x="4232" y="3148"/>
                    <a:pt x="4422" y="3294"/>
                  </a:cubicBezTo>
                  <a:cubicBezTo>
                    <a:pt x="4612" y="3440"/>
                    <a:pt x="4832" y="3587"/>
                    <a:pt x="5008" y="3748"/>
                  </a:cubicBezTo>
                  <a:cubicBezTo>
                    <a:pt x="5212" y="3909"/>
                    <a:pt x="5403" y="4099"/>
                    <a:pt x="5520" y="4319"/>
                  </a:cubicBezTo>
                  <a:cubicBezTo>
                    <a:pt x="5652" y="4538"/>
                    <a:pt x="5725" y="4787"/>
                    <a:pt x="5725" y="5051"/>
                  </a:cubicBezTo>
                  <a:cubicBezTo>
                    <a:pt x="5725" y="5578"/>
                    <a:pt x="5505" y="6075"/>
                    <a:pt x="5344" y="6544"/>
                  </a:cubicBezTo>
                  <a:cubicBezTo>
                    <a:pt x="5154" y="7042"/>
                    <a:pt x="4993" y="7495"/>
                    <a:pt x="4832" y="7935"/>
                  </a:cubicBezTo>
                  <a:cubicBezTo>
                    <a:pt x="4495" y="8813"/>
                    <a:pt x="4202" y="9604"/>
                    <a:pt x="3968" y="10277"/>
                  </a:cubicBezTo>
                  <a:cubicBezTo>
                    <a:pt x="3734" y="10965"/>
                    <a:pt x="3529" y="11492"/>
                    <a:pt x="3397" y="11873"/>
                  </a:cubicBezTo>
                  <a:cubicBezTo>
                    <a:pt x="3353" y="12063"/>
                    <a:pt x="3295" y="12195"/>
                    <a:pt x="3251" y="12312"/>
                  </a:cubicBezTo>
                  <a:cubicBezTo>
                    <a:pt x="3222" y="12400"/>
                    <a:pt x="3207" y="12458"/>
                    <a:pt x="3207" y="12458"/>
                  </a:cubicBezTo>
                  <a:cubicBezTo>
                    <a:pt x="3222" y="12458"/>
                    <a:pt x="3236" y="12400"/>
                    <a:pt x="3280" y="12312"/>
                  </a:cubicBezTo>
                  <a:cubicBezTo>
                    <a:pt x="3309" y="12224"/>
                    <a:pt x="3368" y="12078"/>
                    <a:pt x="3441" y="11887"/>
                  </a:cubicBezTo>
                  <a:cubicBezTo>
                    <a:pt x="3588" y="11507"/>
                    <a:pt x="3792" y="10980"/>
                    <a:pt x="4041" y="10321"/>
                  </a:cubicBezTo>
                  <a:cubicBezTo>
                    <a:pt x="4305" y="9647"/>
                    <a:pt x="4598" y="8857"/>
                    <a:pt x="4920" y="7979"/>
                  </a:cubicBezTo>
                  <a:cubicBezTo>
                    <a:pt x="5081" y="7525"/>
                    <a:pt x="5256" y="7056"/>
                    <a:pt x="5432" y="6588"/>
                  </a:cubicBezTo>
                  <a:cubicBezTo>
                    <a:pt x="5593" y="6105"/>
                    <a:pt x="5813" y="5622"/>
                    <a:pt x="5813" y="5051"/>
                  </a:cubicBezTo>
                  <a:cubicBezTo>
                    <a:pt x="5813" y="4773"/>
                    <a:pt x="5740" y="4494"/>
                    <a:pt x="5593" y="4260"/>
                  </a:cubicBezTo>
                  <a:cubicBezTo>
                    <a:pt x="5447" y="4041"/>
                    <a:pt x="5271" y="3836"/>
                    <a:pt x="5066" y="3675"/>
                  </a:cubicBezTo>
                  <a:cubicBezTo>
                    <a:pt x="4861" y="3514"/>
                    <a:pt x="4671" y="3367"/>
                    <a:pt x="4466" y="3221"/>
                  </a:cubicBezTo>
                  <a:cubicBezTo>
                    <a:pt x="4261" y="3074"/>
                    <a:pt x="4056" y="2943"/>
                    <a:pt x="3880" y="2796"/>
                  </a:cubicBezTo>
                  <a:cubicBezTo>
                    <a:pt x="3134" y="2255"/>
                    <a:pt x="2446" y="1757"/>
                    <a:pt x="1860" y="1332"/>
                  </a:cubicBezTo>
                  <a:cubicBezTo>
                    <a:pt x="1274" y="908"/>
                    <a:pt x="821" y="586"/>
                    <a:pt x="499" y="351"/>
                  </a:cubicBezTo>
                  <a:cubicBezTo>
                    <a:pt x="352" y="234"/>
                    <a:pt x="220" y="161"/>
                    <a:pt x="133" y="88"/>
                  </a:cubicBezTo>
                  <a:cubicBezTo>
                    <a:pt x="45" y="15"/>
                    <a:pt x="1"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flipH="1">
              <a:off x="8936226" y="2352732"/>
              <a:ext cx="1159706" cy="95091"/>
            </a:xfrm>
            <a:custGeom>
              <a:avLst/>
              <a:gdLst/>
              <a:ahLst/>
              <a:cxnLst/>
              <a:rect l="l" t="t" r="r" b="b"/>
              <a:pathLst>
                <a:path w="14830" h="1216" extrusionOk="0">
                  <a:moveTo>
                    <a:pt x="0" y="1"/>
                  </a:moveTo>
                  <a:lnTo>
                    <a:pt x="0" y="1216"/>
                  </a:lnTo>
                  <a:lnTo>
                    <a:pt x="14830" y="1216"/>
                  </a:lnTo>
                  <a:lnTo>
                    <a:pt x="148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flipH="1">
              <a:off x="9106784" y="2440863"/>
              <a:ext cx="90477" cy="2433975"/>
            </a:xfrm>
            <a:custGeom>
              <a:avLst/>
              <a:gdLst/>
              <a:ahLst/>
              <a:cxnLst/>
              <a:rect l="l" t="t" r="r" b="b"/>
              <a:pathLst>
                <a:path w="1157" h="31125" extrusionOk="0">
                  <a:moveTo>
                    <a:pt x="0" y="1"/>
                  </a:moveTo>
                  <a:lnTo>
                    <a:pt x="0" y="31125"/>
                  </a:lnTo>
                  <a:lnTo>
                    <a:pt x="556" y="31125"/>
                  </a:lnTo>
                  <a:lnTo>
                    <a:pt x="1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flipH="1">
              <a:off x="9817697" y="2432887"/>
              <a:ext cx="90556" cy="2451101"/>
            </a:xfrm>
            <a:custGeom>
              <a:avLst/>
              <a:gdLst/>
              <a:ahLst/>
              <a:cxnLst/>
              <a:rect l="l" t="t" r="r" b="b"/>
              <a:pathLst>
                <a:path w="1158" h="31344" extrusionOk="0">
                  <a:moveTo>
                    <a:pt x="1" y="0"/>
                  </a:moveTo>
                  <a:lnTo>
                    <a:pt x="1" y="31344"/>
                  </a:lnTo>
                  <a:lnTo>
                    <a:pt x="557" y="31344"/>
                  </a:lnTo>
                  <a:lnTo>
                    <a:pt x="1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flipH="1">
              <a:off x="9197181" y="3357912"/>
              <a:ext cx="640067" cy="51534"/>
            </a:xfrm>
            <a:custGeom>
              <a:avLst/>
              <a:gdLst/>
              <a:ahLst/>
              <a:cxnLst/>
              <a:rect l="l" t="t" r="r" b="b"/>
              <a:pathLst>
                <a:path w="8185" h="659" extrusionOk="0">
                  <a:moveTo>
                    <a:pt x="1" y="0"/>
                  </a:moveTo>
                  <a:lnTo>
                    <a:pt x="1" y="659"/>
                  </a:lnTo>
                  <a:lnTo>
                    <a:pt x="8184" y="659"/>
                  </a:lnTo>
                  <a:lnTo>
                    <a:pt x="8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flipH="1">
              <a:off x="10337412" y="1455233"/>
              <a:ext cx="281755" cy="419152"/>
            </a:xfrm>
            <a:custGeom>
              <a:avLst/>
              <a:gdLst/>
              <a:ahLst/>
              <a:cxnLst/>
              <a:rect l="l" t="t" r="r" b="b"/>
              <a:pathLst>
                <a:path w="3603" h="5360" extrusionOk="0">
                  <a:moveTo>
                    <a:pt x="294" y="0"/>
                  </a:moveTo>
                  <a:cubicBezTo>
                    <a:pt x="294" y="0"/>
                    <a:pt x="294" y="30"/>
                    <a:pt x="279" y="103"/>
                  </a:cubicBezTo>
                  <a:cubicBezTo>
                    <a:pt x="250" y="176"/>
                    <a:pt x="235" y="278"/>
                    <a:pt x="220" y="396"/>
                  </a:cubicBezTo>
                  <a:cubicBezTo>
                    <a:pt x="176" y="659"/>
                    <a:pt x="103" y="1040"/>
                    <a:pt x="74" y="1494"/>
                  </a:cubicBezTo>
                  <a:cubicBezTo>
                    <a:pt x="30" y="1977"/>
                    <a:pt x="1" y="2518"/>
                    <a:pt x="74" y="3148"/>
                  </a:cubicBezTo>
                  <a:cubicBezTo>
                    <a:pt x="103" y="3455"/>
                    <a:pt x="162" y="3763"/>
                    <a:pt x="279" y="4099"/>
                  </a:cubicBezTo>
                  <a:cubicBezTo>
                    <a:pt x="367" y="4407"/>
                    <a:pt x="528" y="4744"/>
                    <a:pt x="806" y="4992"/>
                  </a:cubicBezTo>
                  <a:cubicBezTo>
                    <a:pt x="1069" y="5241"/>
                    <a:pt x="1410" y="5360"/>
                    <a:pt x="1731" y="5360"/>
                  </a:cubicBezTo>
                  <a:cubicBezTo>
                    <a:pt x="1749" y="5360"/>
                    <a:pt x="1768" y="5359"/>
                    <a:pt x="1787" y="5358"/>
                  </a:cubicBezTo>
                  <a:cubicBezTo>
                    <a:pt x="2138" y="5344"/>
                    <a:pt x="2446" y="5227"/>
                    <a:pt x="2724" y="5066"/>
                  </a:cubicBezTo>
                  <a:cubicBezTo>
                    <a:pt x="3002" y="4905"/>
                    <a:pt x="3207" y="4656"/>
                    <a:pt x="3324" y="4407"/>
                  </a:cubicBezTo>
                  <a:cubicBezTo>
                    <a:pt x="3456" y="4173"/>
                    <a:pt x="3529" y="3909"/>
                    <a:pt x="3544" y="3675"/>
                  </a:cubicBezTo>
                  <a:cubicBezTo>
                    <a:pt x="3602" y="3192"/>
                    <a:pt x="3514" y="2811"/>
                    <a:pt x="3426" y="2577"/>
                  </a:cubicBezTo>
                  <a:cubicBezTo>
                    <a:pt x="3383" y="2445"/>
                    <a:pt x="3353" y="2357"/>
                    <a:pt x="3309" y="2299"/>
                  </a:cubicBezTo>
                  <a:cubicBezTo>
                    <a:pt x="3280" y="2255"/>
                    <a:pt x="3251" y="2211"/>
                    <a:pt x="3251" y="2211"/>
                  </a:cubicBezTo>
                  <a:lnTo>
                    <a:pt x="3251" y="2211"/>
                  </a:lnTo>
                  <a:cubicBezTo>
                    <a:pt x="3236" y="2211"/>
                    <a:pt x="3309" y="2343"/>
                    <a:pt x="3397" y="2577"/>
                  </a:cubicBezTo>
                  <a:cubicBezTo>
                    <a:pt x="3470" y="2811"/>
                    <a:pt x="3544" y="3206"/>
                    <a:pt x="3485" y="3660"/>
                  </a:cubicBezTo>
                  <a:cubicBezTo>
                    <a:pt x="3441" y="4114"/>
                    <a:pt x="3192" y="4670"/>
                    <a:pt x="2680" y="4992"/>
                  </a:cubicBezTo>
                  <a:cubicBezTo>
                    <a:pt x="2431" y="5153"/>
                    <a:pt x="2124" y="5271"/>
                    <a:pt x="1787" y="5271"/>
                  </a:cubicBezTo>
                  <a:cubicBezTo>
                    <a:pt x="1465" y="5271"/>
                    <a:pt x="1128" y="5153"/>
                    <a:pt x="879" y="4919"/>
                  </a:cubicBezTo>
                  <a:cubicBezTo>
                    <a:pt x="616" y="4685"/>
                    <a:pt x="469" y="4378"/>
                    <a:pt x="367" y="4055"/>
                  </a:cubicBezTo>
                  <a:cubicBezTo>
                    <a:pt x="279" y="3748"/>
                    <a:pt x="206" y="3441"/>
                    <a:pt x="162" y="3133"/>
                  </a:cubicBezTo>
                  <a:cubicBezTo>
                    <a:pt x="89" y="2518"/>
                    <a:pt x="103" y="1962"/>
                    <a:pt x="147" y="1494"/>
                  </a:cubicBezTo>
                  <a:cubicBezTo>
                    <a:pt x="176" y="1040"/>
                    <a:pt x="220" y="659"/>
                    <a:pt x="250" y="396"/>
                  </a:cubicBezTo>
                  <a:cubicBezTo>
                    <a:pt x="279" y="293"/>
                    <a:pt x="279" y="176"/>
                    <a:pt x="294" y="103"/>
                  </a:cubicBezTo>
                  <a:lnTo>
                    <a:pt x="2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flipH="1">
              <a:off x="10073018" y="1863905"/>
              <a:ext cx="389280" cy="504546"/>
            </a:xfrm>
            <a:custGeom>
              <a:avLst/>
              <a:gdLst/>
              <a:ahLst/>
              <a:cxnLst/>
              <a:rect l="l" t="t" r="r" b="b"/>
              <a:pathLst>
                <a:path w="4978" h="6452" extrusionOk="0">
                  <a:moveTo>
                    <a:pt x="516" y="2734"/>
                  </a:moveTo>
                  <a:cubicBezTo>
                    <a:pt x="535" y="2734"/>
                    <a:pt x="553" y="2735"/>
                    <a:pt x="571" y="2738"/>
                  </a:cubicBezTo>
                  <a:cubicBezTo>
                    <a:pt x="626" y="2742"/>
                    <a:pt x="678" y="2757"/>
                    <a:pt x="727" y="2781"/>
                  </a:cubicBezTo>
                  <a:lnTo>
                    <a:pt x="727" y="2781"/>
                  </a:lnTo>
                  <a:cubicBezTo>
                    <a:pt x="729" y="2894"/>
                    <a:pt x="723" y="3010"/>
                    <a:pt x="703" y="3119"/>
                  </a:cubicBezTo>
                  <a:cubicBezTo>
                    <a:pt x="688" y="3192"/>
                    <a:pt x="645" y="3265"/>
                    <a:pt x="586" y="3324"/>
                  </a:cubicBezTo>
                  <a:cubicBezTo>
                    <a:pt x="530" y="3346"/>
                    <a:pt x="474" y="3377"/>
                    <a:pt x="417" y="3377"/>
                  </a:cubicBezTo>
                  <a:cubicBezTo>
                    <a:pt x="400" y="3377"/>
                    <a:pt x="383" y="3375"/>
                    <a:pt x="366" y="3368"/>
                  </a:cubicBezTo>
                  <a:cubicBezTo>
                    <a:pt x="220" y="3338"/>
                    <a:pt x="103" y="3148"/>
                    <a:pt x="147" y="2987"/>
                  </a:cubicBezTo>
                  <a:cubicBezTo>
                    <a:pt x="199" y="2843"/>
                    <a:pt x="358" y="2734"/>
                    <a:pt x="516" y="2734"/>
                  </a:cubicBezTo>
                  <a:close/>
                  <a:moveTo>
                    <a:pt x="147" y="1"/>
                  </a:moveTo>
                  <a:cubicBezTo>
                    <a:pt x="147" y="30"/>
                    <a:pt x="176" y="59"/>
                    <a:pt x="191" y="132"/>
                  </a:cubicBezTo>
                  <a:cubicBezTo>
                    <a:pt x="205" y="206"/>
                    <a:pt x="249" y="323"/>
                    <a:pt x="293" y="469"/>
                  </a:cubicBezTo>
                  <a:cubicBezTo>
                    <a:pt x="396" y="762"/>
                    <a:pt x="513" y="1172"/>
                    <a:pt x="615" y="1728"/>
                  </a:cubicBezTo>
                  <a:cubicBezTo>
                    <a:pt x="659" y="2006"/>
                    <a:pt x="703" y="2299"/>
                    <a:pt x="718" y="2621"/>
                  </a:cubicBezTo>
                  <a:cubicBezTo>
                    <a:pt x="720" y="2647"/>
                    <a:pt x="722" y="2673"/>
                    <a:pt x="724" y="2699"/>
                  </a:cubicBezTo>
                  <a:lnTo>
                    <a:pt x="724" y="2699"/>
                  </a:lnTo>
                  <a:cubicBezTo>
                    <a:pt x="675" y="2680"/>
                    <a:pt x="624" y="2669"/>
                    <a:pt x="571" y="2665"/>
                  </a:cubicBezTo>
                  <a:cubicBezTo>
                    <a:pt x="551" y="2662"/>
                    <a:pt x="529" y="2661"/>
                    <a:pt x="508" y="2661"/>
                  </a:cubicBezTo>
                  <a:cubicBezTo>
                    <a:pt x="320" y="2661"/>
                    <a:pt x="125" y="2775"/>
                    <a:pt x="59" y="2972"/>
                  </a:cubicBezTo>
                  <a:cubicBezTo>
                    <a:pt x="0" y="3192"/>
                    <a:pt x="147" y="3412"/>
                    <a:pt x="352" y="3470"/>
                  </a:cubicBezTo>
                  <a:cubicBezTo>
                    <a:pt x="367" y="3472"/>
                    <a:pt x="382" y="3473"/>
                    <a:pt x="396" y="3473"/>
                  </a:cubicBezTo>
                  <a:cubicBezTo>
                    <a:pt x="495" y="3473"/>
                    <a:pt x="581" y="3431"/>
                    <a:pt x="645" y="3368"/>
                  </a:cubicBezTo>
                  <a:cubicBezTo>
                    <a:pt x="718" y="3295"/>
                    <a:pt x="762" y="3207"/>
                    <a:pt x="776" y="3119"/>
                  </a:cubicBezTo>
                  <a:cubicBezTo>
                    <a:pt x="808" y="3016"/>
                    <a:pt x="814" y="2921"/>
                    <a:pt x="810" y="2830"/>
                  </a:cubicBezTo>
                  <a:lnTo>
                    <a:pt x="810" y="2830"/>
                  </a:lnTo>
                  <a:cubicBezTo>
                    <a:pt x="894" y="2890"/>
                    <a:pt x="963" y="2973"/>
                    <a:pt x="1011" y="3060"/>
                  </a:cubicBezTo>
                  <a:cubicBezTo>
                    <a:pt x="1098" y="3251"/>
                    <a:pt x="1128" y="3441"/>
                    <a:pt x="1098" y="3646"/>
                  </a:cubicBezTo>
                  <a:cubicBezTo>
                    <a:pt x="1069" y="4056"/>
                    <a:pt x="879" y="4451"/>
                    <a:pt x="923" y="4876"/>
                  </a:cubicBezTo>
                  <a:cubicBezTo>
                    <a:pt x="937" y="5300"/>
                    <a:pt x="1142" y="5666"/>
                    <a:pt x="1391" y="5930"/>
                  </a:cubicBezTo>
                  <a:cubicBezTo>
                    <a:pt x="1669" y="6208"/>
                    <a:pt x="2006" y="6398"/>
                    <a:pt x="2328" y="6427"/>
                  </a:cubicBezTo>
                  <a:cubicBezTo>
                    <a:pt x="2424" y="6444"/>
                    <a:pt x="2518" y="6451"/>
                    <a:pt x="2610" y="6451"/>
                  </a:cubicBezTo>
                  <a:cubicBezTo>
                    <a:pt x="2838" y="6451"/>
                    <a:pt x="3052" y="6406"/>
                    <a:pt x="3250" y="6354"/>
                  </a:cubicBezTo>
                  <a:cubicBezTo>
                    <a:pt x="3499" y="6281"/>
                    <a:pt x="3733" y="6193"/>
                    <a:pt x="3953" y="6135"/>
                  </a:cubicBezTo>
                  <a:cubicBezTo>
                    <a:pt x="4173" y="6076"/>
                    <a:pt x="4363" y="6032"/>
                    <a:pt x="4509" y="6003"/>
                  </a:cubicBezTo>
                  <a:cubicBezTo>
                    <a:pt x="4623" y="5992"/>
                    <a:pt x="4717" y="5989"/>
                    <a:pt x="4789" y="5989"/>
                  </a:cubicBezTo>
                  <a:cubicBezTo>
                    <a:pt x="4869" y="5989"/>
                    <a:pt x="4924" y="5993"/>
                    <a:pt x="4953" y="5993"/>
                  </a:cubicBezTo>
                  <a:cubicBezTo>
                    <a:pt x="4970" y="5993"/>
                    <a:pt x="4978" y="5992"/>
                    <a:pt x="4978" y="5988"/>
                  </a:cubicBezTo>
                  <a:cubicBezTo>
                    <a:pt x="4978" y="5988"/>
                    <a:pt x="4865" y="5969"/>
                    <a:pt x="4641" y="5969"/>
                  </a:cubicBezTo>
                  <a:cubicBezTo>
                    <a:pt x="4584" y="5969"/>
                    <a:pt x="4521" y="5971"/>
                    <a:pt x="4451" y="5974"/>
                  </a:cubicBezTo>
                  <a:cubicBezTo>
                    <a:pt x="4304" y="5988"/>
                    <a:pt x="4114" y="6032"/>
                    <a:pt x="3895" y="6076"/>
                  </a:cubicBezTo>
                  <a:cubicBezTo>
                    <a:pt x="3704" y="6135"/>
                    <a:pt x="3455" y="6208"/>
                    <a:pt x="3192" y="6281"/>
                  </a:cubicBezTo>
                  <a:cubicBezTo>
                    <a:pt x="3004" y="6333"/>
                    <a:pt x="2793" y="6378"/>
                    <a:pt x="2576" y="6378"/>
                  </a:cubicBezTo>
                  <a:cubicBezTo>
                    <a:pt x="2489" y="6378"/>
                    <a:pt x="2401" y="6371"/>
                    <a:pt x="2313" y="6354"/>
                  </a:cubicBezTo>
                  <a:cubicBezTo>
                    <a:pt x="1991" y="6296"/>
                    <a:pt x="1684" y="6135"/>
                    <a:pt x="1435" y="5886"/>
                  </a:cubicBezTo>
                  <a:cubicBezTo>
                    <a:pt x="1172" y="5622"/>
                    <a:pt x="996" y="5256"/>
                    <a:pt x="967" y="4876"/>
                  </a:cubicBezTo>
                  <a:cubicBezTo>
                    <a:pt x="952" y="4495"/>
                    <a:pt x="1142" y="4100"/>
                    <a:pt x="1172" y="3661"/>
                  </a:cubicBezTo>
                  <a:cubicBezTo>
                    <a:pt x="1215" y="3441"/>
                    <a:pt x="1186" y="3221"/>
                    <a:pt x="1084" y="3031"/>
                  </a:cubicBezTo>
                  <a:cubicBezTo>
                    <a:pt x="1020" y="2912"/>
                    <a:pt x="922" y="2805"/>
                    <a:pt x="804" y="2738"/>
                  </a:cubicBezTo>
                  <a:lnTo>
                    <a:pt x="804" y="2738"/>
                  </a:lnTo>
                  <a:cubicBezTo>
                    <a:pt x="800" y="2694"/>
                    <a:pt x="795" y="2650"/>
                    <a:pt x="791" y="2606"/>
                  </a:cubicBezTo>
                  <a:cubicBezTo>
                    <a:pt x="776" y="2270"/>
                    <a:pt x="732" y="1977"/>
                    <a:pt x="688" y="1713"/>
                  </a:cubicBezTo>
                  <a:cubicBezTo>
                    <a:pt x="571" y="1172"/>
                    <a:pt x="440" y="733"/>
                    <a:pt x="337" y="440"/>
                  </a:cubicBezTo>
                  <a:cubicBezTo>
                    <a:pt x="279" y="293"/>
                    <a:pt x="249" y="191"/>
                    <a:pt x="205" y="118"/>
                  </a:cubicBezTo>
                  <a:lnTo>
                    <a:pt x="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flipH="1">
              <a:off x="9017477" y="1850142"/>
              <a:ext cx="720144" cy="496961"/>
            </a:xfrm>
            <a:custGeom>
              <a:avLst/>
              <a:gdLst/>
              <a:ahLst/>
              <a:cxnLst/>
              <a:rect l="l" t="t" r="r" b="b"/>
              <a:pathLst>
                <a:path w="9209" h="6355" extrusionOk="0">
                  <a:moveTo>
                    <a:pt x="1025" y="1"/>
                  </a:moveTo>
                  <a:lnTo>
                    <a:pt x="0" y="6355"/>
                  </a:lnTo>
                  <a:lnTo>
                    <a:pt x="7993" y="6355"/>
                  </a:lnTo>
                  <a:lnTo>
                    <a:pt x="9208" y="1026"/>
                  </a:lnTo>
                  <a:lnTo>
                    <a:pt x="10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flipH="1">
              <a:off x="9101072" y="2335606"/>
              <a:ext cx="1029268" cy="34408"/>
            </a:xfrm>
            <a:custGeom>
              <a:avLst/>
              <a:gdLst/>
              <a:ahLst/>
              <a:cxnLst/>
              <a:rect l="l" t="t" r="r" b="b"/>
              <a:pathLst>
                <a:path w="13162" h="440" extrusionOk="0">
                  <a:moveTo>
                    <a:pt x="5008" y="0"/>
                  </a:moveTo>
                  <a:lnTo>
                    <a:pt x="30" y="117"/>
                  </a:lnTo>
                  <a:lnTo>
                    <a:pt x="1" y="308"/>
                  </a:lnTo>
                  <a:lnTo>
                    <a:pt x="13103" y="439"/>
                  </a:lnTo>
                  <a:lnTo>
                    <a:pt x="13162" y="147"/>
                  </a:lnTo>
                  <a:lnTo>
                    <a:pt x="50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5"/>
            <p:cNvSpPr/>
            <p:nvPr/>
          </p:nvSpPr>
          <p:spPr>
            <a:xfrm flipH="1">
              <a:off x="9309399" y="2062924"/>
              <a:ext cx="74525" cy="102364"/>
            </a:xfrm>
            <a:custGeom>
              <a:avLst/>
              <a:gdLst/>
              <a:ahLst/>
              <a:cxnLst/>
              <a:rect l="l" t="t" r="r" b="b"/>
              <a:pathLst>
                <a:path w="953" h="1309" extrusionOk="0">
                  <a:moveTo>
                    <a:pt x="561" y="0"/>
                  </a:moveTo>
                  <a:cubicBezTo>
                    <a:pt x="339" y="0"/>
                    <a:pt x="115" y="228"/>
                    <a:pt x="74" y="574"/>
                  </a:cubicBezTo>
                  <a:cubicBezTo>
                    <a:pt x="1" y="940"/>
                    <a:pt x="118" y="1247"/>
                    <a:pt x="338" y="1306"/>
                  </a:cubicBezTo>
                  <a:cubicBezTo>
                    <a:pt x="349" y="1307"/>
                    <a:pt x="361" y="1308"/>
                    <a:pt x="373" y="1308"/>
                  </a:cubicBezTo>
                  <a:cubicBezTo>
                    <a:pt x="583" y="1308"/>
                    <a:pt x="810" y="1067"/>
                    <a:pt x="879" y="735"/>
                  </a:cubicBezTo>
                  <a:cubicBezTo>
                    <a:pt x="952" y="369"/>
                    <a:pt x="821" y="61"/>
                    <a:pt x="601" y="3"/>
                  </a:cubicBezTo>
                  <a:cubicBezTo>
                    <a:pt x="588" y="1"/>
                    <a:pt x="575" y="0"/>
                    <a:pt x="56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5"/>
            <p:cNvSpPr/>
            <p:nvPr/>
          </p:nvSpPr>
          <p:spPr>
            <a:xfrm flipH="1">
              <a:off x="9291100" y="2037196"/>
              <a:ext cx="113390" cy="153741"/>
            </a:xfrm>
            <a:custGeom>
              <a:avLst/>
              <a:gdLst/>
              <a:ahLst/>
              <a:cxnLst/>
              <a:rect l="l" t="t" r="r" b="b"/>
              <a:pathLst>
                <a:path w="1450" h="1966" extrusionOk="0">
                  <a:moveTo>
                    <a:pt x="838" y="1"/>
                  </a:moveTo>
                  <a:cubicBezTo>
                    <a:pt x="527" y="1"/>
                    <a:pt x="211" y="362"/>
                    <a:pt x="117" y="859"/>
                  </a:cubicBezTo>
                  <a:cubicBezTo>
                    <a:pt x="0" y="1415"/>
                    <a:pt x="205" y="1913"/>
                    <a:pt x="527" y="1957"/>
                  </a:cubicBezTo>
                  <a:cubicBezTo>
                    <a:pt x="554" y="1963"/>
                    <a:pt x="582" y="1966"/>
                    <a:pt x="609" y="1966"/>
                  </a:cubicBezTo>
                  <a:cubicBezTo>
                    <a:pt x="921" y="1966"/>
                    <a:pt x="1238" y="1592"/>
                    <a:pt x="1332" y="1108"/>
                  </a:cubicBezTo>
                  <a:cubicBezTo>
                    <a:pt x="1450" y="551"/>
                    <a:pt x="1245" y="54"/>
                    <a:pt x="923" y="10"/>
                  </a:cubicBezTo>
                  <a:cubicBezTo>
                    <a:pt x="895" y="4"/>
                    <a:pt x="867" y="1"/>
                    <a:pt x="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flipH="1">
              <a:off x="10577877" y="1410581"/>
              <a:ext cx="18377" cy="44730"/>
            </a:xfrm>
            <a:custGeom>
              <a:avLst/>
              <a:gdLst/>
              <a:ahLst/>
              <a:cxnLst/>
              <a:rect l="l" t="t" r="r" b="b"/>
              <a:pathLst>
                <a:path w="235" h="572" extrusionOk="0">
                  <a:moveTo>
                    <a:pt x="220" y="0"/>
                  </a:moveTo>
                  <a:cubicBezTo>
                    <a:pt x="206" y="0"/>
                    <a:pt x="132" y="118"/>
                    <a:pt x="74" y="279"/>
                  </a:cubicBezTo>
                  <a:cubicBezTo>
                    <a:pt x="15" y="425"/>
                    <a:pt x="1" y="557"/>
                    <a:pt x="15" y="571"/>
                  </a:cubicBezTo>
                  <a:cubicBezTo>
                    <a:pt x="30" y="571"/>
                    <a:pt x="103" y="440"/>
                    <a:pt x="162" y="293"/>
                  </a:cubicBezTo>
                  <a:cubicBezTo>
                    <a:pt x="220" y="147"/>
                    <a:pt x="235"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7825375" y="2447285"/>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D3ED0-FEE4-AD26-4919-10E8D29C7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D9235-2574-6F1B-2725-830BAD212C48}"/>
              </a:ext>
            </a:extLst>
          </p:cNvPr>
          <p:cNvSpPr>
            <a:spLocks noGrp="1"/>
          </p:cNvSpPr>
          <p:nvPr>
            <p:ph type="title"/>
          </p:nvPr>
        </p:nvSpPr>
        <p:spPr/>
        <p:txBody>
          <a:bodyPr/>
          <a:lstStyle/>
          <a:p>
            <a:r>
              <a:rPr lang="en-US" dirty="0">
                <a:solidFill>
                  <a:schemeClr val="tx1">
                    <a:lumMod val="50000"/>
                    <a:lumOff val="50000"/>
                  </a:schemeClr>
                </a:solidFill>
              </a:rPr>
              <a:t>Top Products Driving the Market</a:t>
            </a:r>
          </a:p>
        </p:txBody>
      </p:sp>
      <p:graphicFrame>
        <p:nvGraphicFramePr>
          <p:cNvPr id="7" name="Table 6">
            <a:extLst>
              <a:ext uri="{FF2B5EF4-FFF2-40B4-BE49-F238E27FC236}">
                <a16:creationId xmlns:a16="http://schemas.microsoft.com/office/drawing/2014/main" id="{D27F6D73-7A8B-316E-264C-E9AC51B88A28}"/>
              </a:ext>
            </a:extLst>
          </p:cNvPr>
          <p:cNvGraphicFramePr>
            <a:graphicFrameLocks noGrp="1"/>
          </p:cNvGraphicFramePr>
          <p:nvPr>
            <p:extLst>
              <p:ext uri="{D42A27DB-BD31-4B8C-83A1-F6EECF244321}">
                <p14:modId xmlns:p14="http://schemas.microsoft.com/office/powerpoint/2010/main" val="1472460562"/>
              </p:ext>
            </p:extLst>
          </p:nvPr>
        </p:nvGraphicFramePr>
        <p:xfrm>
          <a:off x="868680" y="1112520"/>
          <a:ext cx="7467600" cy="3258640"/>
        </p:xfrm>
        <a:graphic>
          <a:graphicData uri="http://schemas.openxmlformats.org/drawingml/2006/table">
            <a:tbl>
              <a:tblPr firstRow="1" firstCol="1" bandRow="1"/>
              <a:tblGrid>
                <a:gridCol w="213360">
                  <a:extLst>
                    <a:ext uri="{9D8B030D-6E8A-4147-A177-3AD203B41FA5}">
                      <a16:colId xmlns:a16="http://schemas.microsoft.com/office/drawing/2014/main" val="3450853532"/>
                    </a:ext>
                  </a:extLst>
                </a:gridCol>
                <a:gridCol w="1137920">
                  <a:extLst>
                    <a:ext uri="{9D8B030D-6E8A-4147-A177-3AD203B41FA5}">
                      <a16:colId xmlns:a16="http://schemas.microsoft.com/office/drawing/2014/main" val="2943063602"/>
                    </a:ext>
                  </a:extLst>
                </a:gridCol>
                <a:gridCol w="1066800">
                  <a:extLst>
                    <a:ext uri="{9D8B030D-6E8A-4147-A177-3AD203B41FA5}">
                      <a16:colId xmlns:a16="http://schemas.microsoft.com/office/drawing/2014/main" val="1069189858"/>
                    </a:ext>
                  </a:extLst>
                </a:gridCol>
                <a:gridCol w="995680">
                  <a:extLst>
                    <a:ext uri="{9D8B030D-6E8A-4147-A177-3AD203B41FA5}">
                      <a16:colId xmlns:a16="http://schemas.microsoft.com/office/drawing/2014/main" val="1887941870"/>
                    </a:ext>
                  </a:extLst>
                </a:gridCol>
                <a:gridCol w="711200">
                  <a:extLst>
                    <a:ext uri="{9D8B030D-6E8A-4147-A177-3AD203B41FA5}">
                      <a16:colId xmlns:a16="http://schemas.microsoft.com/office/drawing/2014/main" val="2368211879"/>
                    </a:ext>
                  </a:extLst>
                </a:gridCol>
                <a:gridCol w="924560">
                  <a:extLst>
                    <a:ext uri="{9D8B030D-6E8A-4147-A177-3AD203B41FA5}">
                      <a16:colId xmlns:a16="http://schemas.microsoft.com/office/drawing/2014/main" val="2393159233"/>
                    </a:ext>
                  </a:extLst>
                </a:gridCol>
                <a:gridCol w="1280160">
                  <a:extLst>
                    <a:ext uri="{9D8B030D-6E8A-4147-A177-3AD203B41FA5}">
                      <a16:colId xmlns:a16="http://schemas.microsoft.com/office/drawing/2014/main" val="427877305"/>
                    </a:ext>
                  </a:extLst>
                </a:gridCol>
                <a:gridCol w="1137920">
                  <a:extLst>
                    <a:ext uri="{9D8B030D-6E8A-4147-A177-3AD203B41FA5}">
                      <a16:colId xmlns:a16="http://schemas.microsoft.com/office/drawing/2014/main" val="2454376265"/>
                    </a:ext>
                  </a:extLst>
                </a:gridCol>
              </a:tblGrid>
              <a:tr h="302809">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Product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MAT 2026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YoY 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4Y CAGR</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Retail Price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ATC2</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Status</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986132038"/>
                  </a:ext>
                </a:extLst>
              </a:tr>
              <a:tr h="269534">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ZURCAL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2.97B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+43.9%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40.4%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113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A02 Anti-Ulcerants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STAR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541784789"/>
                  </a:ext>
                </a:extLst>
              </a:tr>
              <a:tr h="26953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PANADOL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1.91B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+25.1%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28.9%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80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N02 Analgesics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Core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137788115"/>
                  </a:ext>
                </a:extLst>
              </a:tr>
              <a:tr h="26953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CONTROLOC</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1.87B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+7.2%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26.0%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145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A02 Anti-Ulcerants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Maturing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129561784"/>
                  </a:ext>
                </a:extLst>
              </a:tr>
              <a:tr h="26953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BRUFEN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1.79B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+48.4%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33.8%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71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M01 Antirheumatics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Resurgent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700705563"/>
                  </a:ext>
                </a:extLst>
              </a:tr>
              <a:tr h="26953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OZEMPIC</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1.25B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+80.1%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126.0%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4,000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A10 Diabetes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4B3072"/>
                          </a:solidFill>
                          <a:effectLst/>
                          <a:latin typeface="Arial" panose="020B0604020202020204" pitchFamily="34" charset="0"/>
                          <a:ea typeface="Arial" panose="020B0604020202020204" pitchFamily="34" charset="0"/>
                        </a:rPr>
                        <a:t>HIGH VALUE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995259305"/>
                  </a:ext>
                </a:extLst>
              </a:tr>
              <a:tr h="26953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XITHRONE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+57.0%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19.4%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75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J01 Antibacterials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Star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4171296629"/>
                  </a:ext>
                </a:extLst>
              </a:tr>
              <a:tr h="26953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ZITHROMAX</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1.04B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+29.5%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29.0%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119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J01 Antibacterials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Core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353783815"/>
                  </a:ext>
                </a:extLst>
              </a:tr>
              <a:tr h="26953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DOLIPRANE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0.99B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+48.7%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47.5%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51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N02 Analgesics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RISING FAST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026995008"/>
                  </a:ext>
                </a:extLst>
              </a:tr>
              <a:tr h="360319">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MOUNJARO</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2.23B → #1 in Diabetes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+9,024%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&gt;100%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14,543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A10 GLP-1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4B3072"/>
                          </a:solidFill>
                          <a:effectLst/>
                          <a:latin typeface="Arial" panose="020B0604020202020204" pitchFamily="34" charset="0"/>
                          <a:ea typeface="Arial" panose="020B0604020202020204" pitchFamily="34" charset="0"/>
                        </a:rPr>
                        <a:t>🚀 PHENOMENON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304421771"/>
                  </a:ext>
                </a:extLst>
              </a:tr>
              <a:tr h="43924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PANTHENOL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0.82B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+219%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87.1%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40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D03 Wound Healing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dirty="0">
                          <a:solidFill>
                            <a:srgbClr val="4B3072"/>
                          </a:solidFill>
                          <a:effectLst/>
                          <a:latin typeface="Arial" panose="020B0604020202020204" pitchFamily="34" charset="0"/>
                          <a:ea typeface="Arial" panose="020B0604020202020204" pitchFamily="34" charset="0"/>
                        </a:rPr>
                        <a:t>DISRUPTOR</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4242739095"/>
                  </a:ext>
                </a:extLst>
              </a:tr>
            </a:tbl>
          </a:graphicData>
        </a:graphic>
      </p:graphicFrame>
    </p:spTree>
    <p:extLst>
      <p:ext uri="{BB962C8B-B14F-4D97-AF65-F5344CB8AC3E}">
        <p14:creationId xmlns:p14="http://schemas.microsoft.com/office/powerpoint/2010/main" val="29159258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991064" y="2604911"/>
            <a:ext cx="3984000" cy="1146600"/>
          </a:xfrm>
          <a:prstGeom prst="rect">
            <a:avLst/>
          </a:prstGeom>
        </p:spPr>
        <p:txBody>
          <a:bodyPr spcFirstLastPara="1" wrap="square" lIns="91425" tIns="91425" rIns="91425" bIns="91425" anchor="t" anchorCtr="0">
            <a:noAutofit/>
          </a:bodyPr>
          <a:lstStyle/>
          <a:p>
            <a:pPr lvl="0" algn="ctr"/>
            <a:r>
              <a:rPr lang="en-US" sz="3200" b="1" dirty="0"/>
              <a:t>MANUFACTURER INSIGHTS</a:t>
            </a:r>
            <a:endParaRPr sz="3200" dirty="0"/>
          </a:p>
        </p:txBody>
      </p:sp>
      <p:grpSp>
        <p:nvGrpSpPr>
          <p:cNvPr id="634" name="Google Shape;634;p35"/>
          <p:cNvGrpSpPr/>
          <p:nvPr/>
        </p:nvGrpSpPr>
        <p:grpSpPr>
          <a:xfrm>
            <a:off x="5461950" y="522238"/>
            <a:ext cx="2250830" cy="3661147"/>
            <a:chOff x="5401837" y="470183"/>
            <a:chExt cx="2068777" cy="3107670"/>
          </a:xfrm>
        </p:grpSpPr>
        <p:sp>
          <p:nvSpPr>
            <p:cNvPr id="635" name="Google Shape;635;p35"/>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7825375" y="2447285"/>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2333;p59">
            <a:extLst>
              <a:ext uri="{FF2B5EF4-FFF2-40B4-BE49-F238E27FC236}">
                <a16:creationId xmlns:a16="http://schemas.microsoft.com/office/drawing/2014/main" id="{CF56FE3B-F679-59C4-543C-33D9A8803231}"/>
              </a:ext>
            </a:extLst>
          </p:cNvPr>
          <p:cNvGrpSpPr/>
          <p:nvPr/>
        </p:nvGrpSpPr>
        <p:grpSpPr>
          <a:xfrm>
            <a:off x="5684520" y="678180"/>
            <a:ext cx="1954188" cy="3386769"/>
            <a:chOff x="5107086" y="2896601"/>
            <a:chExt cx="614810" cy="1397087"/>
          </a:xfrm>
        </p:grpSpPr>
        <p:sp>
          <p:nvSpPr>
            <p:cNvPr id="3" name="Google Shape;2334;p59">
              <a:extLst>
                <a:ext uri="{FF2B5EF4-FFF2-40B4-BE49-F238E27FC236}">
                  <a16:creationId xmlns:a16="http://schemas.microsoft.com/office/drawing/2014/main" id="{CCA43DB9-E5C7-9A91-0019-3CBEA2A50D9F}"/>
                </a:ext>
              </a:extLst>
            </p:cNvPr>
            <p:cNvSpPr/>
            <p:nvPr/>
          </p:nvSpPr>
          <p:spPr>
            <a:xfrm>
              <a:off x="5262338" y="4170946"/>
              <a:ext cx="52252" cy="90782"/>
            </a:xfrm>
            <a:custGeom>
              <a:avLst/>
              <a:gdLst/>
              <a:ahLst/>
              <a:cxnLst/>
              <a:rect l="l" t="t" r="r" b="b"/>
              <a:pathLst>
                <a:path w="2645" h="4596" extrusionOk="0">
                  <a:moveTo>
                    <a:pt x="73" y="1"/>
                  </a:moveTo>
                  <a:lnTo>
                    <a:pt x="1" y="4364"/>
                  </a:lnTo>
                  <a:lnTo>
                    <a:pt x="2573" y="4596"/>
                  </a:lnTo>
                  <a:lnTo>
                    <a:pt x="2645" y="247"/>
                  </a:lnTo>
                  <a:lnTo>
                    <a:pt x="73" y="1"/>
                  </a:lnTo>
                  <a:close/>
                </a:path>
              </a:pathLst>
            </a:custGeom>
            <a:solidFill>
              <a:srgbClr val="FA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335;p59">
              <a:extLst>
                <a:ext uri="{FF2B5EF4-FFF2-40B4-BE49-F238E27FC236}">
                  <a16:creationId xmlns:a16="http://schemas.microsoft.com/office/drawing/2014/main" id="{DDD84412-B448-E1EA-74C9-02BE50948B61}"/>
                </a:ext>
              </a:extLst>
            </p:cNvPr>
            <p:cNvSpPr/>
            <p:nvPr/>
          </p:nvSpPr>
          <p:spPr>
            <a:xfrm>
              <a:off x="5169878" y="4236030"/>
              <a:ext cx="147866" cy="46241"/>
            </a:xfrm>
            <a:custGeom>
              <a:avLst/>
              <a:gdLst/>
              <a:ahLst/>
              <a:cxnLst/>
              <a:rect l="l" t="t" r="r" b="b"/>
              <a:pathLst>
                <a:path w="7485" h="2341" extrusionOk="0">
                  <a:moveTo>
                    <a:pt x="4667" y="0"/>
                  </a:moveTo>
                  <a:lnTo>
                    <a:pt x="1344" y="1012"/>
                  </a:lnTo>
                  <a:lnTo>
                    <a:pt x="1330" y="1012"/>
                  </a:lnTo>
                  <a:cubicBezTo>
                    <a:pt x="752" y="1214"/>
                    <a:pt x="289" y="1647"/>
                    <a:pt x="73" y="2182"/>
                  </a:cubicBezTo>
                  <a:lnTo>
                    <a:pt x="0" y="2341"/>
                  </a:lnTo>
                  <a:lnTo>
                    <a:pt x="7470" y="2341"/>
                  </a:lnTo>
                  <a:lnTo>
                    <a:pt x="7470" y="593"/>
                  </a:lnTo>
                  <a:lnTo>
                    <a:pt x="7485" y="593"/>
                  </a:lnTo>
                  <a:cubicBezTo>
                    <a:pt x="7485" y="530"/>
                    <a:pt x="7425" y="483"/>
                    <a:pt x="7364" y="483"/>
                  </a:cubicBezTo>
                  <a:cubicBezTo>
                    <a:pt x="7341" y="483"/>
                    <a:pt x="7317" y="490"/>
                    <a:pt x="7297" y="506"/>
                  </a:cubicBezTo>
                  <a:cubicBezTo>
                    <a:pt x="7106" y="685"/>
                    <a:pt x="6717" y="914"/>
                    <a:pt x="6089" y="914"/>
                  </a:cubicBezTo>
                  <a:cubicBezTo>
                    <a:pt x="5958" y="914"/>
                    <a:pt x="5816" y="904"/>
                    <a:pt x="5664" y="882"/>
                  </a:cubicBezTo>
                  <a:cubicBezTo>
                    <a:pt x="4610" y="737"/>
                    <a:pt x="4667" y="0"/>
                    <a:pt x="46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336;p59">
              <a:extLst>
                <a:ext uri="{FF2B5EF4-FFF2-40B4-BE49-F238E27FC236}">
                  <a16:creationId xmlns:a16="http://schemas.microsoft.com/office/drawing/2014/main" id="{F140196F-2BD4-059B-6836-94924648D289}"/>
                </a:ext>
              </a:extLst>
            </p:cNvPr>
            <p:cNvSpPr/>
            <p:nvPr/>
          </p:nvSpPr>
          <p:spPr>
            <a:xfrm>
              <a:off x="5170451" y="4282547"/>
              <a:ext cx="147293" cy="10864"/>
            </a:xfrm>
            <a:custGeom>
              <a:avLst/>
              <a:gdLst/>
              <a:ahLst/>
              <a:cxnLst/>
              <a:rect l="l" t="t" r="r" b="b"/>
              <a:pathLst>
                <a:path w="7456" h="550" extrusionOk="0">
                  <a:moveTo>
                    <a:pt x="0" y="0"/>
                  </a:moveTo>
                  <a:lnTo>
                    <a:pt x="0" y="549"/>
                  </a:lnTo>
                  <a:lnTo>
                    <a:pt x="7456" y="549"/>
                  </a:lnTo>
                  <a:lnTo>
                    <a:pt x="74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337;p59">
              <a:extLst>
                <a:ext uri="{FF2B5EF4-FFF2-40B4-BE49-F238E27FC236}">
                  <a16:creationId xmlns:a16="http://schemas.microsoft.com/office/drawing/2014/main" id="{2D4797D1-2D44-D8C7-B97E-55244B41622F}"/>
                </a:ext>
              </a:extLst>
            </p:cNvPr>
            <p:cNvSpPr/>
            <p:nvPr/>
          </p:nvSpPr>
          <p:spPr>
            <a:xfrm>
              <a:off x="5240651" y="3512836"/>
              <a:ext cx="97076" cy="704670"/>
            </a:xfrm>
            <a:custGeom>
              <a:avLst/>
              <a:gdLst/>
              <a:ahLst/>
              <a:cxnLst/>
              <a:rect l="l" t="t" r="r" b="b"/>
              <a:pathLst>
                <a:path w="4914" h="35675" extrusionOk="0">
                  <a:moveTo>
                    <a:pt x="4913" y="0"/>
                  </a:moveTo>
                  <a:lnTo>
                    <a:pt x="1" y="3005"/>
                  </a:lnTo>
                  <a:lnTo>
                    <a:pt x="579" y="35660"/>
                  </a:lnTo>
                  <a:lnTo>
                    <a:pt x="4046" y="35674"/>
                  </a:lnTo>
                  <a:lnTo>
                    <a:pt x="491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38;p59">
              <a:extLst>
                <a:ext uri="{FF2B5EF4-FFF2-40B4-BE49-F238E27FC236}">
                  <a16:creationId xmlns:a16="http://schemas.microsoft.com/office/drawing/2014/main" id="{20870CD5-3D91-0ED2-0038-9D6268D86C00}"/>
                </a:ext>
              </a:extLst>
            </p:cNvPr>
            <p:cNvSpPr/>
            <p:nvPr/>
          </p:nvSpPr>
          <p:spPr>
            <a:xfrm>
              <a:off x="5253786" y="4188368"/>
              <a:ext cx="67384" cy="2588"/>
            </a:xfrm>
            <a:custGeom>
              <a:avLst/>
              <a:gdLst/>
              <a:ahLst/>
              <a:cxnLst/>
              <a:rect l="l" t="t" r="r" b="b"/>
              <a:pathLst>
                <a:path w="3411" h="131" extrusionOk="0">
                  <a:moveTo>
                    <a:pt x="3410" y="0"/>
                  </a:moveTo>
                  <a:lnTo>
                    <a:pt x="0" y="15"/>
                  </a:lnTo>
                  <a:lnTo>
                    <a:pt x="0" y="130"/>
                  </a:lnTo>
                  <a:lnTo>
                    <a:pt x="3410" y="116"/>
                  </a:lnTo>
                  <a:lnTo>
                    <a:pt x="3410"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39;p59">
              <a:extLst>
                <a:ext uri="{FF2B5EF4-FFF2-40B4-BE49-F238E27FC236}">
                  <a16:creationId xmlns:a16="http://schemas.microsoft.com/office/drawing/2014/main" id="{C834467B-E417-183E-D9D1-3889F664FCC6}"/>
                </a:ext>
              </a:extLst>
            </p:cNvPr>
            <p:cNvSpPr/>
            <p:nvPr/>
          </p:nvSpPr>
          <p:spPr>
            <a:xfrm>
              <a:off x="5453263" y="4170946"/>
              <a:ext cx="58830" cy="92205"/>
            </a:xfrm>
            <a:custGeom>
              <a:avLst/>
              <a:gdLst/>
              <a:ahLst/>
              <a:cxnLst/>
              <a:rect l="l" t="t" r="r" b="b"/>
              <a:pathLst>
                <a:path w="2978" h="4668" extrusionOk="0">
                  <a:moveTo>
                    <a:pt x="2558" y="1"/>
                  </a:moveTo>
                  <a:lnTo>
                    <a:pt x="1" y="247"/>
                  </a:lnTo>
                  <a:lnTo>
                    <a:pt x="406" y="4668"/>
                  </a:lnTo>
                  <a:lnTo>
                    <a:pt x="2977" y="4422"/>
                  </a:lnTo>
                  <a:lnTo>
                    <a:pt x="2558" y="1"/>
                  </a:lnTo>
                  <a:close/>
                </a:path>
              </a:pathLst>
            </a:custGeom>
            <a:solidFill>
              <a:srgbClr val="FA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40;p59">
              <a:extLst>
                <a:ext uri="{FF2B5EF4-FFF2-40B4-BE49-F238E27FC236}">
                  <a16:creationId xmlns:a16="http://schemas.microsoft.com/office/drawing/2014/main" id="{23290A5E-0482-FCC9-DB62-32562AC52417}"/>
                </a:ext>
              </a:extLst>
            </p:cNvPr>
            <p:cNvSpPr/>
            <p:nvPr/>
          </p:nvSpPr>
          <p:spPr>
            <a:xfrm>
              <a:off x="5350532" y="3488284"/>
              <a:ext cx="165567" cy="728927"/>
            </a:xfrm>
            <a:custGeom>
              <a:avLst/>
              <a:gdLst/>
              <a:ahLst/>
              <a:cxnLst/>
              <a:rect l="l" t="t" r="r" b="b"/>
              <a:pathLst>
                <a:path w="8381" h="36903" extrusionOk="0">
                  <a:moveTo>
                    <a:pt x="0" y="1"/>
                  </a:moveTo>
                  <a:lnTo>
                    <a:pt x="4841" y="36874"/>
                  </a:lnTo>
                  <a:lnTo>
                    <a:pt x="8381" y="36903"/>
                  </a:lnTo>
                  <a:lnTo>
                    <a:pt x="5144" y="4118"/>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41;p59">
              <a:extLst>
                <a:ext uri="{FF2B5EF4-FFF2-40B4-BE49-F238E27FC236}">
                  <a16:creationId xmlns:a16="http://schemas.microsoft.com/office/drawing/2014/main" id="{09038FD7-DA28-5936-4330-26990D35D248}"/>
                </a:ext>
              </a:extLst>
            </p:cNvPr>
            <p:cNvSpPr/>
            <p:nvPr/>
          </p:nvSpPr>
          <p:spPr>
            <a:xfrm>
              <a:off x="5455278" y="4236030"/>
              <a:ext cx="147866" cy="46241"/>
            </a:xfrm>
            <a:custGeom>
              <a:avLst/>
              <a:gdLst/>
              <a:ahLst/>
              <a:cxnLst/>
              <a:rect l="l" t="t" r="r" b="b"/>
              <a:pathLst>
                <a:path w="7485" h="2341" extrusionOk="0">
                  <a:moveTo>
                    <a:pt x="2818" y="0"/>
                  </a:moveTo>
                  <a:cubicBezTo>
                    <a:pt x="2818" y="0"/>
                    <a:pt x="2875" y="737"/>
                    <a:pt x="1835" y="882"/>
                  </a:cubicBezTo>
                  <a:cubicBezTo>
                    <a:pt x="1680" y="904"/>
                    <a:pt x="1537" y="914"/>
                    <a:pt x="1404" y="914"/>
                  </a:cubicBezTo>
                  <a:cubicBezTo>
                    <a:pt x="768" y="914"/>
                    <a:pt x="379" y="685"/>
                    <a:pt x="188" y="506"/>
                  </a:cubicBezTo>
                  <a:cubicBezTo>
                    <a:pt x="168" y="490"/>
                    <a:pt x="144" y="483"/>
                    <a:pt x="121" y="483"/>
                  </a:cubicBezTo>
                  <a:cubicBezTo>
                    <a:pt x="60" y="483"/>
                    <a:pt x="0" y="530"/>
                    <a:pt x="0" y="593"/>
                  </a:cubicBezTo>
                  <a:lnTo>
                    <a:pt x="29" y="593"/>
                  </a:lnTo>
                  <a:lnTo>
                    <a:pt x="29" y="2341"/>
                  </a:lnTo>
                  <a:lnTo>
                    <a:pt x="7485" y="2341"/>
                  </a:lnTo>
                  <a:lnTo>
                    <a:pt x="7412" y="2182"/>
                  </a:lnTo>
                  <a:cubicBezTo>
                    <a:pt x="7196" y="1647"/>
                    <a:pt x="6748" y="1214"/>
                    <a:pt x="6170" y="1012"/>
                  </a:cubicBezTo>
                  <a:lnTo>
                    <a:pt x="6141" y="1012"/>
                  </a:lnTo>
                  <a:lnTo>
                    <a:pt x="28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42;p59">
              <a:extLst>
                <a:ext uri="{FF2B5EF4-FFF2-40B4-BE49-F238E27FC236}">
                  <a16:creationId xmlns:a16="http://schemas.microsoft.com/office/drawing/2014/main" id="{65189CCE-06AF-EB2E-E226-8246A9094B5C}"/>
                </a:ext>
              </a:extLst>
            </p:cNvPr>
            <p:cNvSpPr/>
            <p:nvPr/>
          </p:nvSpPr>
          <p:spPr>
            <a:xfrm>
              <a:off x="5455278" y="4282824"/>
              <a:ext cx="147590" cy="10864"/>
            </a:xfrm>
            <a:custGeom>
              <a:avLst/>
              <a:gdLst/>
              <a:ahLst/>
              <a:cxnLst/>
              <a:rect l="l" t="t" r="r" b="b"/>
              <a:pathLst>
                <a:path w="7471" h="550" extrusionOk="0">
                  <a:moveTo>
                    <a:pt x="0" y="1"/>
                  </a:moveTo>
                  <a:lnTo>
                    <a:pt x="0" y="550"/>
                  </a:lnTo>
                  <a:lnTo>
                    <a:pt x="7470" y="550"/>
                  </a:lnTo>
                  <a:lnTo>
                    <a:pt x="74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43;p59">
              <a:extLst>
                <a:ext uri="{FF2B5EF4-FFF2-40B4-BE49-F238E27FC236}">
                  <a16:creationId xmlns:a16="http://schemas.microsoft.com/office/drawing/2014/main" id="{6C1B94D2-7E5C-4563-2AD3-62B5F6244D92}"/>
                </a:ext>
              </a:extLst>
            </p:cNvPr>
            <p:cNvSpPr/>
            <p:nvPr/>
          </p:nvSpPr>
          <p:spPr>
            <a:xfrm>
              <a:off x="5441570" y="4187222"/>
              <a:ext cx="69952" cy="3160"/>
            </a:xfrm>
            <a:custGeom>
              <a:avLst/>
              <a:gdLst/>
              <a:ahLst/>
              <a:cxnLst/>
              <a:rect l="l" t="t" r="r" b="b"/>
              <a:pathLst>
                <a:path w="3541" h="160" extrusionOk="0">
                  <a:moveTo>
                    <a:pt x="3540" y="0"/>
                  </a:moveTo>
                  <a:lnTo>
                    <a:pt x="1" y="44"/>
                  </a:lnTo>
                  <a:lnTo>
                    <a:pt x="1" y="159"/>
                  </a:lnTo>
                  <a:lnTo>
                    <a:pt x="3540" y="116"/>
                  </a:lnTo>
                  <a:lnTo>
                    <a:pt x="3540"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44;p59">
              <a:extLst>
                <a:ext uri="{FF2B5EF4-FFF2-40B4-BE49-F238E27FC236}">
                  <a16:creationId xmlns:a16="http://schemas.microsoft.com/office/drawing/2014/main" id="{FE2367B6-40D3-49CA-2A7D-37FCD77109C3}"/>
                </a:ext>
              </a:extLst>
            </p:cNvPr>
            <p:cNvSpPr/>
            <p:nvPr/>
          </p:nvSpPr>
          <p:spPr>
            <a:xfrm>
              <a:off x="5240651" y="3458319"/>
              <a:ext cx="211537" cy="113893"/>
            </a:xfrm>
            <a:custGeom>
              <a:avLst/>
              <a:gdLst/>
              <a:ahLst/>
              <a:cxnLst/>
              <a:rect l="l" t="t" r="r" b="b"/>
              <a:pathLst>
                <a:path w="10708" h="5766" extrusionOk="0">
                  <a:moveTo>
                    <a:pt x="10115" y="0"/>
                  </a:moveTo>
                  <a:lnTo>
                    <a:pt x="1" y="130"/>
                  </a:lnTo>
                  <a:lnTo>
                    <a:pt x="1" y="5765"/>
                  </a:lnTo>
                  <a:lnTo>
                    <a:pt x="10707" y="5635"/>
                  </a:lnTo>
                  <a:lnTo>
                    <a:pt x="1011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45;p59">
              <a:extLst>
                <a:ext uri="{FF2B5EF4-FFF2-40B4-BE49-F238E27FC236}">
                  <a16:creationId xmlns:a16="http://schemas.microsoft.com/office/drawing/2014/main" id="{BB61E1D0-CF29-9F6F-A507-E9A26FA35859}"/>
                </a:ext>
              </a:extLst>
            </p:cNvPr>
            <p:cNvSpPr/>
            <p:nvPr/>
          </p:nvSpPr>
          <p:spPr>
            <a:xfrm>
              <a:off x="5309151" y="3570473"/>
              <a:ext cx="85361" cy="2311"/>
            </a:xfrm>
            <a:custGeom>
              <a:avLst/>
              <a:gdLst/>
              <a:ahLst/>
              <a:cxnLst/>
              <a:rect l="l" t="t" r="r" b="b"/>
              <a:pathLst>
                <a:path w="4321" h="117" extrusionOk="0">
                  <a:moveTo>
                    <a:pt x="0" y="1"/>
                  </a:moveTo>
                  <a:lnTo>
                    <a:pt x="0" y="116"/>
                  </a:lnTo>
                  <a:lnTo>
                    <a:pt x="4321" y="116"/>
                  </a:lnTo>
                  <a:lnTo>
                    <a:pt x="4321"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46;p59">
              <a:extLst>
                <a:ext uri="{FF2B5EF4-FFF2-40B4-BE49-F238E27FC236}">
                  <a16:creationId xmlns:a16="http://schemas.microsoft.com/office/drawing/2014/main" id="{F3156236-3EAE-5052-857B-B3B4ED71C7E0}"/>
                </a:ext>
              </a:extLst>
            </p:cNvPr>
            <p:cNvSpPr/>
            <p:nvPr/>
          </p:nvSpPr>
          <p:spPr>
            <a:xfrm>
              <a:off x="5240651" y="3472877"/>
              <a:ext cx="39708" cy="69944"/>
            </a:xfrm>
            <a:custGeom>
              <a:avLst/>
              <a:gdLst/>
              <a:ahLst/>
              <a:cxnLst/>
              <a:rect l="l" t="t" r="r" b="b"/>
              <a:pathLst>
                <a:path w="2010" h="3541" extrusionOk="0">
                  <a:moveTo>
                    <a:pt x="1648" y="0"/>
                  </a:moveTo>
                  <a:lnTo>
                    <a:pt x="1532" y="15"/>
                  </a:lnTo>
                  <a:cubicBezTo>
                    <a:pt x="1547" y="44"/>
                    <a:pt x="1879" y="1720"/>
                    <a:pt x="1185" y="2717"/>
                  </a:cubicBezTo>
                  <a:cubicBezTo>
                    <a:pt x="925" y="3107"/>
                    <a:pt x="521" y="3367"/>
                    <a:pt x="1" y="3439"/>
                  </a:cubicBezTo>
                  <a:lnTo>
                    <a:pt x="15" y="3540"/>
                  </a:lnTo>
                  <a:cubicBezTo>
                    <a:pt x="579" y="3454"/>
                    <a:pt x="998" y="3193"/>
                    <a:pt x="1287" y="2789"/>
                  </a:cubicBezTo>
                  <a:cubicBezTo>
                    <a:pt x="2009" y="1749"/>
                    <a:pt x="1662" y="73"/>
                    <a:pt x="1648"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47;p59">
              <a:extLst>
                <a:ext uri="{FF2B5EF4-FFF2-40B4-BE49-F238E27FC236}">
                  <a16:creationId xmlns:a16="http://schemas.microsoft.com/office/drawing/2014/main" id="{4B4A890E-5BEF-A520-C532-334C2B4F154F}"/>
                </a:ext>
              </a:extLst>
            </p:cNvPr>
            <p:cNvSpPr/>
            <p:nvPr/>
          </p:nvSpPr>
          <p:spPr>
            <a:xfrm>
              <a:off x="5409611" y="3470309"/>
              <a:ext cx="37969" cy="65657"/>
            </a:xfrm>
            <a:custGeom>
              <a:avLst/>
              <a:gdLst/>
              <a:ahLst/>
              <a:cxnLst/>
              <a:rect l="l" t="t" r="r" b="b"/>
              <a:pathLst>
                <a:path w="1922" h="3324" extrusionOk="0">
                  <a:moveTo>
                    <a:pt x="0" y="0"/>
                  </a:moveTo>
                  <a:cubicBezTo>
                    <a:pt x="0" y="145"/>
                    <a:pt x="0" y="3295"/>
                    <a:pt x="1922" y="3323"/>
                  </a:cubicBezTo>
                  <a:lnTo>
                    <a:pt x="1922" y="3193"/>
                  </a:lnTo>
                  <a:cubicBezTo>
                    <a:pt x="130" y="3165"/>
                    <a:pt x="116" y="44"/>
                    <a:pt x="116"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48;p59">
              <a:extLst>
                <a:ext uri="{FF2B5EF4-FFF2-40B4-BE49-F238E27FC236}">
                  <a16:creationId xmlns:a16="http://schemas.microsoft.com/office/drawing/2014/main" id="{21ACB790-1395-E260-EC5D-29A1E1FA7C8E}"/>
                </a:ext>
              </a:extLst>
            </p:cNvPr>
            <p:cNvSpPr/>
            <p:nvPr/>
          </p:nvSpPr>
          <p:spPr>
            <a:xfrm>
              <a:off x="5332834" y="3475445"/>
              <a:ext cx="4583" cy="96195"/>
            </a:xfrm>
            <a:custGeom>
              <a:avLst/>
              <a:gdLst/>
              <a:ahLst/>
              <a:cxnLst/>
              <a:rect l="l" t="t" r="r" b="b"/>
              <a:pathLst>
                <a:path w="232" h="4870" extrusionOk="0">
                  <a:moveTo>
                    <a:pt x="1" y="0"/>
                  </a:moveTo>
                  <a:lnTo>
                    <a:pt x="116" y="4870"/>
                  </a:lnTo>
                  <a:lnTo>
                    <a:pt x="232" y="4870"/>
                  </a:lnTo>
                  <a:lnTo>
                    <a:pt x="116"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49;p59">
              <a:extLst>
                <a:ext uri="{FF2B5EF4-FFF2-40B4-BE49-F238E27FC236}">
                  <a16:creationId xmlns:a16="http://schemas.microsoft.com/office/drawing/2014/main" id="{AB483F43-F2A8-1A53-4DFE-EB469B618F3F}"/>
                </a:ext>
              </a:extLst>
            </p:cNvPr>
            <p:cNvSpPr/>
            <p:nvPr/>
          </p:nvSpPr>
          <p:spPr>
            <a:xfrm>
              <a:off x="5356517" y="3475445"/>
              <a:ext cx="4307" cy="96195"/>
            </a:xfrm>
            <a:custGeom>
              <a:avLst/>
              <a:gdLst/>
              <a:ahLst/>
              <a:cxnLst/>
              <a:rect l="l" t="t" r="r" b="b"/>
              <a:pathLst>
                <a:path w="218" h="4870" extrusionOk="0">
                  <a:moveTo>
                    <a:pt x="1" y="0"/>
                  </a:moveTo>
                  <a:lnTo>
                    <a:pt x="116" y="4870"/>
                  </a:lnTo>
                  <a:lnTo>
                    <a:pt x="218" y="4870"/>
                  </a:lnTo>
                  <a:lnTo>
                    <a:pt x="102"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50;p59">
              <a:extLst>
                <a:ext uri="{FF2B5EF4-FFF2-40B4-BE49-F238E27FC236}">
                  <a16:creationId xmlns:a16="http://schemas.microsoft.com/office/drawing/2014/main" id="{F0754C1B-BE4D-E812-3ABA-00660BD0CB2E}"/>
                </a:ext>
              </a:extLst>
            </p:cNvPr>
            <p:cNvSpPr/>
            <p:nvPr/>
          </p:nvSpPr>
          <p:spPr>
            <a:xfrm>
              <a:off x="5208395" y="3128968"/>
              <a:ext cx="258909" cy="346498"/>
            </a:xfrm>
            <a:custGeom>
              <a:avLst/>
              <a:gdLst/>
              <a:ahLst/>
              <a:cxnLst/>
              <a:rect l="l" t="t" r="r" b="b"/>
              <a:pathLst>
                <a:path w="13106" h="17542" extrusionOk="0">
                  <a:moveTo>
                    <a:pt x="9219" y="1"/>
                  </a:moveTo>
                  <a:lnTo>
                    <a:pt x="6171" y="44"/>
                  </a:lnTo>
                  <a:lnTo>
                    <a:pt x="637" y="2500"/>
                  </a:lnTo>
                  <a:cubicBezTo>
                    <a:pt x="247" y="2674"/>
                    <a:pt x="1" y="3078"/>
                    <a:pt x="59" y="3512"/>
                  </a:cubicBezTo>
                  <a:lnTo>
                    <a:pt x="1634" y="17209"/>
                  </a:lnTo>
                  <a:cubicBezTo>
                    <a:pt x="1634" y="17209"/>
                    <a:pt x="3639" y="17541"/>
                    <a:pt x="6362" y="17541"/>
                  </a:cubicBezTo>
                  <a:cubicBezTo>
                    <a:pt x="8000" y="17541"/>
                    <a:pt x="9899" y="17421"/>
                    <a:pt x="11777" y="17036"/>
                  </a:cubicBezTo>
                  <a:lnTo>
                    <a:pt x="13048" y="3699"/>
                  </a:lnTo>
                  <a:cubicBezTo>
                    <a:pt x="13106" y="3266"/>
                    <a:pt x="12933" y="2833"/>
                    <a:pt x="12629" y="2529"/>
                  </a:cubicBezTo>
                  <a:lnTo>
                    <a:pt x="92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2351;p59">
              <a:extLst>
                <a:ext uri="{FF2B5EF4-FFF2-40B4-BE49-F238E27FC236}">
                  <a16:creationId xmlns:a16="http://schemas.microsoft.com/office/drawing/2014/main" id="{D42704F3-C654-C225-B239-9D70F81A22D3}"/>
                </a:ext>
              </a:extLst>
            </p:cNvPr>
            <p:cNvSpPr/>
            <p:nvPr/>
          </p:nvSpPr>
          <p:spPr>
            <a:xfrm>
              <a:off x="5314860" y="3132681"/>
              <a:ext cx="79079" cy="27140"/>
            </a:xfrm>
            <a:custGeom>
              <a:avLst/>
              <a:gdLst/>
              <a:ahLst/>
              <a:cxnLst/>
              <a:rect l="l" t="t" r="r" b="b"/>
              <a:pathLst>
                <a:path w="4003" h="1374" extrusionOk="0">
                  <a:moveTo>
                    <a:pt x="4003" y="0"/>
                  </a:moveTo>
                  <a:lnTo>
                    <a:pt x="0" y="304"/>
                  </a:lnTo>
                  <a:lnTo>
                    <a:pt x="2774" y="1373"/>
                  </a:lnTo>
                  <a:lnTo>
                    <a:pt x="4003" y="0"/>
                  </a:lnTo>
                  <a:close/>
                </a:path>
              </a:pathLst>
            </a:custGeom>
            <a:solidFill>
              <a:srgbClr val="F3B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52;p59">
              <a:extLst>
                <a:ext uri="{FF2B5EF4-FFF2-40B4-BE49-F238E27FC236}">
                  <a16:creationId xmlns:a16="http://schemas.microsoft.com/office/drawing/2014/main" id="{C9900283-2CC6-81E6-5000-97870D28B9CD}"/>
                </a:ext>
              </a:extLst>
            </p:cNvPr>
            <p:cNvSpPr/>
            <p:nvPr/>
          </p:nvSpPr>
          <p:spPr>
            <a:xfrm>
              <a:off x="5233224" y="3403230"/>
              <a:ext cx="200296" cy="44838"/>
            </a:xfrm>
            <a:custGeom>
              <a:avLst/>
              <a:gdLst/>
              <a:ahLst/>
              <a:cxnLst/>
              <a:rect l="l" t="t" r="r" b="b"/>
              <a:pathLst>
                <a:path w="10139" h="2270" extrusionOk="0">
                  <a:moveTo>
                    <a:pt x="9248" y="1"/>
                  </a:moveTo>
                  <a:lnTo>
                    <a:pt x="7760" y="348"/>
                  </a:lnTo>
                  <a:lnTo>
                    <a:pt x="3801" y="348"/>
                  </a:lnTo>
                  <a:lnTo>
                    <a:pt x="434" y="651"/>
                  </a:lnTo>
                  <a:lnTo>
                    <a:pt x="1" y="2269"/>
                  </a:lnTo>
                  <a:lnTo>
                    <a:pt x="5289" y="1908"/>
                  </a:lnTo>
                  <a:cubicBezTo>
                    <a:pt x="5915" y="1998"/>
                    <a:pt x="6447" y="2038"/>
                    <a:pt x="6898" y="2038"/>
                  </a:cubicBezTo>
                  <a:cubicBezTo>
                    <a:pt x="10139" y="2038"/>
                    <a:pt x="9248" y="1"/>
                    <a:pt x="9248" y="1"/>
                  </a:cubicBezTo>
                  <a:close/>
                </a:path>
              </a:pathLst>
            </a:custGeom>
            <a:solidFill>
              <a:srgbClr val="FABF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53;p59">
              <a:extLst>
                <a:ext uri="{FF2B5EF4-FFF2-40B4-BE49-F238E27FC236}">
                  <a16:creationId xmlns:a16="http://schemas.microsoft.com/office/drawing/2014/main" id="{2BFAEDB0-4691-47E8-41E2-63B982DD2B4F}"/>
                </a:ext>
              </a:extLst>
            </p:cNvPr>
            <p:cNvSpPr/>
            <p:nvPr/>
          </p:nvSpPr>
          <p:spPr>
            <a:xfrm>
              <a:off x="5107086" y="3180620"/>
              <a:ext cx="206677" cy="277147"/>
            </a:xfrm>
            <a:custGeom>
              <a:avLst/>
              <a:gdLst/>
              <a:ahLst/>
              <a:cxnLst/>
              <a:rect l="l" t="t" r="r" b="b"/>
              <a:pathLst>
                <a:path w="10462" h="14031" extrusionOk="0">
                  <a:moveTo>
                    <a:pt x="5549" y="1"/>
                  </a:moveTo>
                  <a:cubicBezTo>
                    <a:pt x="5549" y="1"/>
                    <a:pt x="3960" y="694"/>
                    <a:pt x="1084" y="8656"/>
                  </a:cubicBezTo>
                  <a:cubicBezTo>
                    <a:pt x="1084" y="8656"/>
                    <a:pt x="1" y="11733"/>
                    <a:pt x="521" y="12311"/>
                  </a:cubicBezTo>
                  <a:cubicBezTo>
                    <a:pt x="1170" y="13025"/>
                    <a:pt x="3737" y="14030"/>
                    <a:pt x="6993" y="14030"/>
                  </a:cubicBezTo>
                  <a:cubicBezTo>
                    <a:pt x="8087" y="14030"/>
                    <a:pt x="9259" y="13917"/>
                    <a:pt x="10462" y="13640"/>
                  </a:cubicBezTo>
                  <a:lnTo>
                    <a:pt x="9912" y="11170"/>
                  </a:lnTo>
                  <a:lnTo>
                    <a:pt x="5217" y="10231"/>
                  </a:lnTo>
                  <a:lnTo>
                    <a:pt x="7586" y="4176"/>
                  </a:lnTo>
                  <a:cubicBezTo>
                    <a:pt x="7586" y="4177"/>
                    <a:pt x="7586" y="4177"/>
                    <a:pt x="7586" y="4177"/>
                  </a:cubicBezTo>
                  <a:cubicBezTo>
                    <a:pt x="7621" y="4177"/>
                    <a:pt x="9313" y="275"/>
                    <a:pt x="55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54;p59">
              <a:extLst>
                <a:ext uri="{FF2B5EF4-FFF2-40B4-BE49-F238E27FC236}">
                  <a16:creationId xmlns:a16="http://schemas.microsoft.com/office/drawing/2014/main" id="{1B8E7D5C-D106-5772-AC05-2B9A87AB8CBC}"/>
                </a:ext>
              </a:extLst>
            </p:cNvPr>
            <p:cNvSpPr/>
            <p:nvPr/>
          </p:nvSpPr>
          <p:spPr>
            <a:xfrm>
              <a:off x="5384486" y="3169737"/>
              <a:ext cx="273192" cy="269108"/>
            </a:xfrm>
            <a:custGeom>
              <a:avLst/>
              <a:gdLst/>
              <a:ahLst/>
              <a:cxnLst/>
              <a:rect l="l" t="t" r="r" b="b"/>
              <a:pathLst>
                <a:path w="13829" h="13624" extrusionOk="0">
                  <a:moveTo>
                    <a:pt x="2430" y="1"/>
                  </a:moveTo>
                  <a:cubicBezTo>
                    <a:pt x="1925" y="1"/>
                    <a:pt x="1347" y="196"/>
                    <a:pt x="694" y="696"/>
                  </a:cubicBezTo>
                  <a:cubicBezTo>
                    <a:pt x="694" y="696"/>
                    <a:pt x="1" y="2286"/>
                    <a:pt x="3367" y="10406"/>
                  </a:cubicBezTo>
                  <a:cubicBezTo>
                    <a:pt x="3367" y="10406"/>
                    <a:pt x="4697" y="13512"/>
                    <a:pt x="5491" y="13613"/>
                  </a:cubicBezTo>
                  <a:cubicBezTo>
                    <a:pt x="5547" y="13620"/>
                    <a:pt x="5609" y="13624"/>
                    <a:pt x="5675" y="13624"/>
                  </a:cubicBezTo>
                  <a:cubicBezTo>
                    <a:pt x="7164" y="13624"/>
                    <a:pt x="11145" y="11909"/>
                    <a:pt x="13828" y="8036"/>
                  </a:cubicBezTo>
                  <a:lnTo>
                    <a:pt x="11719" y="6461"/>
                  </a:lnTo>
                  <a:lnTo>
                    <a:pt x="7557" y="8845"/>
                  </a:lnTo>
                  <a:lnTo>
                    <a:pt x="5130" y="2575"/>
                  </a:lnTo>
                  <a:cubicBezTo>
                    <a:pt x="5130" y="2575"/>
                    <a:pt x="4260" y="1"/>
                    <a:pt x="24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55;p59">
              <a:extLst>
                <a:ext uri="{FF2B5EF4-FFF2-40B4-BE49-F238E27FC236}">
                  <a16:creationId xmlns:a16="http://schemas.microsoft.com/office/drawing/2014/main" id="{462BCE0C-5CBB-FE79-934C-2C6303744120}"/>
                </a:ext>
              </a:extLst>
            </p:cNvPr>
            <p:cNvSpPr/>
            <p:nvPr/>
          </p:nvSpPr>
          <p:spPr>
            <a:xfrm>
              <a:off x="5162452" y="3185479"/>
              <a:ext cx="112208" cy="208646"/>
            </a:xfrm>
            <a:custGeom>
              <a:avLst/>
              <a:gdLst/>
              <a:ahLst/>
              <a:cxnLst/>
              <a:rect l="l" t="t" r="r" b="b"/>
              <a:pathLst>
                <a:path w="5680" h="10563" extrusionOk="0">
                  <a:moveTo>
                    <a:pt x="3974" y="0"/>
                  </a:moveTo>
                  <a:lnTo>
                    <a:pt x="3945" y="102"/>
                  </a:lnTo>
                  <a:cubicBezTo>
                    <a:pt x="4538" y="362"/>
                    <a:pt x="4957" y="752"/>
                    <a:pt x="5130" y="1272"/>
                  </a:cubicBezTo>
                  <a:cubicBezTo>
                    <a:pt x="5549" y="2457"/>
                    <a:pt x="4769" y="3916"/>
                    <a:pt x="4754" y="3930"/>
                  </a:cubicBezTo>
                  <a:lnTo>
                    <a:pt x="2399" y="9927"/>
                  </a:lnTo>
                  <a:cubicBezTo>
                    <a:pt x="2288" y="9896"/>
                    <a:pt x="1999" y="9822"/>
                    <a:pt x="1634" y="9822"/>
                  </a:cubicBezTo>
                  <a:cubicBezTo>
                    <a:pt x="1146" y="9822"/>
                    <a:pt x="521" y="9953"/>
                    <a:pt x="1" y="10490"/>
                  </a:cubicBezTo>
                  <a:lnTo>
                    <a:pt x="87" y="10562"/>
                  </a:lnTo>
                  <a:cubicBezTo>
                    <a:pt x="560" y="10053"/>
                    <a:pt x="1143" y="9925"/>
                    <a:pt x="1609" y="9925"/>
                  </a:cubicBezTo>
                  <a:cubicBezTo>
                    <a:pt x="2068" y="9925"/>
                    <a:pt x="2414" y="10050"/>
                    <a:pt x="2428" y="10057"/>
                  </a:cubicBezTo>
                  <a:lnTo>
                    <a:pt x="2471" y="10071"/>
                  </a:lnTo>
                  <a:lnTo>
                    <a:pt x="4855" y="3988"/>
                  </a:lnTo>
                  <a:cubicBezTo>
                    <a:pt x="4899" y="3916"/>
                    <a:pt x="5679" y="2471"/>
                    <a:pt x="5246" y="1243"/>
                  </a:cubicBezTo>
                  <a:cubicBezTo>
                    <a:pt x="5043" y="680"/>
                    <a:pt x="4610" y="261"/>
                    <a:pt x="3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56;p59">
              <a:extLst>
                <a:ext uri="{FF2B5EF4-FFF2-40B4-BE49-F238E27FC236}">
                  <a16:creationId xmlns:a16="http://schemas.microsoft.com/office/drawing/2014/main" id="{0BE4674B-A01C-EEEA-AC67-421C7665CB59}"/>
                </a:ext>
              </a:extLst>
            </p:cNvPr>
            <p:cNvSpPr/>
            <p:nvPr/>
          </p:nvSpPr>
          <p:spPr>
            <a:xfrm>
              <a:off x="5313991" y="3132681"/>
              <a:ext cx="89648" cy="54813"/>
            </a:xfrm>
            <a:custGeom>
              <a:avLst/>
              <a:gdLst/>
              <a:ahLst/>
              <a:cxnLst/>
              <a:rect l="l" t="t" r="r" b="b"/>
              <a:pathLst>
                <a:path w="4538" h="2775" extrusionOk="0">
                  <a:moveTo>
                    <a:pt x="4104" y="0"/>
                  </a:moveTo>
                  <a:lnTo>
                    <a:pt x="4003" y="15"/>
                  </a:lnTo>
                  <a:lnTo>
                    <a:pt x="4408" y="2110"/>
                  </a:lnTo>
                  <a:lnTo>
                    <a:pt x="2847" y="1330"/>
                  </a:lnTo>
                  <a:cubicBezTo>
                    <a:pt x="2833" y="1322"/>
                    <a:pt x="2822" y="1319"/>
                    <a:pt x="2813" y="1319"/>
                  </a:cubicBezTo>
                  <a:cubicBezTo>
                    <a:pt x="2804" y="1319"/>
                    <a:pt x="2797" y="1322"/>
                    <a:pt x="2790" y="1330"/>
                  </a:cubicBezTo>
                  <a:lnTo>
                    <a:pt x="1157" y="2616"/>
                  </a:lnTo>
                  <a:lnTo>
                    <a:pt x="117" y="289"/>
                  </a:lnTo>
                  <a:lnTo>
                    <a:pt x="1" y="333"/>
                  </a:lnTo>
                  <a:lnTo>
                    <a:pt x="1070" y="2746"/>
                  </a:lnTo>
                  <a:cubicBezTo>
                    <a:pt x="1070" y="2760"/>
                    <a:pt x="1085" y="2775"/>
                    <a:pt x="1128" y="2775"/>
                  </a:cubicBezTo>
                  <a:cubicBezTo>
                    <a:pt x="1138" y="2775"/>
                    <a:pt x="1141" y="2768"/>
                    <a:pt x="1146" y="2768"/>
                  </a:cubicBezTo>
                  <a:cubicBezTo>
                    <a:pt x="1149" y="2768"/>
                    <a:pt x="1152" y="2770"/>
                    <a:pt x="1157" y="2775"/>
                  </a:cubicBezTo>
                  <a:lnTo>
                    <a:pt x="2818" y="1460"/>
                  </a:lnTo>
                  <a:lnTo>
                    <a:pt x="4466" y="2254"/>
                  </a:lnTo>
                  <a:cubicBezTo>
                    <a:pt x="4473" y="2262"/>
                    <a:pt x="4484" y="2265"/>
                    <a:pt x="4495" y="2265"/>
                  </a:cubicBezTo>
                  <a:cubicBezTo>
                    <a:pt x="4505" y="2265"/>
                    <a:pt x="4516" y="2262"/>
                    <a:pt x="4523" y="2254"/>
                  </a:cubicBezTo>
                  <a:cubicBezTo>
                    <a:pt x="4538" y="2240"/>
                    <a:pt x="4538" y="2211"/>
                    <a:pt x="4538" y="2197"/>
                  </a:cubicBezTo>
                  <a:lnTo>
                    <a:pt x="41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57;p59">
              <a:extLst>
                <a:ext uri="{FF2B5EF4-FFF2-40B4-BE49-F238E27FC236}">
                  <a16:creationId xmlns:a16="http://schemas.microsoft.com/office/drawing/2014/main" id="{B8F33AB6-684C-6EBE-32C7-F497BE71993C}"/>
                </a:ext>
              </a:extLst>
            </p:cNvPr>
            <p:cNvSpPr/>
            <p:nvPr/>
          </p:nvSpPr>
          <p:spPr>
            <a:xfrm>
              <a:off x="5368803" y="3176354"/>
              <a:ext cx="18846" cy="205505"/>
            </a:xfrm>
            <a:custGeom>
              <a:avLst/>
              <a:gdLst/>
              <a:ahLst/>
              <a:cxnLst/>
              <a:rect l="l" t="t" r="r" b="b"/>
              <a:pathLst>
                <a:path w="954" h="10404" extrusionOk="0">
                  <a:moveTo>
                    <a:pt x="0" y="0"/>
                  </a:moveTo>
                  <a:cubicBezTo>
                    <a:pt x="0" y="43"/>
                    <a:pt x="29" y="3323"/>
                    <a:pt x="260" y="4479"/>
                  </a:cubicBezTo>
                  <a:cubicBezTo>
                    <a:pt x="506" y="5635"/>
                    <a:pt x="838" y="10345"/>
                    <a:pt x="838" y="10403"/>
                  </a:cubicBezTo>
                  <a:lnTo>
                    <a:pt x="954" y="10389"/>
                  </a:lnTo>
                  <a:cubicBezTo>
                    <a:pt x="954" y="10360"/>
                    <a:pt x="607" y="5621"/>
                    <a:pt x="376" y="4465"/>
                  </a:cubicBezTo>
                  <a:cubicBezTo>
                    <a:pt x="145" y="3323"/>
                    <a:pt x="101" y="4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58;p59">
              <a:extLst>
                <a:ext uri="{FF2B5EF4-FFF2-40B4-BE49-F238E27FC236}">
                  <a16:creationId xmlns:a16="http://schemas.microsoft.com/office/drawing/2014/main" id="{195FF7B5-FA3B-8751-7EB0-8AF3A3524298}"/>
                </a:ext>
              </a:extLst>
            </p:cNvPr>
            <p:cNvSpPr/>
            <p:nvPr/>
          </p:nvSpPr>
          <p:spPr>
            <a:xfrm>
              <a:off x="5240651" y="3408089"/>
              <a:ext cx="74239" cy="53668"/>
            </a:xfrm>
            <a:custGeom>
              <a:avLst/>
              <a:gdLst/>
              <a:ahLst/>
              <a:cxnLst/>
              <a:rect l="l" t="t" r="r" b="b"/>
              <a:pathLst>
                <a:path w="3758" h="2717" extrusionOk="0">
                  <a:moveTo>
                    <a:pt x="3194" y="0"/>
                  </a:moveTo>
                  <a:lnTo>
                    <a:pt x="3093" y="29"/>
                  </a:lnTo>
                  <a:lnTo>
                    <a:pt x="3642" y="2110"/>
                  </a:lnTo>
                  <a:cubicBezTo>
                    <a:pt x="2992" y="2529"/>
                    <a:pt x="30" y="2616"/>
                    <a:pt x="1" y="2616"/>
                  </a:cubicBezTo>
                  <a:lnTo>
                    <a:pt x="1" y="2717"/>
                  </a:lnTo>
                  <a:cubicBezTo>
                    <a:pt x="131" y="2717"/>
                    <a:pt x="3122" y="2630"/>
                    <a:pt x="3743" y="2168"/>
                  </a:cubicBezTo>
                  <a:cubicBezTo>
                    <a:pt x="3757" y="2168"/>
                    <a:pt x="3757" y="2124"/>
                    <a:pt x="3757" y="2110"/>
                  </a:cubicBezTo>
                  <a:lnTo>
                    <a:pt x="31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59;p59">
              <a:extLst>
                <a:ext uri="{FF2B5EF4-FFF2-40B4-BE49-F238E27FC236}">
                  <a16:creationId xmlns:a16="http://schemas.microsoft.com/office/drawing/2014/main" id="{6F31F16A-FE1C-B225-D48C-049230558C41}"/>
                </a:ext>
              </a:extLst>
            </p:cNvPr>
            <p:cNvSpPr/>
            <p:nvPr/>
          </p:nvSpPr>
          <p:spPr>
            <a:xfrm>
              <a:off x="5437284" y="3194329"/>
              <a:ext cx="20585" cy="161556"/>
            </a:xfrm>
            <a:custGeom>
              <a:avLst/>
              <a:gdLst/>
              <a:ahLst/>
              <a:cxnLst/>
              <a:rect l="l" t="t" r="r" b="b"/>
              <a:pathLst>
                <a:path w="1042" h="8179" extrusionOk="0">
                  <a:moveTo>
                    <a:pt x="102" y="0"/>
                  </a:moveTo>
                  <a:lnTo>
                    <a:pt x="1" y="29"/>
                  </a:lnTo>
                  <a:cubicBezTo>
                    <a:pt x="1" y="73"/>
                    <a:pt x="940" y="3526"/>
                    <a:pt x="405" y="8164"/>
                  </a:cubicBezTo>
                  <a:lnTo>
                    <a:pt x="521" y="8178"/>
                  </a:lnTo>
                  <a:cubicBezTo>
                    <a:pt x="1041" y="3497"/>
                    <a:pt x="102" y="58"/>
                    <a:pt x="1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60;p59">
              <a:extLst>
                <a:ext uri="{FF2B5EF4-FFF2-40B4-BE49-F238E27FC236}">
                  <a16:creationId xmlns:a16="http://schemas.microsoft.com/office/drawing/2014/main" id="{6A4DD24A-00AF-D690-7FF1-262D3500D364}"/>
                </a:ext>
              </a:extLst>
            </p:cNvPr>
            <p:cNvSpPr/>
            <p:nvPr/>
          </p:nvSpPr>
          <p:spPr>
            <a:xfrm>
              <a:off x="5270615" y="3392959"/>
              <a:ext cx="176708" cy="18864"/>
            </a:xfrm>
            <a:custGeom>
              <a:avLst/>
              <a:gdLst/>
              <a:ahLst/>
              <a:cxnLst/>
              <a:rect l="l" t="t" r="r" b="b"/>
              <a:pathLst>
                <a:path w="8945" h="955" extrusionOk="0">
                  <a:moveTo>
                    <a:pt x="463" y="1"/>
                  </a:moveTo>
                  <a:cubicBezTo>
                    <a:pt x="203" y="1"/>
                    <a:pt x="1" y="217"/>
                    <a:pt x="1" y="477"/>
                  </a:cubicBezTo>
                  <a:cubicBezTo>
                    <a:pt x="1" y="738"/>
                    <a:pt x="217" y="954"/>
                    <a:pt x="463" y="954"/>
                  </a:cubicBezTo>
                  <a:lnTo>
                    <a:pt x="8945" y="954"/>
                  </a:lnTo>
                  <a:lnTo>
                    <a:pt x="89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61;p59">
              <a:extLst>
                <a:ext uri="{FF2B5EF4-FFF2-40B4-BE49-F238E27FC236}">
                  <a16:creationId xmlns:a16="http://schemas.microsoft.com/office/drawing/2014/main" id="{EEF4A62B-DC01-E33D-9CA3-2D43A574F8C3}"/>
                </a:ext>
              </a:extLst>
            </p:cNvPr>
            <p:cNvSpPr/>
            <p:nvPr/>
          </p:nvSpPr>
          <p:spPr>
            <a:xfrm>
              <a:off x="5425294" y="3208313"/>
              <a:ext cx="296602" cy="203510"/>
            </a:xfrm>
            <a:custGeom>
              <a:avLst/>
              <a:gdLst/>
              <a:ahLst/>
              <a:cxnLst/>
              <a:rect l="l" t="t" r="r" b="b"/>
              <a:pathLst>
                <a:path w="15014" h="10303" extrusionOk="0">
                  <a:moveTo>
                    <a:pt x="3454" y="0"/>
                  </a:moveTo>
                  <a:cubicBezTo>
                    <a:pt x="3021" y="0"/>
                    <a:pt x="2645" y="289"/>
                    <a:pt x="2530" y="694"/>
                  </a:cubicBezTo>
                  <a:lnTo>
                    <a:pt x="1" y="10302"/>
                  </a:lnTo>
                  <a:lnTo>
                    <a:pt x="11242" y="10302"/>
                  </a:lnTo>
                  <a:cubicBezTo>
                    <a:pt x="11892" y="10302"/>
                    <a:pt x="12456" y="9869"/>
                    <a:pt x="12629" y="9262"/>
                  </a:cubicBezTo>
                  <a:lnTo>
                    <a:pt x="14811" y="1387"/>
                  </a:lnTo>
                  <a:cubicBezTo>
                    <a:pt x="15013" y="679"/>
                    <a:pt x="14493" y="0"/>
                    <a:pt x="137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62;p59">
              <a:extLst>
                <a:ext uri="{FF2B5EF4-FFF2-40B4-BE49-F238E27FC236}">
                  <a16:creationId xmlns:a16="http://schemas.microsoft.com/office/drawing/2014/main" id="{F8E24154-6577-7204-237D-92ACA7E1A1BA}"/>
                </a:ext>
              </a:extLst>
            </p:cNvPr>
            <p:cNvSpPr/>
            <p:nvPr/>
          </p:nvSpPr>
          <p:spPr>
            <a:xfrm>
              <a:off x="5563145" y="3287935"/>
              <a:ext cx="44844" cy="45115"/>
            </a:xfrm>
            <a:custGeom>
              <a:avLst/>
              <a:gdLst/>
              <a:ahLst/>
              <a:cxnLst/>
              <a:rect l="l" t="t" r="r" b="b"/>
              <a:pathLst>
                <a:path w="2270" h="2284" extrusionOk="0">
                  <a:moveTo>
                    <a:pt x="1142" y="159"/>
                  </a:moveTo>
                  <a:cubicBezTo>
                    <a:pt x="1677" y="159"/>
                    <a:pt x="2125" y="607"/>
                    <a:pt x="2125" y="1142"/>
                  </a:cubicBezTo>
                  <a:cubicBezTo>
                    <a:pt x="2125" y="1705"/>
                    <a:pt x="1691" y="2139"/>
                    <a:pt x="1142" y="2139"/>
                  </a:cubicBezTo>
                  <a:cubicBezTo>
                    <a:pt x="579" y="2139"/>
                    <a:pt x="145" y="1691"/>
                    <a:pt x="145" y="1142"/>
                  </a:cubicBezTo>
                  <a:cubicBezTo>
                    <a:pt x="145" y="593"/>
                    <a:pt x="593" y="159"/>
                    <a:pt x="1142" y="159"/>
                  </a:cubicBezTo>
                  <a:close/>
                  <a:moveTo>
                    <a:pt x="1142" y="1"/>
                  </a:moveTo>
                  <a:cubicBezTo>
                    <a:pt x="506" y="1"/>
                    <a:pt x="1" y="521"/>
                    <a:pt x="1" y="1142"/>
                  </a:cubicBezTo>
                  <a:cubicBezTo>
                    <a:pt x="1" y="1778"/>
                    <a:pt x="506" y="2283"/>
                    <a:pt x="1142" y="2283"/>
                  </a:cubicBezTo>
                  <a:cubicBezTo>
                    <a:pt x="1763" y="2283"/>
                    <a:pt x="2269" y="1778"/>
                    <a:pt x="2269" y="1142"/>
                  </a:cubicBezTo>
                  <a:cubicBezTo>
                    <a:pt x="2269" y="521"/>
                    <a:pt x="1763" y="1"/>
                    <a:pt x="11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63;p59">
              <a:extLst>
                <a:ext uri="{FF2B5EF4-FFF2-40B4-BE49-F238E27FC236}">
                  <a16:creationId xmlns:a16="http://schemas.microsoft.com/office/drawing/2014/main" id="{10C1FC16-3709-5A86-AB95-19BFD6D87073}"/>
                </a:ext>
              </a:extLst>
            </p:cNvPr>
            <p:cNvSpPr/>
            <p:nvPr/>
          </p:nvSpPr>
          <p:spPr>
            <a:xfrm>
              <a:off x="5412179" y="2994968"/>
              <a:ext cx="43125" cy="40848"/>
            </a:xfrm>
            <a:custGeom>
              <a:avLst/>
              <a:gdLst/>
              <a:ahLst/>
              <a:cxnLst/>
              <a:rect l="l" t="t" r="r" b="b"/>
              <a:pathLst>
                <a:path w="2183" h="2068" extrusionOk="0">
                  <a:moveTo>
                    <a:pt x="1107" y="0"/>
                  </a:moveTo>
                  <a:cubicBezTo>
                    <a:pt x="1066" y="0"/>
                    <a:pt x="1024" y="3"/>
                    <a:pt x="983" y="8"/>
                  </a:cubicBezTo>
                  <a:cubicBezTo>
                    <a:pt x="419" y="66"/>
                    <a:pt x="0" y="586"/>
                    <a:pt x="73" y="1150"/>
                  </a:cubicBezTo>
                  <a:cubicBezTo>
                    <a:pt x="126" y="1671"/>
                    <a:pt x="575" y="2068"/>
                    <a:pt x="1087" y="2068"/>
                  </a:cubicBezTo>
                  <a:cubicBezTo>
                    <a:pt x="1129" y="2068"/>
                    <a:pt x="1171" y="2065"/>
                    <a:pt x="1214" y="2060"/>
                  </a:cubicBezTo>
                  <a:cubicBezTo>
                    <a:pt x="1778" y="2002"/>
                    <a:pt x="2182" y="1482"/>
                    <a:pt x="2110" y="918"/>
                  </a:cubicBezTo>
                  <a:cubicBezTo>
                    <a:pt x="2070" y="397"/>
                    <a:pt x="1610" y="0"/>
                    <a:pt x="1107" y="0"/>
                  </a:cubicBezTo>
                  <a:close/>
                </a:path>
              </a:pathLst>
            </a:custGeom>
            <a:solidFill>
              <a:srgbClr val="E093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64;p59">
              <a:extLst>
                <a:ext uri="{FF2B5EF4-FFF2-40B4-BE49-F238E27FC236}">
                  <a16:creationId xmlns:a16="http://schemas.microsoft.com/office/drawing/2014/main" id="{F63F4031-F9DD-F08E-0DC7-0696B7745036}"/>
                </a:ext>
              </a:extLst>
            </p:cNvPr>
            <p:cNvSpPr/>
            <p:nvPr/>
          </p:nvSpPr>
          <p:spPr>
            <a:xfrm>
              <a:off x="5416742" y="2967729"/>
              <a:ext cx="46839" cy="56808"/>
            </a:xfrm>
            <a:custGeom>
              <a:avLst/>
              <a:gdLst/>
              <a:ahLst/>
              <a:cxnLst/>
              <a:rect l="l" t="t" r="r" b="b"/>
              <a:pathLst>
                <a:path w="2371" h="2876" extrusionOk="0">
                  <a:moveTo>
                    <a:pt x="1330" y="0"/>
                  </a:moveTo>
                  <a:lnTo>
                    <a:pt x="1" y="390"/>
                  </a:lnTo>
                  <a:lnTo>
                    <a:pt x="1070" y="2875"/>
                  </a:lnTo>
                  <a:cubicBezTo>
                    <a:pt x="2370" y="1127"/>
                    <a:pt x="1330" y="0"/>
                    <a:pt x="13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65;p59">
              <a:extLst>
                <a:ext uri="{FF2B5EF4-FFF2-40B4-BE49-F238E27FC236}">
                  <a16:creationId xmlns:a16="http://schemas.microsoft.com/office/drawing/2014/main" id="{9325D651-6B61-3946-DF61-2ACA0BECFCC7}"/>
                </a:ext>
              </a:extLst>
            </p:cNvPr>
            <p:cNvSpPr/>
            <p:nvPr/>
          </p:nvSpPr>
          <p:spPr>
            <a:xfrm>
              <a:off x="5313714" y="3032793"/>
              <a:ext cx="80225" cy="105893"/>
            </a:xfrm>
            <a:custGeom>
              <a:avLst/>
              <a:gdLst/>
              <a:ahLst/>
              <a:cxnLst/>
              <a:rect l="l" t="t" r="r" b="b"/>
              <a:pathLst>
                <a:path w="4061" h="5361" extrusionOk="0">
                  <a:moveTo>
                    <a:pt x="636" y="0"/>
                  </a:moveTo>
                  <a:lnTo>
                    <a:pt x="1" y="1330"/>
                  </a:lnTo>
                  <a:lnTo>
                    <a:pt x="58" y="5361"/>
                  </a:lnTo>
                  <a:lnTo>
                    <a:pt x="4061" y="5057"/>
                  </a:lnTo>
                  <a:lnTo>
                    <a:pt x="4032" y="2341"/>
                  </a:lnTo>
                  <a:lnTo>
                    <a:pt x="636" y="0"/>
                  </a:lnTo>
                  <a:close/>
                </a:path>
              </a:pathLst>
            </a:custGeom>
            <a:solidFill>
              <a:srgbClr val="F3B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66;p59">
              <a:extLst>
                <a:ext uri="{FF2B5EF4-FFF2-40B4-BE49-F238E27FC236}">
                  <a16:creationId xmlns:a16="http://schemas.microsoft.com/office/drawing/2014/main" id="{4EFF7910-9AC4-A46A-315F-1A14A60AB77E}"/>
                </a:ext>
              </a:extLst>
            </p:cNvPr>
            <p:cNvSpPr/>
            <p:nvPr/>
          </p:nvSpPr>
          <p:spPr>
            <a:xfrm>
              <a:off x="5330069" y="3041346"/>
              <a:ext cx="64441" cy="77766"/>
            </a:xfrm>
            <a:custGeom>
              <a:avLst/>
              <a:gdLst/>
              <a:ahLst/>
              <a:cxnLst/>
              <a:rect l="l" t="t" r="r" b="b"/>
              <a:pathLst>
                <a:path w="3262" h="3937" extrusionOk="0">
                  <a:moveTo>
                    <a:pt x="198" y="1"/>
                  </a:moveTo>
                  <a:cubicBezTo>
                    <a:pt x="0" y="3589"/>
                    <a:pt x="2094" y="3936"/>
                    <a:pt x="2913" y="3936"/>
                  </a:cubicBezTo>
                  <a:cubicBezTo>
                    <a:pt x="3110" y="3936"/>
                    <a:pt x="3233" y="3916"/>
                    <a:pt x="3233" y="3916"/>
                  </a:cubicBezTo>
                  <a:lnTo>
                    <a:pt x="3262" y="2804"/>
                  </a:lnTo>
                  <a:lnTo>
                    <a:pt x="1325" y="637"/>
                  </a:lnTo>
                  <a:lnTo>
                    <a:pt x="198"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67;p59">
              <a:extLst>
                <a:ext uri="{FF2B5EF4-FFF2-40B4-BE49-F238E27FC236}">
                  <a16:creationId xmlns:a16="http://schemas.microsoft.com/office/drawing/2014/main" id="{B3615647-D565-344C-8469-DE9106D9C752}"/>
                </a:ext>
              </a:extLst>
            </p:cNvPr>
            <p:cNvSpPr/>
            <p:nvPr/>
          </p:nvSpPr>
          <p:spPr>
            <a:xfrm>
              <a:off x="5321141" y="2961902"/>
              <a:ext cx="127894" cy="141428"/>
            </a:xfrm>
            <a:custGeom>
              <a:avLst/>
              <a:gdLst/>
              <a:ahLst/>
              <a:cxnLst/>
              <a:rect l="l" t="t" r="r" b="b"/>
              <a:pathLst>
                <a:path w="6474" h="7160" extrusionOk="0">
                  <a:moveTo>
                    <a:pt x="4934" y="0"/>
                  </a:moveTo>
                  <a:cubicBezTo>
                    <a:pt x="4898" y="0"/>
                    <a:pt x="4862" y="2"/>
                    <a:pt x="4826" y="6"/>
                  </a:cubicBezTo>
                  <a:lnTo>
                    <a:pt x="535" y="512"/>
                  </a:lnTo>
                  <a:cubicBezTo>
                    <a:pt x="217" y="555"/>
                    <a:pt x="0" y="815"/>
                    <a:pt x="44" y="1133"/>
                  </a:cubicBezTo>
                  <a:lnTo>
                    <a:pt x="535" y="5280"/>
                  </a:lnTo>
                  <a:cubicBezTo>
                    <a:pt x="668" y="6362"/>
                    <a:pt x="1568" y="7160"/>
                    <a:pt x="2616" y="7160"/>
                  </a:cubicBezTo>
                  <a:cubicBezTo>
                    <a:pt x="2702" y="7160"/>
                    <a:pt x="2788" y="7155"/>
                    <a:pt x="2875" y="7144"/>
                  </a:cubicBezTo>
                  <a:lnTo>
                    <a:pt x="4479" y="6956"/>
                  </a:lnTo>
                  <a:cubicBezTo>
                    <a:pt x="5664" y="6811"/>
                    <a:pt x="6473" y="5771"/>
                    <a:pt x="6343" y="4601"/>
                  </a:cubicBezTo>
                  <a:lnTo>
                    <a:pt x="5910" y="859"/>
                  </a:lnTo>
                  <a:cubicBezTo>
                    <a:pt x="5856" y="373"/>
                    <a:pt x="5436" y="0"/>
                    <a:pt x="4934" y="0"/>
                  </a:cubicBezTo>
                  <a:close/>
                </a:path>
              </a:pathLst>
            </a:custGeom>
            <a:solidFill>
              <a:srgbClr val="F3B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68;p59">
              <a:extLst>
                <a:ext uri="{FF2B5EF4-FFF2-40B4-BE49-F238E27FC236}">
                  <a16:creationId xmlns:a16="http://schemas.microsoft.com/office/drawing/2014/main" id="{E08256BB-699C-D181-4CC5-D3B57DDA0AE5}"/>
                </a:ext>
              </a:extLst>
            </p:cNvPr>
            <p:cNvSpPr/>
            <p:nvPr/>
          </p:nvSpPr>
          <p:spPr>
            <a:xfrm>
              <a:off x="5246082" y="2896601"/>
              <a:ext cx="223232" cy="173881"/>
            </a:xfrm>
            <a:custGeom>
              <a:avLst/>
              <a:gdLst/>
              <a:ahLst/>
              <a:cxnLst/>
              <a:rect l="l" t="t" r="r" b="b"/>
              <a:pathLst>
                <a:path w="11300" h="8803" extrusionOk="0">
                  <a:moveTo>
                    <a:pt x="9166" y="0"/>
                  </a:moveTo>
                  <a:cubicBezTo>
                    <a:pt x="8447" y="0"/>
                    <a:pt x="7799" y="725"/>
                    <a:pt x="7311" y="1087"/>
                  </a:cubicBezTo>
                  <a:cubicBezTo>
                    <a:pt x="6963" y="1345"/>
                    <a:pt x="6212" y="1378"/>
                    <a:pt x="5650" y="1378"/>
                  </a:cubicBezTo>
                  <a:cubicBezTo>
                    <a:pt x="5459" y="1378"/>
                    <a:pt x="5290" y="1374"/>
                    <a:pt x="5166" y="1374"/>
                  </a:cubicBezTo>
                  <a:cubicBezTo>
                    <a:pt x="5124" y="1374"/>
                    <a:pt x="5088" y="1375"/>
                    <a:pt x="5057" y="1376"/>
                  </a:cubicBezTo>
                  <a:cubicBezTo>
                    <a:pt x="4653" y="1419"/>
                    <a:pt x="3179" y="1520"/>
                    <a:pt x="2904" y="3384"/>
                  </a:cubicBezTo>
                  <a:cubicBezTo>
                    <a:pt x="2904" y="3384"/>
                    <a:pt x="0" y="4526"/>
                    <a:pt x="3467" y="8802"/>
                  </a:cubicBezTo>
                  <a:lnTo>
                    <a:pt x="3467" y="8802"/>
                  </a:lnTo>
                  <a:cubicBezTo>
                    <a:pt x="3473" y="8775"/>
                    <a:pt x="4490" y="7943"/>
                    <a:pt x="4291" y="6679"/>
                  </a:cubicBezTo>
                  <a:lnTo>
                    <a:pt x="4739" y="4685"/>
                  </a:lnTo>
                  <a:cubicBezTo>
                    <a:pt x="4739" y="4685"/>
                    <a:pt x="9421" y="4670"/>
                    <a:pt x="10374" y="3225"/>
                  </a:cubicBezTo>
                  <a:cubicBezTo>
                    <a:pt x="11299" y="1824"/>
                    <a:pt x="10187" y="76"/>
                    <a:pt x="9247" y="3"/>
                  </a:cubicBezTo>
                  <a:cubicBezTo>
                    <a:pt x="9220" y="1"/>
                    <a:pt x="9193" y="0"/>
                    <a:pt x="9166" y="0"/>
                  </a:cubicBezTo>
                  <a:close/>
                  <a:moveTo>
                    <a:pt x="3467" y="8802"/>
                  </a:moveTo>
                  <a:cubicBezTo>
                    <a:pt x="3467" y="8802"/>
                    <a:pt x="3467" y="8803"/>
                    <a:pt x="3468" y="8803"/>
                  </a:cubicBezTo>
                  <a:cubicBezTo>
                    <a:pt x="3468" y="8802"/>
                    <a:pt x="3467" y="8802"/>
                    <a:pt x="3467" y="880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69;p59">
              <a:extLst>
                <a:ext uri="{FF2B5EF4-FFF2-40B4-BE49-F238E27FC236}">
                  <a16:creationId xmlns:a16="http://schemas.microsoft.com/office/drawing/2014/main" id="{80A46BC1-3F9B-407F-2B90-8EE98E8FAD04}"/>
                </a:ext>
              </a:extLst>
            </p:cNvPr>
            <p:cNvSpPr/>
            <p:nvPr/>
          </p:nvSpPr>
          <p:spPr>
            <a:xfrm>
              <a:off x="5293745" y="2944421"/>
              <a:ext cx="17147" cy="25896"/>
            </a:xfrm>
            <a:custGeom>
              <a:avLst/>
              <a:gdLst/>
              <a:ahLst/>
              <a:cxnLst/>
              <a:rect l="l" t="t" r="r" b="b"/>
              <a:pathLst>
                <a:path w="868" h="1311" extrusionOk="0">
                  <a:moveTo>
                    <a:pt x="245" y="1"/>
                  </a:moveTo>
                  <a:cubicBezTo>
                    <a:pt x="194" y="1"/>
                    <a:pt x="156" y="40"/>
                    <a:pt x="145" y="96"/>
                  </a:cubicBezTo>
                  <a:cubicBezTo>
                    <a:pt x="145" y="140"/>
                    <a:pt x="0" y="819"/>
                    <a:pt x="650" y="1296"/>
                  </a:cubicBezTo>
                  <a:cubicBezTo>
                    <a:pt x="665" y="1310"/>
                    <a:pt x="708" y="1310"/>
                    <a:pt x="723" y="1310"/>
                  </a:cubicBezTo>
                  <a:cubicBezTo>
                    <a:pt x="766" y="1310"/>
                    <a:pt x="795" y="1296"/>
                    <a:pt x="809" y="1267"/>
                  </a:cubicBezTo>
                  <a:cubicBezTo>
                    <a:pt x="867" y="1209"/>
                    <a:pt x="853" y="1151"/>
                    <a:pt x="795" y="1108"/>
                  </a:cubicBezTo>
                  <a:cubicBezTo>
                    <a:pt x="275" y="732"/>
                    <a:pt x="376" y="169"/>
                    <a:pt x="376" y="154"/>
                  </a:cubicBezTo>
                  <a:cubicBezTo>
                    <a:pt x="405" y="82"/>
                    <a:pt x="361" y="24"/>
                    <a:pt x="289" y="10"/>
                  </a:cubicBezTo>
                  <a:cubicBezTo>
                    <a:pt x="274" y="4"/>
                    <a:pt x="259" y="1"/>
                    <a:pt x="2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70;p59">
              <a:extLst>
                <a:ext uri="{FF2B5EF4-FFF2-40B4-BE49-F238E27FC236}">
                  <a16:creationId xmlns:a16="http://schemas.microsoft.com/office/drawing/2014/main" id="{B02E7A58-7F2C-C8CA-7888-887B57A50072}"/>
                </a:ext>
              </a:extLst>
            </p:cNvPr>
            <p:cNvSpPr/>
            <p:nvPr/>
          </p:nvSpPr>
          <p:spPr>
            <a:xfrm>
              <a:off x="5287463" y="2963739"/>
              <a:ext cx="18846" cy="8573"/>
            </a:xfrm>
            <a:custGeom>
              <a:avLst/>
              <a:gdLst/>
              <a:ahLst/>
              <a:cxnLst/>
              <a:rect l="l" t="t" r="r" b="b"/>
              <a:pathLst>
                <a:path w="954" h="434" extrusionOk="0">
                  <a:moveTo>
                    <a:pt x="522" y="0"/>
                  </a:moveTo>
                  <a:cubicBezTo>
                    <a:pt x="339" y="0"/>
                    <a:pt x="155" y="49"/>
                    <a:pt x="101" y="58"/>
                  </a:cubicBezTo>
                  <a:cubicBezTo>
                    <a:pt x="29" y="72"/>
                    <a:pt x="0" y="144"/>
                    <a:pt x="15" y="202"/>
                  </a:cubicBezTo>
                  <a:cubicBezTo>
                    <a:pt x="26" y="259"/>
                    <a:pt x="73" y="298"/>
                    <a:pt x="121" y="298"/>
                  </a:cubicBezTo>
                  <a:cubicBezTo>
                    <a:pt x="134" y="298"/>
                    <a:pt x="147" y="295"/>
                    <a:pt x="159" y="289"/>
                  </a:cubicBezTo>
                  <a:cubicBezTo>
                    <a:pt x="248" y="262"/>
                    <a:pt x="385" y="236"/>
                    <a:pt x="498" y="236"/>
                  </a:cubicBezTo>
                  <a:cubicBezTo>
                    <a:pt x="569" y="236"/>
                    <a:pt x="631" y="246"/>
                    <a:pt x="665" y="274"/>
                  </a:cubicBezTo>
                  <a:cubicBezTo>
                    <a:pt x="665" y="289"/>
                    <a:pt x="679" y="289"/>
                    <a:pt x="679" y="332"/>
                  </a:cubicBezTo>
                  <a:cubicBezTo>
                    <a:pt x="694" y="390"/>
                    <a:pt x="737" y="433"/>
                    <a:pt x="809" y="433"/>
                  </a:cubicBezTo>
                  <a:cubicBezTo>
                    <a:pt x="867" y="433"/>
                    <a:pt x="911" y="390"/>
                    <a:pt x="954" y="318"/>
                  </a:cubicBezTo>
                  <a:cubicBezTo>
                    <a:pt x="954" y="216"/>
                    <a:pt x="896" y="130"/>
                    <a:pt x="824" y="72"/>
                  </a:cubicBezTo>
                  <a:cubicBezTo>
                    <a:pt x="742" y="18"/>
                    <a:pt x="632" y="0"/>
                    <a:pt x="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71;p59">
              <a:extLst>
                <a:ext uri="{FF2B5EF4-FFF2-40B4-BE49-F238E27FC236}">
                  <a16:creationId xmlns:a16="http://schemas.microsoft.com/office/drawing/2014/main" id="{3A954282-02BA-D2F8-0923-25BA3B910325}"/>
                </a:ext>
              </a:extLst>
            </p:cNvPr>
            <p:cNvSpPr/>
            <p:nvPr/>
          </p:nvSpPr>
          <p:spPr>
            <a:xfrm>
              <a:off x="5311739" y="2983136"/>
              <a:ext cx="49941" cy="54675"/>
            </a:xfrm>
            <a:custGeom>
              <a:avLst/>
              <a:gdLst/>
              <a:ahLst/>
              <a:cxnLst/>
              <a:rect l="l" t="t" r="r" b="b"/>
              <a:pathLst>
                <a:path w="2528" h="2768" extrusionOk="0">
                  <a:moveTo>
                    <a:pt x="982" y="0"/>
                  </a:moveTo>
                  <a:cubicBezTo>
                    <a:pt x="982" y="0"/>
                    <a:pt x="0" y="2767"/>
                    <a:pt x="755" y="2767"/>
                  </a:cubicBezTo>
                  <a:cubicBezTo>
                    <a:pt x="804" y="2767"/>
                    <a:pt x="860" y="2756"/>
                    <a:pt x="924" y="2731"/>
                  </a:cubicBezTo>
                  <a:cubicBezTo>
                    <a:pt x="2528" y="2095"/>
                    <a:pt x="1878" y="174"/>
                    <a:pt x="1878" y="174"/>
                  </a:cubicBezTo>
                  <a:lnTo>
                    <a:pt x="98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72;p59">
              <a:extLst>
                <a:ext uri="{FF2B5EF4-FFF2-40B4-BE49-F238E27FC236}">
                  <a16:creationId xmlns:a16="http://schemas.microsoft.com/office/drawing/2014/main" id="{C9AD117F-CED7-1D59-B708-9A86EBBD0583}"/>
                </a:ext>
              </a:extLst>
            </p:cNvPr>
            <p:cNvSpPr/>
            <p:nvPr/>
          </p:nvSpPr>
          <p:spPr>
            <a:xfrm>
              <a:off x="5299157" y="3010750"/>
              <a:ext cx="43125" cy="40769"/>
            </a:xfrm>
            <a:custGeom>
              <a:avLst/>
              <a:gdLst/>
              <a:ahLst/>
              <a:cxnLst/>
              <a:rect l="l" t="t" r="r" b="b"/>
              <a:pathLst>
                <a:path w="2183" h="2064" extrusionOk="0">
                  <a:moveTo>
                    <a:pt x="1054" y="1"/>
                  </a:moveTo>
                  <a:cubicBezTo>
                    <a:pt x="1026" y="1"/>
                    <a:pt x="997" y="2"/>
                    <a:pt x="969" y="4"/>
                  </a:cubicBezTo>
                  <a:cubicBezTo>
                    <a:pt x="420" y="62"/>
                    <a:pt x="1" y="582"/>
                    <a:pt x="73" y="1145"/>
                  </a:cubicBezTo>
                  <a:cubicBezTo>
                    <a:pt x="126" y="1666"/>
                    <a:pt x="575" y="2064"/>
                    <a:pt x="1088" y="2064"/>
                  </a:cubicBezTo>
                  <a:cubicBezTo>
                    <a:pt x="1129" y="2064"/>
                    <a:pt x="1172" y="2061"/>
                    <a:pt x="1214" y="2056"/>
                  </a:cubicBezTo>
                  <a:cubicBezTo>
                    <a:pt x="1763" y="1998"/>
                    <a:pt x="2182" y="1463"/>
                    <a:pt x="2110" y="914"/>
                  </a:cubicBezTo>
                  <a:cubicBezTo>
                    <a:pt x="2042" y="379"/>
                    <a:pt x="1582" y="1"/>
                    <a:pt x="1054" y="1"/>
                  </a:cubicBezTo>
                  <a:close/>
                </a:path>
              </a:pathLst>
            </a:custGeom>
            <a:solidFill>
              <a:srgbClr val="F3BB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73;p59">
              <a:extLst>
                <a:ext uri="{FF2B5EF4-FFF2-40B4-BE49-F238E27FC236}">
                  <a16:creationId xmlns:a16="http://schemas.microsoft.com/office/drawing/2014/main" id="{ADDC8714-F35A-5C84-506A-A7A25B2827B8}"/>
                </a:ext>
              </a:extLst>
            </p:cNvPr>
            <p:cNvSpPr/>
            <p:nvPr/>
          </p:nvSpPr>
          <p:spPr>
            <a:xfrm>
              <a:off x="5406174" y="3000538"/>
              <a:ext cx="9166" cy="48532"/>
            </a:xfrm>
            <a:custGeom>
              <a:avLst/>
              <a:gdLst/>
              <a:ahLst/>
              <a:cxnLst/>
              <a:rect l="l" t="t" r="r" b="b"/>
              <a:pathLst>
                <a:path w="464" h="2457" extrusionOk="0">
                  <a:moveTo>
                    <a:pt x="203" y="1"/>
                  </a:moveTo>
                  <a:lnTo>
                    <a:pt x="203" y="1"/>
                  </a:lnTo>
                  <a:cubicBezTo>
                    <a:pt x="160" y="1"/>
                    <a:pt x="174" y="593"/>
                    <a:pt x="232" y="1344"/>
                  </a:cubicBezTo>
                  <a:cubicBezTo>
                    <a:pt x="247" y="1706"/>
                    <a:pt x="348" y="2038"/>
                    <a:pt x="275" y="2240"/>
                  </a:cubicBezTo>
                  <a:cubicBezTo>
                    <a:pt x="232" y="2327"/>
                    <a:pt x="145" y="2385"/>
                    <a:pt x="88" y="2399"/>
                  </a:cubicBezTo>
                  <a:cubicBezTo>
                    <a:pt x="30" y="2428"/>
                    <a:pt x="1" y="2428"/>
                    <a:pt x="1" y="2428"/>
                  </a:cubicBezTo>
                  <a:cubicBezTo>
                    <a:pt x="1" y="2428"/>
                    <a:pt x="30" y="2457"/>
                    <a:pt x="102" y="2457"/>
                  </a:cubicBezTo>
                  <a:cubicBezTo>
                    <a:pt x="174" y="2457"/>
                    <a:pt x="290" y="2399"/>
                    <a:pt x="377" y="2284"/>
                  </a:cubicBezTo>
                  <a:cubicBezTo>
                    <a:pt x="449" y="2154"/>
                    <a:pt x="463" y="1995"/>
                    <a:pt x="449" y="1821"/>
                  </a:cubicBezTo>
                  <a:cubicBezTo>
                    <a:pt x="434" y="1648"/>
                    <a:pt x="434" y="1489"/>
                    <a:pt x="420" y="1301"/>
                  </a:cubicBezTo>
                  <a:cubicBezTo>
                    <a:pt x="319" y="593"/>
                    <a:pt x="232" y="1"/>
                    <a:pt x="2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74;p59">
              <a:extLst>
                <a:ext uri="{FF2B5EF4-FFF2-40B4-BE49-F238E27FC236}">
                  <a16:creationId xmlns:a16="http://schemas.microsoft.com/office/drawing/2014/main" id="{495E92C0-C518-D60B-EE4A-BF85C8E1ED9D}"/>
                </a:ext>
              </a:extLst>
            </p:cNvPr>
            <p:cNvSpPr/>
            <p:nvPr/>
          </p:nvSpPr>
          <p:spPr>
            <a:xfrm>
              <a:off x="5374511" y="3004528"/>
              <a:ext cx="3437" cy="11733"/>
            </a:xfrm>
            <a:custGeom>
              <a:avLst/>
              <a:gdLst/>
              <a:ahLst/>
              <a:cxnLst/>
              <a:rect l="l" t="t" r="r" b="b"/>
              <a:pathLst>
                <a:path w="174" h="594" extrusionOk="0">
                  <a:moveTo>
                    <a:pt x="43" y="1"/>
                  </a:moveTo>
                  <a:cubicBezTo>
                    <a:pt x="15" y="1"/>
                    <a:pt x="0" y="145"/>
                    <a:pt x="15" y="304"/>
                  </a:cubicBezTo>
                  <a:cubicBezTo>
                    <a:pt x="29" y="463"/>
                    <a:pt x="87" y="593"/>
                    <a:pt x="116" y="593"/>
                  </a:cubicBezTo>
                  <a:cubicBezTo>
                    <a:pt x="159" y="593"/>
                    <a:pt x="173" y="449"/>
                    <a:pt x="159" y="290"/>
                  </a:cubicBezTo>
                  <a:cubicBezTo>
                    <a:pt x="145" y="131"/>
                    <a:pt x="101" y="1"/>
                    <a:pt x="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75;p59">
              <a:extLst>
                <a:ext uri="{FF2B5EF4-FFF2-40B4-BE49-F238E27FC236}">
                  <a16:creationId xmlns:a16="http://schemas.microsoft.com/office/drawing/2014/main" id="{5E4095C2-9367-FA80-7B14-510D5C512EB4}"/>
                </a:ext>
              </a:extLst>
            </p:cNvPr>
            <p:cNvSpPr/>
            <p:nvPr/>
          </p:nvSpPr>
          <p:spPr>
            <a:xfrm>
              <a:off x="5426736" y="2999906"/>
              <a:ext cx="3734" cy="11792"/>
            </a:xfrm>
            <a:custGeom>
              <a:avLst/>
              <a:gdLst/>
              <a:ahLst/>
              <a:cxnLst/>
              <a:rect l="l" t="t" r="r" b="b"/>
              <a:pathLst>
                <a:path w="189" h="597" extrusionOk="0">
                  <a:moveTo>
                    <a:pt x="69" y="0"/>
                  </a:moveTo>
                  <a:cubicBezTo>
                    <a:pt x="66" y="0"/>
                    <a:pt x="62" y="1"/>
                    <a:pt x="58" y="4"/>
                  </a:cubicBezTo>
                  <a:cubicBezTo>
                    <a:pt x="29" y="4"/>
                    <a:pt x="0" y="148"/>
                    <a:pt x="29" y="307"/>
                  </a:cubicBezTo>
                  <a:cubicBezTo>
                    <a:pt x="44" y="466"/>
                    <a:pt x="101" y="596"/>
                    <a:pt x="130" y="596"/>
                  </a:cubicBezTo>
                  <a:cubicBezTo>
                    <a:pt x="174" y="596"/>
                    <a:pt x="188" y="452"/>
                    <a:pt x="174" y="293"/>
                  </a:cubicBezTo>
                  <a:cubicBezTo>
                    <a:pt x="147" y="134"/>
                    <a:pt x="109" y="0"/>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76;p59">
              <a:extLst>
                <a:ext uri="{FF2B5EF4-FFF2-40B4-BE49-F238E27FC236}">
                  <a16:creationId xmlns:a16="http://schemas.microsoft.com/office/drawing/2014/main" id="{03855284-EAD2-009E-17F3-E40F3F9445C4}"/>
                </a:ext>
              </a:extLst>
            </p:cNvPr>
            <p:cNvSpPr/>
            <p:nvPr/>
          </p:nvSpPr>
          <p:spPr>
            <a:xfrm>
              <a:off x="5381918" y="3047924"/>
              <a:ext cx="29712" cy="21076"/>
            </a:xfrm>
            <a:custGeom>
              <a:avLst/>
              <a:gdLst/>
              <a:ahLst/>
              <a:cxnLst/>
              <a:rect l="l" t="t" r="r" b="b"/>
              <a:pathLst>
                <a:path w="1504" h="1067" extrusionOk="0">
                  <a:moveTo>
                    <a:pt x="59" y="0"/>
                  </a:moveTo>
                  <a:cubicBezTo>
                    <a:pt x="30" y="0"/>
                    <a:pt x="1" y="130"/>
                    <a:pt x="59" y="304"/>
                  </a:cubicBezTo>
                  <a:cubicBezTo>
                    <a:pt x="87" y="491"/>
                    <a:pt x="232" y="751"/>
                    <a:pt x="492" y="910"/>
                  </a:cubicBezTo>
                  <a:cubicBezTo>
                    <a:pt x="675" y="1029"/>
                    <a:pt x="881" y="1067"/>
                    <a:pt x="1052" y="1067"/>
                  </a:cubicBezTo>
                  <a:cubicBezTo>
                    <a:pt x="1111" y="1067"/>
                    <a:pt x="1166" y="1062"/>
                    <a:pt x="1214" y="1055"/>
                  </a:cubicBezTo>
                  <a:cubicBezTo>
                    <a:pt x="1402" y="1012"/>
                    <a:pt x="1503" y="925"/>
                    <a:pt x="1503" y="925"/>
                  </a:cubicBezTo>
                  <a:cubicBezTo>
                    <a:pt x="1498" y="922"/>
                    <a:pt x="1490" y="921"/>
                    <a:pt x="1479" y="921"/>
                  </a:cubicBezTo>
                  <a:cubicBezTo>
                    <a:pt x="1436" y="921"/>
                    <a:pt x="1353" y="939"/>
                    <a:pt x="1214" y="939"/>
                  </a:cubicBezTo>
                  <a:cubicBezTo>
                    <a:pt x="1041" y="939"/>
                    <a:pt x="795" y="910"/>
                    <a:pt x="579" y="780"/>
                  </a:cubicBezTo>
                  <a:cubicBezTo>
                    <a:pt x="362" y="636"/>
                    <a:pt x="232" y="434"/>
                    <a:pt x="160" y="275"/>
                  </a:cubicBezTo>
                  <a:cubicBezTo>
                    <a:pt x="87" y="116"/>
                    <a:pt x="73"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77;p59">
              <a:extLst>
                <a:ext uri="{FF2B5EF4-FFF2-40B4-BE49-F238E27FC236}">
                  <a16:creationId xmlns:a16="http://schemas.microsoft.com/office/drawing/2014/main" id="{24F53BF8-B6C0-658F-37FB-E0C020213C51}"/>
                </a:ext>
              </a:extLst>
            </p:cNvPr>
            <p:cNvSpPr/>
            <p:nvPr/>
          </p:nvSpPr>
          <p:spPr>
            <a:xfrm>
              <a:off x="5375361" y="3044704"/>
              <a:ext cx="14006" cy="10074"/>
            </a:xfrm>
            <a:custGeom>
              <a:avLst/>
              <a:gdLst/>
              <a:ahLst/>
              <a:cxnLst/>
              <a:rect l="l" t="t" r="r" b="b"/>
              <a:pathLst>
                <a:path w="709" h="510" extrusionOk="0">
                  <a:moveTo>
                    <a:pt x="532" y="1"/>
                  </a:moveTo>
                  <a:cubicBezTo>
                    <a:pt x="449" y="1"/>
                    <a:pt x="342" y="31"/>
                    <a:pt x="246" y="91"/>
                  </a:cubicBezTo>
                  <a:cubicBezTo>
                    <a:pt x="130" y="163"/>
                    <a:pt x="58" y="293"/>
                    <a:pt x="29" y="365"/>
                  </a:cubicBezTo>
                  <a:cubicBezTo>
                    <a:pt x="0" y="452"/>
                    <a:pt x="0" y="510"/>
                    <a:pt x="29" y="510"/>
                  </a:cubicBezTo>
                  <a:cubicBezTo>
                    <a:pt x="58" y="510"/>
                    <a:pt x="130" y="337"/>
                    <a:pt x="318" y="221"/>
                  </a:cubicBezTo>
                  <a:cubicBezTo>
                    <a:pt x="506" y="105"/>
                    <a:pt x="708" y="134"/>
                    <a:pt x="708" y="76"/>
                  </a:cubicBezTo>
                  <a:cubicBezTo>
                    <a:pt x="708" y="62"/>
                    <a:pt x="680" y="19"/>
                    <a:pt x="578" y="4"/>
                  </a:cubicBezTo>
                  <a:cubicBezTo>
                    <a:pt x="564" y="2"/>
                    <a:pt x="548" y="1"/>
                    <a:pt x="5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76339-D91A-9493-2A62-344CA2E3D813}"/>
              </a:ext>
            </a:extLst>
          </p:cNvPr>
          <p:cNvSpPr>
            <a:spLocks noGrp="1"/>
          </p:cNvSpPr>
          <p:nvPr>
            <p:ph type="title"/>
          </p:nvPr>
        </p:nvSpPr>
        <p:spPr>
          <a:xfrm>
            <a:off x="169873" y="162527"/>
            <a:ext cx="7696500" cy="572700"/>
          </a:xfrm>
        </p:spPr>
        <p:txBody>
          <a:bodyPr/>
          <a:lstStyle/>
          <a:p>
            <a:pPr marL="0" marR="0">
              <a:spcBef>
                <a:spcPts val="1400"/>
              </a:spcBef>
              <a:spcAft>
                <a:spcPts val="600"/>
              </a:spcAft>
            </a:pPr>
            <a:r>
              <a:rPr lang="en-US" sz="2800" dirty="0">
                <a:solidFill>
                  <a:schemeClr val="tx1">
                    <a:lumMod val="50000"/>
                    <a:lumOff val="50000"/>
                  </a:schemeClr>
                </a:solidFill>
              </a:rPr>
              <a:t>Leading</a:t>
            </a:r>
            <a:r>
              <a:rPr lang="en-US" sz="2400" b="1" dirty="0">
                <a:solidFill>
                  <a:srgbClr val="2E75B6"/>
                </a:solidFill>
                <a:effectLst/>
                <a:latin typeface="Arial" panose="020B0604020202020204" pitchFamily="34" charset="0"/>
              </a:rPr>
              <a:t> </a:t>
            </a:r>
            <a:r>
              <a:rPr lang="en-US" sz="2800" dirty="0">
                <a:solidFill>
                  <a:schemeClr val="tx1">
                    <a:lumMod val="50000"/>
                    <a:lumOff val="50000"/>
                  </a:schemeClr>
                </a:solidFill>
              </a:rPr>
              <a:t>Manufacturers</a:t>
            </a:r>
            <a:r>
              <a:rPr lang="en-US" sz="2400" b="1" dirty="0">
                <a:solidFill>
                  <a:srgbClr val="2E75B6"/>
                </a:solidFill>
                <a:effectLst/>
                <a:latin typeface="Arial" panose="020B0604020202020204" pitchFamily="34" charset="0"/>
              </a:rPr>
              <a:t> </a:t>
            </a:r>
            <a:r>
              <a:rPr lang="en-US" sz="2800" dirty="0">
                <a:solidFill>
                  <a:schemeClr val="tx1">
                    <a:lumMod val="50000"/>
                    <a:lumOff val="50000"/>
                  </a:schemeClr>
                </a:solidFill>
              </a:rPr>
              <a:t>MAT Jan 2026</a:t>
            </a:r>
            <a:br>
              <a:rPr lang="en-US" sz="2400" b="1" dirty="0">
                <a:solidFill>
                  <a:srgbClr val="2E75B6"/>
                </a:solidFill>
                <a:effectLst/>
                <a:latin typeface="Arial" panose="020B0604020202020204" pitchFamily="34" charset="0"/>
              </a:rPr>
            </a:br>
            <a:endParaRPr lang="en-US" sz="2400" b="1" dirty="0"/>
          </a:p>
        </p:txBody>
      </p:sp>
      <p:graphicFrame>
        <p:nvGraphicFramePr>
          <p:cNvPr id="4" name="Table 3">
            <a:extLst>
              <a:ext uri="{FF2B5EF4-FFF2-40B4-BE49-F238E27FC236}">
                <a16:creationId xmlns:a16="http://schemas.microsoft.com/office/drawing/2014/main" id="{01AB1997-DCE6-1BA1-0791-F90F0592DFC6}"/>
              </a:ext>
            </a:extLst>
          </p:cNvPr>
          <p:cNvGraphicFramePr>
            <a:graphicFrameLocks noGrp="1"/>
          </p:cNvGraphicFramePr>
          <p:nvPr>
            <p:extLst>
              <p:ext uri="{D42A27DB-BD31-4B8C-83A1-F6EECF244321}">
                <p14:modId xmlns:p14="http://schemas.microsoft.com/office/powerpoint/2010/main" val="981135288"/>
              </p:ext>
            </p:extLst>
          </p:nvPr>
        </p:nvGraphicFramePr>
        <p:xfrm>
          <a:off x="483220" y="1085385"/>
          <a:ext cx="8341112" cy="3243410"/>
        </p:xfrm>
        <a:graphic>
          <a:graphicData uri="http://schemas.openxmlformats.org/drawingml/2006/table">
            <a:tbl>
              <a:tblPr firstRow="1" firstCol="1" bandRow="1"/>
              <a:tblGrid>
                <a:gridCol w="351205">
                  <a:extLst>
                    <a:ext uri="{9D8B030D-6E8A-4147-A177-3AD203B41FA5}">
                      <a16:colId xmlns:a16="http://schemas.microsoft.com/office/drawing/2014/main" val="2028972629"/>
                    </a:ext>
                  </a:extLst>
                </a:gridCol>
                <a:gridCol w="2195030">
                  <a:extLst>
                    <a:ext uri="{9D8B030D-6E8A-4147-A177-3AD203B41FA5}">
                      <a16:colId xmlns:a16="http://schemas.microsoft.com/office/drawing/2014/main" val="2460952116"/>
                    </a:ext>
                  </a:extLst>
                </a:gridCol>
                <a:gridCol w="1229216">
                  <a:extLst>
                    <a:ext uri="{9D8B030D-6E8A-4147-A177-3AD203B41FA5}">
                      <a16:colId xmlns:a16="http://schemas.microsoft.com/office/drawing/2014/main" val="3347493820"/>
                    </a:ext>
                  </a:extLst>
                </a:gridCol>
                <a:gridCol w="1317018">
                  <a:extLst>
                    <a:ext uri="{9D8B030D-6E8A-4147-A177-3AD203B41FA5}">
                      <a16:colId xmlns:a16="http://schemas.microsoft.com/office/drawing/2014/main" val="3971620078"/>
                    </a:ext>
                  </a:extLst>
                </a:gridCol>
                <a:gridCol w="3248643">
                  <a:extLst>
                    <a:ext uri="{9D8B030D-6E8A-4147-A177-3AD203B41FA5}">
                      <a16:colId xmlns:a16="http://schemas.microsoft.com/office/drawing/2014/main" val="3223470123"/>
                    </a:ext>
                  </a:extLst>
                </a:gridCol>
              </a:tblGrid>
              <a:tr h="255320">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dirty="0">
                          <a:solidFill>
                            <a:srgbClr val="FFFFFF"/>
                          </a:solidFill>
                          <a:effectLst/>
                          <a:latin typeface="Arial" panose="020B0604020202020204" pitchFamily="34" charset="0"/>
                          <a:ea typeface="Arial" panose="020B0604020202020204" pitchFamily="34" charset="0"/>
                        </a:rPr>
                        <a:t>Manufacturer</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MAT 2026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YoY 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Profile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2266671190"/>
                  </a:ext>
                </a:extLst>
              </a:tr>
              <a:tr h="370355">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AUG PHARMA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5.49B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+51.6%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Domestic leader — Vitamins + Gastrointestinal focus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053302269"/>
                  </a:ext>
                </a:extLst>
              </a:tr>
              <a:tr h="227263">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MARCYRL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4.51B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+35.5%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Strong domestic, Cardiovascular &amp; Metabolic</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769371989"/>
                  </a:ext>
                </a:extLst>
              </a:tr>
              <a:tr h="370355">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APEX PHARMA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4.11B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+7.2%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Established local — dangerously below market 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129191840"/>
                  </a:ext>
                </a:extLst>
              </a:tr>
              <a:tr h="227263">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AMOUN PHARM CO</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3.86B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+28.1%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Second-tier domestic, broad portfolio</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456926838"/>
                  </a:ext>
                </a:extLst>
              </a:tr>
              <a:tr h="227263">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EVA PHARMA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3.50B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+22.2%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Local innovator + Limitless JV in vitamins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445812639"/>
                  </a:ext>
                </a:extLst>
              </a:tr>
              <a:tr h="227263">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NOVARTIS PH. EGYPT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3.46B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+7.7%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MNC local mfr — losing ground rapidly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94698035"/>
                  </a:ext>
                </a:extLst>
              </a:tr>
              <a:tr h="370355">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ZETA PHARM</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2.17B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+90.2%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Fast-rising specialist — Diabetes combos (Empacoza)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770597410"/>
                  </a:ext>
                </a:extLst>
              </a:tr>
              <a:tr h="227263">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COPAD</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2.15B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E5C2A"/>
                          </a:solidFill>
                          <a:effectLst/>
                          <a:latin typeface="Arial" panose="020B0604020202020204" pitchFamily="34" charset="0"/>
                          <a:ea typeface="Arial" panose="020B0604020202020204" pitchFamily="34" charset="0"/>
                        </a:rPr>
                        <a:t>+51.5%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Agile domestic — multisector growing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556180410"/>
                  </a:ext>
                </a:extLst>
              </a:tr>
              <a:tr h="370355">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ELI LILLY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2.09B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+484.2%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MOUNJARO manufacturer — one product transformed ranking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088579097"/>
                  </a:ext>
                </a:extLst>
              </a:tr>
              <a:tr h="370355">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NOVO NORDISK</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1.87B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+32.9%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Insulin + GLP-1 specialist — in-line with market</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547660209"/>
                  </a:ext>
                </a:extLst>
              </a:tr>
            </a:tbl>
          </a:graphicData>
        </a:graphic>
      </p:graphicFrame>
    </p:spTree>
    <p:extLst>
      <p:ext uri="{BB962C8B-B14F-4D97-AF65-F5344CB8AC3E}">
        <p14:creationId xmlns:p14="http://schemas.microsoft.com/office/powerpoint/2010/main" val="36086366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1058325" y="2105655"/>
            <a:ext cx="3984000" cy="114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Geographic Insights</a:t>
            </a:r>
            <a:endParaRPr dirty="0"/>
          </a:p>
        </p:txBody>
      </p:sp>
      <p:sp>
        <p:nvSpPr>
          <p:cNvPr id="632" name="Google Shape;632;p35"/>
          <p:cNvSpPr txBox="1">
            <a:spLocks noGrp="1"/>
          </p:cNvSpPr>
          <p:nvPr>
            <p:ph type="subTitle" idx="1"/>
          </p:nvPr>
        </p:nvSpPr>
        <p:spPr>
          <a:xfrm>
            <a:off x="1132753" y="3307719"/>
            <a:ext cx="3597394"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770"/>
              <a:buFont typeface="Arial"/>
              <a:buNone/>
            </a:pPr>
            <a:r>
              <a:rPr lang="en" dirty="0"/>
              <a:t>Regional Performance | Governorate Opportunity Tiers | Upper Egypt Opportunity</a:t>
            </a:r>
            <a:endParaRPr dirty="0"/>
          </a:p>
        </p:txBody>
      </p:sp>
      <p:grpSp>
        <p:nvGrpSpPr>
          <p:cNvPr id="634" name="Google Shape;634;p35"/>
          <p:cNvGrpSpPr/>
          <p:nvPr/>
        </p:nvGrpSpPr>
        <p:grpSpPr>
          <a:xfrm>
            <a:off x="5461950" y="522238"/>
            <a:ext cx="2250830" cy="3661147"/>
            <a:chOff x="5401837" y="470183"/>
            <a:chExt cx="2068777" cy="3107670"/>
          </a:xfrm>
        </p:grpSpPr>
        <p:sp>
          <p:nvSpPr>
            <p:cNvPr id="635" name="Google Shape;635;p35"/>
            <p:cNvSpPr/>
            <p:nvPr/>
          </p:nvSpPr>
          <p:spPr>
            <a:xfrm>
              <a:off x="5434958" y="504094"/>
              <a:ext cx="2024567" cy="3020998"/>
            </a:xfrm>
            <a:custGeom>
              <a:avLst/>
              <a:gdLst/>
              <a:ahLst/>
              <a:cxnLst/>
              <a:rect l="l" t="t" r="r" b="b"/>
              <a:pathLst>
                <a:path w="26835" h="46950" extrusionOk="0">
                  <a:moveTo>
                    <a:pt x="1" y="0"/>
                  </a:moveTo>
                  <a:lnTo>
                    <a:pt x="1" y="46949"/>
                  </a:lnTo>
                  <a:lnTo>
                    <a:pt x="26835" y="46949"/>
                  </a:lnTo>
                  <a:lnTo>
                    <a:pt x="26835" y="0"/>
                  </a:lnTo>
                  <a:close/>
                </a:path>
              </a:pathLst>
            </a:custGeom>
            <a:solidFill>
              <a:srgbClr val="FFFFFF">
                <a:alpha val="622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5"/>
            <p:cNvSpPr/>
            <p:nvPr/>
          </p:nvSpPr>
          <p:spPr>
            <a:xfrm>
              <a:off x="5401837" y="470183"/>
              <a:ext cx="2068777" cy="3107670"/>
            </a:xfrm>
            <a:custGeom>
              <a:avLst/>
              <a:gdLst/>
              <a:ahLst/>
              <a:cxnLst/>
              <a:rect l="l" t="t" r="r" b="b"/>
              <a:pathLst>
                <a:path w="27421" h="48297" extrusionOk="0">
                  <a:moveTo>
                    <a:pt x="13381" y="11800"/>
                  </a:moveTo>
                  <a:lnTo>
                    <a:pt x="13381" y="24009"/>
                  </a:lnTo>
                  <a:lnTo>
                    <a:pt x="6369" y="24009"/>
                  </a:lnTo>
                  <a:lnTo>
                    <a:pt x="6369" y="11800"/>
                  </a:lnTo>
                  <a:close/>
                  <a:moveTo>
                    <a:pt x="20891" y="11829"/>
                  </a:moveTo>
                  <a:lnTo>
                    <a:pt x="20891" y="24009"/>
                  </a:lnTo>
                  <a:lnTo>
                    <a:pt x="14245" y="24009"/>
                  </a:lnTo>
                  <a:lnTo>
                    <a:pt x="14245" y="11829"/>
                  </a:lnTo>
                  <a:close/>
                  <a:moveTo>
                    <a:pt x="13381" y="24858"/>
                  </a:moveTo>
                  <a:lnTo>
                    <a:pt x="13381" y="36643"/>
                  </a:lnTo>
                  <a:lnTo>
                    <a:pt x="6369" y="36643"/>
                  </a:lnTo>
                  <a:lnTo>
                    <a:pt x="6369" y="24858"/>
                  </a:lnTo>
                  <a:close/>
                  <a:moveTo>
                    <a:pt x="20891" y="24858"/>
                  </a:moveTo>
                  <a:lnTo>
                    <a:pt x="20891" y="36643"/>
                  </a:lnTo>
                  <a:lnTo>
                    <a:pt x="14245" y="36643"/>
                  </a:lnTo>
                  <a:lnTo>
                    <a:pt x="14245" y="24858"/>
                  </a:lnTo>
                  <a:close/>
                  <a:moveTo>
                    <a:pt x="13381" y="0"/>
                  </a:moveTo>
                  <a:lnTo>
                    <a:pt x="13381" y="11580"/>
                  </a:lnTo>
                  <a:lnTo>
                    <a:pt x="6369" y="11580"/>
                  </a:lnTo>
                  <a:lnTo>
                    <a:pt x="6369" y="776"/>
                  </a:lnTo>
                  <a:lnTo>
                    <a:pt x="6134" y="776"/>
                  </a:lnTo>
                  <a:lnTo>
                    <a:pt x="6134" y="11580"/>
                  </a:lnTo>
                  <a:lnTo>
                    <a:pt x="0" y="11580"/>
                  </a:lnTo>
                  <a:lnTo>
                    <a:pt x="0" y="11800"/>
                  </a:lnTo>
                  <a:lnTo>
                    <a:pt x="6134" y="11800"/>
                  </a:lnTo>
                  <a:lnTo>
                    <a:pt x="6134" y="24009"/>
                  </a:lnTo>
                  <a:lnTo>
                    <a:pt x="0" y="24009"/>
                  </a:lnTo>
                  <a:lnTo>
                    <a:pt x="0" y="24873"/>
                  </a:lnTo>
                  <a:lnTo>
                    <a:pt x="6134" y="24873"/>
                  </a:lnTo>
                  <a:lnTo>
                    <a:pt x="6134" y="36643"/>
                  </a:lnTo>
                  <a:lnTo>
                    <a:pt x="0" y="36643"/>
                  </a:lnTo>
                  <a:lnTo>
                    <a:pt x="0" y="36863"/>
                  </a:lnTo>
                  <a:lnTo>
                    <a:pt x="6134" y="36863"/>
                  </a:lnTo>
                  <a:lnTo>
                    <a:pt x="6134" y="48296"/>
                  </a:lnTo>
                  <a:lnTo>
                    <a:pt x="6369" y="48296"/>
                  </a:lnTo>
                  <a:lnTo>
                    <a:pt x="6369" y="36863"/>
                  </a:lnTo>
                  <a:lnTo>
                    <a:pt x="13381" y="36863"/>
                  </a:lnTo>
                  <a:lnTo>
                    <a:pt x="13381" y="47520"/>
                  </a:lnTo>
                  <a:lnTo>
                    <a:pt x="14245" y="47520"/>
                  </a:lnTo>
                  <a:lnTo>
                    <a:pt x="14245" y="36863"/>
                  </a:lnTo>
                  <a:lnTo>
                    <a:pt x="20891" y="36863"/>
                  </a:lnTo>
                  <a:lnTo>
                    <a:pt x="20891" y="48296"/>
                  </a:lnTo>
                  <a:lnTo>
                    <a:pt x="21125" y="48296"/>
                  </a:lnTo>
                  <a:lnTo>
                    <a:pt x="21125" y="36863"/>
                  </a:lnTo>
                  <a:lnTo>
                    <a:pt x="27420" y="36863"/>
                  </a:lnTo>
                  <a:lnTo>
                    <a:pt x="27420" y="36643"/>
                  </a:lnTo>
                  <a:lnTo>
                    <a:pt x="21125" y="36643"/>
                  </a:lnTo>
                  <a:lnTo>
                    <a:pt x="21125" y="24858"/>
                  </a:lnTo>
                  <a:lnTo>
                    <a:pt x="27420" y="24858"/>
                  </a:lnTo>
                  <a:lnTo>
                    <a:pt x="27420" y="24009"/>
                  </a:lnTo>
                  <a:lnTo>
                    <a:pt x="21125" y="24009"/>
                  </a:lnTo>
                  <a:lnTo>
                    <a:pt x="21125" y="11829"/>
                  </a:lnTo>
                  <a:lnTo>
                    <a:pt x="27420" y="11829"/>
                  </a:lnTo>
                  <a:lnTo>
                    <a:pt x="27420" y="11800"/>
                  </a:lnTo>
                  <a:lnTo>
                    <a:pt x="27420" y="11580"/>
                  </a:lnTo>
                  <a:lnTo>
                    <a:pt x="21125" y="11580"/>
                  </a:lnTo>
                  <a:lnTo>
                    <a:pt x="21125" y="776"/>
                  </a:lnTo>
                  <a:lnTo>
                    <a:pt x="20891" y="776"/>
                  </a:lnTo>
                  <a:lnTo>
                    <a:pt x="20891" y="11580"/>
                  </a:lnTo>
                  <a:lnTo>
                    <a:pt x="14245" y="11580"/>
                  </a:lnTo>
                  <a:lnTo>
                    <a:pt x="1424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5"/>
          <p:cNvGrpSpPr/>
          <p:nvPr/>
        </p:nvGrpSpPr>
        <p:grpSpPr>
          <a:xfrm>
            <a:off x="5378976" y="1196470"/>
            <a:ext cx="2416767" cy="3688689"/>
            <a:chOff x="8936226" y="1196470"/>
            <a:chExt cx="2416767" cy="3688689"/>
          </a:xfrm>
        </p:grpSpPr>
        <p:sp>
          <p:nvSpPr>
            <p:cNvPr id="641" name="Google Shape;641;p35"/>
            <p:cNvSpPr/>
            <p:nvPr/>
          </p:nvSpPr>
          <p:spPr>
            <a:xfrm flipH="1">
              <a:off x="9621961" y="1803301"/>
              <a:ext cx="785363" cy="776526"/>
            </a:xfrm>
            <a:custGeom>
              <a:avLst/>
              <a:gdLst/>
              <a:ahLst/>
              <a:cxnLst/>
              <a:rect l="l" t="t" r="r" b="b"/>
              <a:pathLst>
                <a:path w="10043" h="9930" extrusionOk="0">
                  <a:moveTo>
                    <a:pt x="8464" y="0"/>
                  </a:moveTo>
                  <a:cubicBezTo>
                    <a:pt x="8007" y="0"/>
                    <a:pt x="7162" y="139"/>
                    <a:pt x="6427" y="1025"/>
                  </a:cubicBezTo>
                  <a:cubicBezTo>
                    <a:pt x="5358" y="2298"/>
                    <a:pt x="2430" y="5651"/>
                    <a:pt x="2167" y="6031"/>
                  </a:cubicBezTo>
                  <a:cubicBezTo>
                    <a:pt x="1918" y="6412"/>
                    <a:pt x="0" y="9149"/>
                    <a:pt x="1318" y="9852"/>
                  </a:cubicBezTo>
                  <a:cubicBezTo>
                    <a:pt x="1417" y="9905"/>
                    <a:pt x="1531" y="9930"/>
                    <a:pt x="1655" y="9930"/>
                  </a:cubicBezTo>
                  <a:cubicBezTo>
                    <a:pt x="3168" y="9930"/>
                    <a:pt x="6295" y="6265"/>
                    <a:pt x="6295" y="6265"/>
                  </a:cubicBezTo>
                  <a:lnTo>
                    <a:pt x="9809" y="1918"/>
                  </a:lnTo>
                  <a:cubicBezTo>
                    <a:pt x="9955" y="1727"/>
                    <a:pt x="10043" y="1493"/>
                    <a:pt x="10043" y="1259"/>
                  </a:cubicBezTo>
                  <a:cubicBezTo>
                    <a:pt x="10043" y="1039"/>
                    <a:pt x="9955" y="790"/>
                    <a:pt x="9677" y="615"/>
                  </a:cubicBezTo>
                  <a:cubicBezTo>
                    <a:pt x="9208" y="307"/>
                    <a:pt x="8798" y="29"/>
                    <a:pt x="8798" y="29"/>
                  </a:cubicBezTo>
                  <a:cubicBezTo>
                    <a:pt x="8798" y="29"/>
                    <a:pt x="8671" y="0"/>
                    <a:pt x="8464"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5"/>
            <p:cNvSpPr/>
            <p:nvPr/>
          </p:nvSpPr>
          <p:spPr>
            <a:xfrm flipH="1">
              <a:off x="9719244" y="1815813"/>
              <a:ext cx="99705" cy="194327"/>
            </a:xfrm>
            <a:custGeom>
              <a:avLst/>
              <a:gdLst/>
              <a:ahLst/>
              <a:cxnLst/>
              <a:rect l="l" t="t" r="r" b="b"/>
              <a:pathLst>
                <a:path w="1275" h="2485" extrusionOk="0">
                  <a:moveTo>
                    <a:pt x="1245" y="1"/>
                  </a:moveTo>
                  <a:cubicBezTo>
                    <a:pt x="1245" y="1"/>
                    <a:pt x="1216" y="74"/>
                    <a:pt x="1245" y="206"/>
                  </a:cubicBezTo>
                  <a:cubicBezTo>
                    <a:pt x="1245" y="323"/>
                    <a:pt x="1216" y="513"/>
                    <a:pt x="1216" y="733"/>
                  </a:cubicBezTo>
                  <a:cubicBezTo>
                    <a:pt x="1216" y="967"/>
                    <a:pt x="1201" y="1230"/>
                    <a:pt x="1201" y="1523"/>
                  </a:cubicBezTo>
                  <a:lnTo>
                    <a:pt x="1201" y="1977"/>
                  </a:lnTo>
                  <a:cubicBezTo>
                    <a:pt x="1187" y="2124"/>
                    <a:pt x="1143" y="2299"/>
                    <a:pt x="1026" y="2358"/>
                  </a:cubicBezTo>
                  <a:cubicBezTo>
                    <a:pt x="988" y="2378"/>
                    <a:pt x="949" y="2387"/>
                    <a:pt x="909" y="2387"/>
                  </a:cubicBezTo>
                  <a:cubicBezTo>
                    <a:pt x="808" y="2387"/>
                    <a:pt x="704" y="2329"/>
                    <a:pt x="630" y="2255"/>
                  </a:cubicBezTo>
                  <a:cubicBezTo>
                    <a:pt x="542" y="2138"/>
                    <a:pt x="484" y="1992"/>
                    <a:pt x="455" y="1845"/>
                  </a:cubicBezTo>
                  <a:cubicBezTo>
                    <a:pt x="381" y="1567"/>
                    <a:pt x="367" y="1304"/>
                    <a:pt x="308" y="1084"/>
                  </a:cubicBezTo>
                  <a:cubicBezTo>
                    <a:pt x="250" y="865"/>
                    <a:pt x="191" y="689"/>
                    <a:pt x="118" y="586"/>
                  </a:cubicBezTo>
                  <a:cubicBezTo>
                    <a:pt x="89" y="528"/>
                    <a:pt x="45" y="499"/>
                    <a:pt x="30" y="469"/>
                  </a:cubicBezTo>
                  <a:lnTo>
                    <a:pt x="1" y="440"/>
                  </a:lnTo>
                  <a:lnTo>
                    <a:pt x="1" y="440"/>
                  </a:lnTo>
                  <a:cubicBezTo>
                    <a:pt x="1" y="440"/>
                    <a:pt x="30" y="499"/>
                    <a:pt x="89" y="601"/>
                  </a:cubicBezTo>
                  <a:cubicBezTo>
                    <a:pt x="133" y="718"/>
                    <a:pt x="191" y="879"/>
                    <a:pt x="235" y="1099"/>
                  </a:cubicBezTo>
                  <a:cubicBezTo>
                    <a:pt x="264" y="1318"/>
                    <a:pt x="294" y="1567"/>
                    <a:pt x="367" y="1860"/>
                  </a:cubicBezTo>
                  <a:cubicBezTo>
                    <a:pt x="396" y="2006"/>
                    <a:pt x="455" y="2182"/>
                    <a:pt x="557" y="2299"/>
                  </a:cubicBezTo>
                  <a:cubicBezTo>
                    <a:pt x="643" y="2396"/>
                    <a:pt x="776" y="2485"/>
                    <a:pt x="910" y="2485"/>
                  </a:cubicBezTo>
                  <a:cubicBezTo>
                    <a:pt x="959" y="2485"/>
                    <a:pt x="1008" y="2473"/>
                    <a:pt x="1055" y="2446"/>
                  </a:cubicBezTo>
                  <a:cubicBezTo>
                    <a:pt x="1143" y="2402"/>
                    <a:pt x="1201" y="2328"/>
                    <a:pt x="1245" y="2226"/>
                  </a:cubicBezTo>
                  <a:cubicBezTo>
                    <a:pt x="1260" y="2138"/>
                    <a:pt x="1274" y="2050"/>
                    <a:pt x="1274" y="1977"/>
                  </a:cubicBezTo>
                  <a:lnTo>
                    <a:pt x="1274" y="1523"/>
                  </a:lnTo>
                  <a:lnTo>
                    <a:pt x="1274" y="733"/>
                  </a:lnTo>
                  <a:cubicBezTo>
                    <a:pt x="1260" y="513"/>
                    <a:pt x="1260" y="323"/>
                    <a:pt x="1260" y="206"/>
                  </a:cubicBezTo>
                  <a:cubicBezTo>
                    <a:pt x="1260" y="74"/>
                    <a:pt x="1245" y="1"/>
                    <a:pt x="1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5"/>
            <p:cNvSpPr/>
            <p:nvPr/>
          </p:nvSpPr>
          <p:spPr>
            <a:xfrm flipH="1">
              <a:off x="9672324" y="1848891"/>
              <a:ext cx="55053" cy="118317"/>
            </a:xfrm>
            <a:custGeom>
              <a:avLst/>
              <a:gdLst/>
              <a:ahLst/>
              <a:cxnLst/>
              <a:rect l="l" t="t" r="r" b="b"/>
              <a:pathLst>
                <a:path w="704" h="1513" extrusionOk="0">
                  <a:moveTo>
                    <a:pt x="685" y="1"/>
                  </a:moveTo>
                  <a:cubicBezTo>
                    <a:pt x="652" y="1"/>
                    <a:pt x="550" y="354"/>
                    <a:pt x="367" y="749"/>
                  </a:cubicBezTo>
                  <a:cubicBezTo>
                    <a:pt x="177" y="1188"/>
                    <a:pt x="1" y="1496"/>
                    <a:pt x="16" y="1510"/>
                  </a:cubicBezTo>
                  <a:cubicBezTo>
                    <a:pt x="16" y="1512"/>
                    <a:pt x="17" y="1512"/>
                    <a:pt x="19" y="1512"/>
                  </a:cubicBezTo>
                  <a:cubicBezTo>
                    <a:pt x="52" y="1512"/>
                    <a:pt x="273" y="1226"/>
                    <a:pt x="455" y="807"/>
                  </a:cubicBezTo>
                  <a:cubicBezTo>
                    <a:pt x="660" y="383"/>
                    <a:pt x="704" y="2"/>
                    <a:pt x="689" y="2"/>
                  </a:cubicBezTo>
                  <a:cubicBezTo>
                    <a:pt x="688" y="1"/>
                    <a:pt x="687" y="1"/>
                    <a:pt x="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5"/>
            <p:cNvSpPr/>
            <p:nvPr/>
          </p:nvSpPr>
          <p:spPr>
            <a:xfrm flipH="1">
              <a:off x="9618523" y="1885645"/>
              <a:ext cx="105414" cy="98297"/>
            </a:xfrm>
            <a:custGeom>
              <a:avLst/>
              <a:gdLst/>
              <a:ahLst/>
              <a:cxnLst/>
              <a:rect l="l" t="t" r="r" b="b"/>
              <a:pathLst>
                <a:path w="1348" h="1257" extrusionOk="0">
                  <a:moveTo>
                    <a:pt x="1317" y="0"/>
                  </a:moveTo>
                  <a:cubicBezTo>
                    <a:pt x="1293" y="0"/>
                    <a:pt x="1004" y="376"/>
                    <a:pt x="660" y="835"/>
                  </a:cubicBezTo>
                  <a:cubicBezTo>
                    <a:pt x="586" y="952"/>
                    <a:pt x="499" y="1084"/>
                    <a:pt x="411" y="1128"/>
                  </a:cubicBezTo>
                  <a:cubicBezTo>
                    <a:pt x="358" y="1163"/>
                    <a:pt x="294" y="1183"/>
                    <a:pt x="235" y="1183"/>
                  </a:cubicBezTo>
                  <a:cubicBezTo>
                    <a:pt x="197" y="1183"/>
                    <a:pt x="162" y="1175"/>
                    <a:pt x="133" y="1157"/>
                  </a:cubicBezTo>
                  <a:cubicBezTo>
                    <a:pt x="74" y="1113"/>
                    <a:pt x="59" y="1026"/>
                    <a:pt x="74" y="982"/>
                  </a:cubicBezTo>
                  <a:cubicBezTo>
                    <a:pt x="103" y="938"/>
                    <a:pt x="118" y="908"/>
                    <a:pt x="118" y="908"/>
                  </a:cubicBezTo>
                  <a:lnTo>
                    <a:pt x="118" y="908"/>
                  </a:lnTo>
                  <a:cubicBezTo>
                    <a:pt x="118" y="908"/>
                    <a:pt x="74" y="908"/>
                    <a:pt x="45" y="967"/>
                  </a:cubicBezTo>
                  <a:cubicBezTo>
                    <a:pt x="30" y="1026"/>
                    <a:pt x="1" y="1113"/>
                    <a:pt x="103" y="1201"/>
                  </a:cubicBezTo>
                  <a:cubicBezTo>
                    <a:pt x="147" y="1238"/>
                    <a:pt x="206" y="1256"/>
                    <a:pt x="270" y="1256"/>
                  </a:cubicBezTo>
                  <a:cubicBezTo>
                    <a:pt x="334" y="1256"/>
                    <a:pt x="403" y="1238"/>
                    <a:pt x="469" y="1201"/>
                  </a:cubicBezTo>
                  <a:cubicBezTo>
                    <a:pt x="586" y="1143"/>
                    <a:pt x="660" y="1011"/>
                    <a:pt x="762" y="894"/>
                  </a:cubicBezTo>
                  <a:cubicBezTo>
                    <a:pt x="1084" y="425"/>
                    <a:pt x="1348" y="15"/>
                    <a:pt x="1318" y="1"/>
                  </a:cubicBezTo>
                  <a:cubicBezTo>
                    <a:pt x="1318" y="1"/>
                    <a:pt x="1318" y="0"/>
                    <a:pt x="13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5"/>
            <p:cNvSpPr/>
            <p:nvPr/>
          </p:nvSpPr>
          <p:spPr>
            <a:xfrm flipH="1">
              <a:off x="9793768" y="1895889"/>
              <a:ext cx="73273" cy="143419"/>
            </a:xfrm>
            <a:custGeom>
              <a:avLst/>
              <a:gdLst/>
              <a:ahLst/>
              <a:cxnLst/>
              <a:rect l="l" t="t" r="r" b="b"/>
              <a:pathLst>
                <a:path w="937" h="1834" extrusionOk="0">
                  <a:moveTo>
                    <a:pt x="922" y="1"/>
                  </a:moveTo>
                  <a:cubicBezTo>
                    <a:pt x="902" y="1"/>
                    <a:pt x="622" y="174"/>
                    <a:pt x="247" y="427"/>
                  </a:cubicBezTo>
                  <a:lnTo>
                    <a:pt x="247" y="427"/>
                  </a:lnTo>
                  <a:cubicBezTo>
                    <a:pt x="227" y="433"/>
                    <a:pt x="209" y="442"/>
                    <a:pt x="191" y="455"/>
                  </a:cubicBezTo>
                  <a:lnTo>
                    <a:pt x="250" y="529"/>
                  </a:lnTo>
                  <a:cubicBezTo>
                    <a:pt x="253" y="526"/>
                    <a:pt x="256" y="524"/>
                    <a:pt x="259" y="522"/>
                  </a:cubicBezTo>
                  <a:lnTo>
                    <a:pt x="259" y="522"/>
                  </a:lnTo>
                  <a:lnTo>
                    <a:pt x="264" y="529"/>
                  </a:lnTo>
                  <a:cubicBezTo>
                    <a:pt x="277" y="522"/>
                    <a:pt x="294" y="519"/>
                    <a:pt x="314" y="519"/>
                  </a:cubicBezTo>
                  <a:cubicBezTo>
                    <a:pt x="342" y="519"/>
                    <a:pt x="377" y="526"/>
                    <a:pt x="411" y="543"/>
                  </a:cubicBezTo>
                  <a:cubicBezTo>
                    <a:pt x="440" y="587"/>
                    <a:pt x="484" y="646"/>
                    <a:pt x="499" y="719"/>
                  </a:cubicBezTo>
                  <a:cubicBezTo>
                    <a:pt x="557" y="1056"/>
                    <a:pt x="411" y="1378"/>
                    <a:pt x="279" y="1553"/>
                  </a:cubicBezTo>
                  <a:cubicBezTo>
                    <a:pt x="133" y="1744"/>
                    <a:pt x="1" y="1817"/>
                    <a:pt x="30" y="1831"/>
                  </a:cubicBezTo>
                  <a:cubicBezTo>
                    <a:pt x="30" y="1833"/>
                    <a:pt x="31" y="1833"/>
                    <a:pt x="33" y="1833"/>
                  </a:cubicBezTo>
                  <a:cubicBezTo>
                    <a:pt x="54" y="1833"/>
                    <a:pt x="190" y="1756"/>
                    <a:pt x="338" y="1568"/>
                  </a:cubicBezTo>
                  <a:cubicBezTo>
                    <a:pt x="499" y="1392"/>
                    <a:pt x="645" y="1056"/>
                    <a:pt x="587" y="675"/>
                  </a:cubicBezTo>
                  <a:cubicBezTo>
                    <a:pt x="572" y="602"/>
                    <a:pt x="513" y="514"/>
                    <a:pt x="440" y="455"/>
                  </a:cubicBezTo>
                  <a:cubicBezTo>
                    <a:pt x="421" y="448"/>
                    <a:pt x="400" y="440"/>
                    <a:pt x="377" y="434"/>
                  </a:cubicBezTo>
                  <a:lnTo>
                    <a:pt x="377" y="434"/>
                  </a:lnTo>
                  <a:cubicBezTo>
                    <a:pt x="706" y="190"/>
                    <a:pt x="936" y="15"/>
                    <a:pt x="923" y="2"/>
                  </a:cubicBezTo>
                  <a:cubicBezTo>
                    <a:pt x="923" y="1"/>
                    <a:pt x="923" y="1"/>
                    <a:pt x="9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5"/>
            <p:cNvSpPr/>
            <p:nvPr/>
          </p:nvSpPr>
          <p:spPr>
            <a:xfrm flipH="1">
              <a:off x="10646536" y="2905683"/>
              <a:ext cx="213017" cy="1979477"/>
            </a:xfrm>
            <a:custGeom>
              <a:avLst/>
              <a:gdLst/>
              <a:ahLst/>
              <a:cxnLst/>
              <a:rect l="l" t="t" r="r" b="b"/>
              <a:pathLst>
                <a:path w="2724" h="25313" extrusionOk="0">
                  <a:moveTo>
                    <a:pt x="2723" y="1"/>
                  </a:moveTo>
                  <a:lnTo>
                    <a:pt x="1860" y="249"/>
                  </a:lnTo>
                  <a:lnTo>
                    <a:pt x="1" y="25312"/>
                  </a:lnTo>
                  <a:lnTo>
                    <a:pt x="528" y="25312"/>
                  </a:lnTo>
                  <a:lnTo>
                    <a:pt x="27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5"/>
            <p:cNvSpPr/>
            <p:nvPr/>
          </p:nvSpPr>
          <p:spPr>
            <a:xfrm flipH="1">
              <a:off x="10276727" y="2783222"/>
              <a:ext cx="873572" cy="115658"/>
            </a:xfrm>
            <a:custGeom>
              <a:avLst/>
              <a:gdLst/>
              <a:ahLst/>
              <a:cxnLst/>
              <a:rect l="l" t="t" r="r" b="b"/>
              <a:pathLst>
                <a:path w="11171" h="1479" extrusionOk="0">
                  <a:moveTo>
                    <a:pt x="4655" y="0"/>
                  </a:moveTo>
                  <a:cubicBezTo>
                    <a:pt x="0" y="0"/>
                    <a:pt x="220" y="1479"/>
                    <a:pt x="220" y="1479"/>
                  </a:cubicBezTo>
                  <a:lnTo>
                    <a:pt x="10950" y="1479"/>
                  </a:lnTo>
                  <a:cubicBezTo>
                    <a:pt x="11170" y="308"/>
                    <a:pt x="9282" y="0"/>
                    <a:pt x="46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5"/>
            <p:cNvSpPr/>
            <p:nvPr/>
          </p:nvSpPr>
          <p:spPr>
            <a:xfrm flipH="1">
              <a:off x="10293931" y="2887384"/>
              <a:ext cx="839242" cy="37849"/>
            </a:xfrm>
            <a:custGeom>
              <a:avLst/>
              <a:gdLst/>
              <a:ahLst/>
              <a:cxnLst/>
              <a:rect l="l" t="t" r="r" b="b"/>
              <a:pathLst>
                <a:path w="10732" h="484" extrusionOk="0">
                  <a:moveTo>
                    <a:pt x="1" y="0"/>
                  </a:moveTo>
                  <a:lnTo>
                    <a:pt x="1" y="483"/>
                  </a:lnTo>
                  <a:lnTo>
                    <a:pt x="10731" y="483"/>
                  </a:lnTo>
                  <a:lnTo>
                    <a:pt x="10731" y="14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5"/>
            <p:cNvSpPr/>
            <p:nvPr/>
          </p:nvSpPr>
          <p:spPr>
            <a:xfrm flipH="1">
              <a:off x="10351175" y="2925155"/>
              <a:ext cx="269086" cy="1949682"/>
            </a:xfrm>
            <a:custGeom>
              <a:avLst/>
              <a:gdLst/>
              <a:ahLst/>
              <a:cxnLst/>
              <a:rect l="l" t="t" r="r" b="b"/>
              <a:pathLst>
                <a:path w="3441" h="24932" extrusionOk="0">
                  <a:moveTo>
                    <a:pt x="0" y="0"/>
                  </a:moveTo>
                  <a:lnTo>
                    <a:pt x="3074" y="24932"/>
                  </a:lnTo>
                  <a:lnTo>
                    <a:pt x="3440" y="24932"/>
                  </a:lnTo>
                  <a:lnTo>
                    <a:pt x="922" y="0"/>
                  </a:lnTo>
                  <a:close/>
                </a:path>
              </a:pathLst>
            </a:custGeom>
            <a:solidFill>
              <a:srgbClr val="7C4C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5"/>
            <p:cNvSpPr/>
            <p:nvPr/>
          </p:nvSpPr>
          <p:spPr>
            <a:xfrm flipH="1">
              <a:off x="10795349" y="2905683"/>
              <a:ext cx="557644" cy="1969154"/>
            </a:xfrm>
            <a:custGeom>
              <a:avLst/>
              <a:gdLst/>
              <a:ahLst/>
              <a:cxnLst/>
              <a:rect l="l" t="t" r="r" b="b"/>
              <a:pathLst>
                <a:path w="7131" h="25181" extrusionOk="0">
                  <a:moveTo>
                    <a:pt x="6237" y="1"/>
                  </a:moveTo>
                  <a:lnTo>
                    <a:pt x="1" y="25181"/>
                  </a:lnTo>
                  <a:lnTo>
                    <a:pt x="411" y="25181"/>
                  </a:lnTo>
                  <a:lnTo>
                    <a:pt x="7130" y="249"/>
                  </a:lnTo>
                  <a:lnTo>
                    <a:pt x="623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5"/>
            <p:cNvSpPr/>
            <p:nvPr/>
          </p:nvSpPr>
          <p:spPr>
            <a:xfrm flipH="1">
              <a:off x="10522901" y="3686429"/>
              <a:ext cx="488906" cy="36754"/>
            </a:xfrm>
            <a:custGeom>
              <a:avLst/>
              <a:gdLst/>
              <a:ahLst/>
              <a:cxnLst/>
              <a:rect l="l" t="t" r="r" b="b"/>
              <a:pathLst>
                <a:path w="6252" h="470" extrusionOk="0">
                  <a:moveTo>
                    <a:pt x="6193" y="1"/>
                  </a:moveTo>
                  <a:lnTo>
                    <a:pt x="0" y="147"/>
                  </a:lnTo>
                  <a:lnTo>
                    <a:pt x="0" y="469"/>
                  </a:lnTo>
                  <a:lnTo>
                    <a:pt x="6252" y="337"/>
                  </a:lnTo>
                  <a:lnTo>
                    <a:pt x="61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5"/>
            <p:cNvSpPr/>
            <p:nvPr/>
          </p:nvSpPr>
          <p:spPr>
            <a:xfrm flipH="1">
              <a:off x="10395825" y="4683555"/>
              <a:ext cx="880454" cy="67643"/>
            </a:xfrm>
            <a:custGeom>
              <a:avLst/>
              <a:gdLst/>
              <a:ahLst/>
              <a:cxnLst/>
              <a:rect l="l" t="t" r="r" b="b"/>
              <a:pathLst>
                <a:path w="11259" h="865" extrusionOk="0">
                  <a:moveTo>
                    <a:pt x="89" y="1"/>
                  </a:moveTo>
                  <a:lnTo>
                    <a:pt x="1" y="308"/>
                  </a:lnTo>
                  <a:lnTo>
                    <a:pt x="11259" y="864"/>
                  </a:lnTo>
                  <a:lnTo>
                    <a:pt x="11259" y="425"/>
                  </a:lnTo>
                  <a:lnTo>
                    <a:pt x="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5"/>
            <p:cNvSpPr/>
            <p:nvPr/>
          </p:nvSpPr>
          <p:spPr>
            <a:xfrm flipH="1">
              <a:off x="9784540" y="4225617"/>
              <a:ext cx="296534" cy="435183"/>
            </a:xfrm>
            <a:custGeom>
              <a:avLst/>
              <a:gdLst/>
              <a:ahLst/>
              <a:cxnLst/>
              <a:rect l="l" t="t" r="r" b="b"/>
              <a:pathLst>
                <a:path w="3792" h="5565" extrusionOk="0">
                  <a:moveTo>
                    <a:pt x="937" y="1"/>
                  </a:moveTo>
                  <a:lnTo>
                    <a:pt x="0" y="1641"/>
                  </a:lnTo>
                  <a:cubicBezTo>
                    <a:pt x="0" y="1641"/>
                    <a:pt x="2782" y="4891"/>
                    <a:pt x="3236" y="5432"/>
                  </a:cubicBezTo>
                  <a:cubicBezTo>
                    <a:pt x="3317" y="5525"/>
                    <a:pt x="3375" y="5564"/>
                    <a:pt x="3416" y="5564"/>
                  </a:cubicBezTo>
                  <a:cubicBezTo>
                    <a:pt x="3624" y="5564"/>
                    <a:pt x="3367" y="4539"/>
                    <a:pt x="3367" y="4539"/>
                  </a:cubicBezTo>
                  <a:lnTo>
                    <a:pt x="3792" y="3324"/>
                  </a:lnTo>
                  <a:lnTo>
                    <a:pt x="9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5"/>
            <p:cNvSpPr/>
            <p:nvPr/>
          </p:nvSpPr>
          <p:spPr>
            <a:xfrm flipH="1">
              <a:off x="9404408" y="2659588"/>
              <a:ext cx="1304063" cy="1874063"/>
            </a:xfrm>
            <a:custGeom>
              <a:avLst/>
              <a:gdLst/>
              <a:ahLst/>
              <a:cxnLst/>
              <a:rect l="l" t="t" r="r" b="b"/>
              <a:pathLst>
                <a:path w="16676" h="23965" extrusionOk="0">
                  <a:moveTo>
                    <a:pt x="7145" y="0"/>
                  </a:moveTo>
                  <a:lnTo>
                    <a:pt x="1" y="835"/>
                  </a:lnTo>
                  <a:lnTo>
                    <a:pt x="11024" y="10160"/>
                  </a:lnTo>
                  <a:lnTo>
                    <a:pt x="6647" y="22223"/>
                  </a:lnTo>
                  <a:lnTo>
                    <a:pt x="11991" y="23965"/>
                  </a:lnTo>
                  <a:cubicBezTo>
                    <a:pt x="11991" y="23965"/>
                    <a:pt x="16675" y="10160"/>
                    <a:pt x="16675" y="8593"/>
                  </a:cubicBezTo>
                  <a:cubicBezTo>
                    <a:pt x="16661" y="6705"/>
                    <a:pt x="7145" y="0"/>
                    <a:pt x="7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5"/>
            <p:cNvSpPr/>
            <p:nvPr/>
          </p:nvSpPr>
          <p:spPr>
            <a:xfrm flipH="1">
              <a:off x="9814099" y="4685901"/>
              <a:ext cx="495944" cy="145608"/>
            </a:xfrm>
            <a:custGeom>
              <a:avLst/>
              <a:gdLst/>
              <a:ahLst/>
              <a:cxnLst/>
              <a:rect l="l" t="t" r="r" b="b"/>
              <a:pathLst>
                <a:path w="6342" h="1862" extrusionOk="0">
                  <a:moveTo>
                    <a:pt x="0" y="0"/>
                  </a:moveTo>
                  <a:lnTo>
                    <a:pt x="601" y="1801"/>
                  </a:lnTo>
                  <a:cubicBezTo>
                    <a:pt x="601" y="1801"/>
                    <a:pt x="4146" y="1861"/>
                    <a:pt x="5340" y="1861"/>
                  </a:cubicBezTo>
                  <a:cubicBezTo>
                    <a:pt x="5460" y="1861"/>
                    <a:pt x="5555" y="1861"/>
                    <a:pt x="5622" y="1859"/>
                  </a:cubicBezTo>
                  <a:cubicBezTo>
                    <a:pt x="5630" y="1859"/>
                    <a:pt x="5637" y="1859"/>
                    <a:pt x="5644" y="1859"/>
                  </a:cubicBezTo>
                  <a:cubicBezTo>
                    <a:pt x="6341" y="1859"/>
                    <a:pt x="5036" y="1171"/>
                    <a:pt x="5036" y="1171"/>
                  </a:cubicBezTo>
                  <a:lnTo>
                    <a:pt x="4392" y="59"/>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5"/>
            <p:cNvSpPr/>
            <p:nvPr/>
          </p:nvSpPr>
          <p:spPr>
            <a:xfrm flipH="1">
              <a:off x="10133700" y="1657927"/>
              <a:ext cx="803661" cy="996424"/>
            </a:xfrm>
            <a:custGeom>
              <a:avLst/>
              <a:gdLst/>
              <a:ahLst/>
              <a:cxnLst/>
              <a:rect l="l" t="t" r="r" b="b"/>
              <a:pathLst>
                <a:path w="10277" h="12742" extrusionOk="0">
                  <a:moveTo>
                    <a:pt x="4954" y="0"/>
                  </a:moveTo>
                  <a:cubicBezTo>
                    <a:pt x="3960" y="0"/>
                    <a:pt x="3002" y="114"/>
                    <a:pt x="2386" y="351"/>
                  </a:cubicBezTo>
                  <a:cubicBezTo>
                    <a:pt x="2386" y="351"/>
                    <a:pt x="220" y="1273"/>
                    <a:pt x="0" y="3220"/>
                  </a:cubicBezTo>
                  <a:lnTo>
                    <a:pt x="0" y="8168"/>
                  </a:lnTo>
                  <a:lnTo>
                    <a:pt x="29" y="10233"/>
                  </a:lnTo>
                  <a:cubicBezTo>
                    <a:pt x="29" y="10233"/>
                    <a:pt x="5271" y="12742"/>
                    <a:pt x="8414" y="12742"/>
                  </a:cubicBezTo>
                  <a:cubicBezTo>
                    <a:pt x="9209" y="12742"/>
                    <a:pt x="9869" y="12581"/>
                    <a:pt x="10277" y="12180"/>
                  </a:cubicBezTo>
                  <a:lnTo>
                    <a:pt x="9867" y="5621"/>
                  </a:lnTo>
                  <a:cubicBezTo>
                    <a:pt x="9838" y="4216"/>
                    <a:pt x="10013" y="1961"/>
                    <a:pt x="8974" y="1024"/>
                  </a:cubicBezTo>
                  <a:cubicBezTo>
                    <a:pt x="8769" y="849"/>
                    <a:pt x="8549" y="658"/>
                    <a:pt x="8315" y="541"/>
                  </a:cubicBezTo>
                  <a:cubicBezTo>
                    <a:pt x="7566" y="187"/>
                    <a:pt x="6230" y="0"/>
                    <a:pt x="49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5"/>
            <p:cNvSpPr/>
            <p:nvPr/>
          </p:nvSpPr>
          <p:spPr>
            <a:xfrm flipH="1">
              <a:off x="10224100" y="1207809"/>
              <a:ext cx="422515" cy="538642"/>
            </a:xfrm>
            <a:custGeom>
              <a:avLst/>
              <a:gdLst/>
              <a:ahLst/>
              <a:cxnLst/>
              <a:rect l="l" t="t" r="r" b="b"/>
              <a:pathLst>
                <a:path w="5403" h="6888" extrusionOk="0">
                  <a:moveTo>
                    <a:pt x="2796" y="0"/>
                  </a:moveTo>
                  <a:cubicBezTo>
                    <a:pt x="1518" y="0"/>
                    <a:pt x="1450" y="617"/>
                    <a:pt x="1450" y="617"/>
                  </a:cubicBezTo>
                  <a:lnTo>
                    <a:pt x="1450" y="1700"/>
                  </a:lnTo>
                  <a:cubicBezTo>
                    <a:pt x="1450" y="1700"/>
                    <a:pt x="1090" y="1443"/>
                    <a:pt x="746" y="1443"/>
                  </a:cubicBezTo>
                  <a:cubicBezTo>
                    <a:pt x="493" y="1443"/>
                    <a:pt x="248" y="1582"/>
                    <a:pt x="161" y="2066"/>
                  </a:cubicBezTo>
                  <a:cubicBezTo>
                    <a:pt x="0" y="2959"/>
                    <a:pt x="864" y="3120"/>
                    <a:pt x="864" y="3120"/>
                  </a:cubicBezTo>
                  <a:lnTo>
                    <a:pt x="659" y="5682"/>
                  </a:lnTo>
                  <a:cubicBezTo>
                    <a:pt x="630" y="6034"/>
                    <a:pt x="732" y="6370"/>
                    <a:pt x="967" y="6605"/>
                  </a:cubicBezTo>
                  <a:cubicBezTo>
                    <a:pt x="1185" y="6812"/>
                    <a:pt x="1431" y="6888"/>
                    <a:pt x="1674" y="6888"/>
                  </a:cubicBezTo>
                  <a:cubicBezTo>
                    <a:pt x="2051" y="6888"/>
                    <a:pt x="2422" y="6706"/>
                    <a:pt x="2679" y="6546"/>
                  </a:cubicBezTo>
                  <a:cubicBezTo>
                    <a:pt x="2870" y="6414"/>
                    <a:pt x="2987" y="6224"/>
                    <a:pt x="2987" y="5975"/>
                  </a:cubicBezTo>
                  <a:lnTo>
                    <a:pt x="2987" y="5302"/>
                  </a:lnTo>
                  <a:lnTo>
                    <a:pt x="3895" y="5302"/>
                  </a:lnTo>
                  <a:cubicBezTo>
                    <a:pt x="5402" y="5228"/>
                    <a:pt x="5139" y="441"/>
                    <a:pt x="5139" y="441"/>
                  </a:cubicBezTo>
                  <a:cubicBezTo>
                    <a:pt x="5139" y="31"/>
                    <a:pt x="4334" y="31"/>
                    <a:pt x="4334" y="31"/>
                  </a:cubicBezTo>
                  <a:lnTo>
                    <a:pt x="2928" y="2"/>
                  </a:lnTo>
                  <a:cubicBezTo>
                    <a:pt x="2883" y="1"/>
                    <a:pt x="2839" y="0"/>
                    <a:pt x="2796" y="0"/>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5"/>
            <p:cNvSpPr/>
            <p:nvPr/>
          </p:nvSpPr>
          <p:spPr>
            <a:xfrm flipH="1">
              <a:off x="10311138" y="1383133"/>
              <a:ext cx="22913" cy="112217"/>
            </a:xfrm>
            <a:custGeom>
              <a:avLst/>
              <a:gdLst/>
              <a:ahLst/>
              <a:cxnLst/>
              <a:rect l="l" t="t" r="r" b="b"/>
              <a:pathLst>
                <a:path w="293" h="1435" extrusionOk="0">
                  <a:moveTo>
                    <a:pt x="234" y="0"/>
                  </a:moveTo>
                  <a:cubicBezTo>
                    <a:pt x="220" y="29"/>
                    <a:pt x="190" y="366"/>
                    <a:pt x="190" y="776"/>
                  </a:cubicBezTo>
                  <a:cubicBezTo>
                    <a:pt x="190" y="996"/>
                    <a:pt x="234" y="1186"/>
                    <a:pt x="176" y="1303"/>
                  </a:cubicBezTo>
                  <a:cubicBezTo>
                    <a:pt x="146" y="1362"/>
                    <a:pt x="103" y="1391"/>
                    <a:pt x="73" y="1391"/>
                  </a:cubicBezTo>
                  <a:cubicBezTo>
                    <a:pt x="29" y="1405"/>
                    <a:pt x="15" y="1405"/>
                    <a:pt x="15" y="1405"/>
                  </a:cubicBezTo>
                  <a:cubicBezTo>
                    <a:pt x="0" y="1405"/>
                    <a:pt x="15" y="1435"/>
                    <a:pt x="73" y="1435"/>
                  </a:cubicBezTo>
                  <a:cubicBezTo>
                    <a:pt x="117" y="1435"/>
                    <a:pt x="176" y="1405"/>
                    <a:pt x="234" y="1347"/>
                  </a:cubicBezTo>
                  <a:cubicBezTo>
                    <a:pt x="264" y="1274"/>
                    <a:pt x="293" y="1171"/>
                    <a:pt x="293" y="1083"/>
                  </a:cubicBezTo>
                  <a:lnTo>
                    <a:pt x="293" y="776"/>
                  </a:lnTo>
                  <a:cubicBezTo>
                    <a:pt x="293" y="351"/>
                    <a:pt x="249" y="0"/>
                    <a:pt x="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5"/>
            <p:cNvSpPr/>
            <p:nvPr/>
          </p:nvSpPr>
          <p:spPr>
            <a:xfrm flipH="1">
              <a:off x="10390120" y="1387669"/>
              <a:ext cx="9228" cy="27526"/>
            </a:xfrm>
            <a:custGeom>
              <a:avLst/>
              <a:gdLst/>
              <a:ahLst/>
              <a:cxnLst/>
              <a:rect l="l" t="t" r="r" b="b"/>
              <a:pathLst>
                <a:path w="118" h="352" extrusionOk="0">
                  <a:moveTo>
                    <a:pt x="59" y="1"/>
                  </a:moveTo>
                  <a:cubicBezTo>
                    <a:pt x="30" y="1"/>
                    <a:pt x="1" y="74"/>
                    <a:pt x="30" y="191"/>
                  </a:cubicBezTo>
                  <a:cubicBezTo>
                    <a:pt x="30" y="279"/>
                    <a:pt x="59" y="352"/>
                    <a:pt x="74" y="352"/>
                  </a:cubicBezTo>
                  <a:cubicBezTo>
                    <a:pt x="103" y="352"/>
                    <a:pt x="118" y="264"/>
                    <a:pt x="118" y="162"/>
                  </a:cubicBezTo>
                  <a:cubicBezTo>
                    <a:pt x="118" y="74"/>
                    <a:pt x="74" y="1"/>
                    <a:pt x="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5"/>
            <p:cNvSpPr/>
            <p:nvPr/>
          </p:nvSpPr>
          <p:spPr>
            <a:xfrm flipH="1">
              <a:off x="10269927" y="1385401"/>
              <a:ext cx="6882" cy="26432"/>
            </a:xfrm>
            <a:custGeom>
              <a:avLst/>
              <a:gdLst/>
              <a:ahLst/>
              <a:cxnLst/>
              <a:rect l="l" t="t" r="r" b="b"/>
              <a:pathLst>
                <a:path w="88" h="338" extrusionOk="0">
                  <a:moveTo>
                    <a:pt x="29" y="0"/>
                  </a:moveTo>
                  <a:cubicBezTo>
                    <a:pt x="15" y="0"/>
                    <a:pt x="0" y="88"/>
                    <a:pt x="0" y="176"/>
                  </a:cubicBezTo>
                  <a:cubicBezTo>
                    <a:pt x="0" y="264"/>
                    <a:pt x="29" y="337"/>
                    <a:pt x="44" y="337"/>
                  </a:cubicBezTo>
                  <a:cubicBezTo>
                    <a:pt x="73" y="337"/>
                    <a:pt x="88" y="249"/>
                    <a:pt x="88" y="161"/>
                  </a:cubicBezTo>
                  <a:cubicBezTo>
                    <a:pt x="88" y="59"/>
                    <a:pt x="44" y="0"/>
                    <a:pt x="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5"/>
            <p:cNvSpPr/>
            <p:nvPr/>
          </p:nvSpPr>
          <p:spPr>
            <a:xfrm flipH="1">
              <a:off x="10410686" y="1581135"/>
              <a:ext cx="66470" cy="119177"/>
            </a:xfrm>
            <a:custGeom>
              <a:avLst/>
              <a:gdLst/>
              <a:ahLst/>
              <a:cxnLst/>
              <a:rect l="l" t="t" r="r" b="b"/>
              <a:pathLst>
                <a:path w="850" h="1524" extrusionOk="0">
                  <a:moveTo>
                    <a:pt x="15" y="1"/>
                  </a:moveTo>
                  <a:lnTo>
                    <a:pt x="15" y="1"/>
                  </a:lnTo>
                  <a:cubicBezTo>
                    <a:pt x="0" y="250"/>
                    <a:pt x="0" y="528"/>
                    <a:pt x="73" y="791"/>
                  </a:cubicBezTo>
                  <a:cubicBezTo>
                    <a:pt x="147" y="1040"/>
                    <a:pt x="308" y="1260"/>
                    <a:pt x="527" y="1406"/>
                  </a:cubicBezTo>
                  <a:cubicBezTo>
                    <a:pt x="600" y="1465"/>
                    <a:pt x="747" y="1523"/>
                    <a:pt x="747" y="1523"/>
                  </a:cubicBezTo>
                  <a:cubicBezTo>
                    <a:pt x="747" y="1494"/>
                    <a:pt x="776" y="1333"/>
                    <a:pt x="805" y="1318"/>
                  </a:cubicBezTo>
                  <a:cubicBezTo>
                    <a:pt x="849" y="1040"/>
                    <a:pt x="835" y="820"/>
                    <a:pt x="805" y="513"/>
                  </a:cubicBezTo>
                  <a:cubicBezTo>
                    <a:pt x="483" y="440"/>
                    <a:pt x="220" y="235"/>
                    <a:pt x="15" y="1"/>
                  </a:cubicBezTo>
                  <a:close/>
                </a:path>
              </a:pathLst>
            </a:custGeom>
            <a:solidFill>
              <a:srgbClr val="151F29">
                <a:alpha val="186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5"/>
            <p:cNvSpPr/>
            <p:nvPr/>
          </p:nvSpPr>
          <p:spPr>
            <a:xfrm flipH="1">
              <a:off x="10545815" y="1356780"/>
              <a:ext cx="53880" cy="74446"/>
            </a:xfrm>
            <a:custGeom>
              <a:avLst/>
              <a:gdLst/>
              <a:ahLst/>
              <a:cxnLst/>
              <a:rect l="l" t="t" r="r" b="b"/>
              <a:pathLst>
                <a:path w="689" h="952" extrusionOk="0">
                  <a:moveTo>
                    <a:pt x="59" y="0"/>
                  </a:moveTo>
                  <a:cubicBezTo>
                    <a:pt x="59" y="0"/>
                    <a:pt x="132" y="30"/>
                    <a:pt x="220" y="88"/>
                  </a:cubicBezTo>
                  <a:cubicBezTo>
                    <a:pt x="281" y="131"/>
                    <a:pt x="346" y="185"/>
                    <a:pt x="405" y="257"/>
                  </a:cubicBezTo>
                  <a:lnTo>
                    <a:pt x="405" y="257"/>
                  </a:lnTo>
                  <a:cubicBezTo>
                    <a:pt x="392" y="254"/>
                    <a:pt x="380" y="251"/>
                    <a:pt x="367" y="249"/>
                  </a:cubicBezTo>
                  <a:cubicBezTo>
                    <a:pt x="348" y="246"/>
                    <a:pt x="329" y="244"/>
                    <a:pt x="310" y="244"/>
                  </a:cubicBezTo>
                  <a:cubicBezTo>
                    <a:pt x="251" y="244"/>
                    <a:pt x="191" y="260"/>
                    <a:pt x="147" y="293"/>
                  </a:cubicBezTo>
                  <a:cubicBezTo>
                    <a:pt x="103" y="322"/>
                    <a:pt x="59" y="396"/>
                    <a:pt x="45" y="454"/>
                  </a:cubicBezTo>
                  <a:cubicBezTo>
                    <a:pt x="1" y="586"/>
                    <a:pt x="45" y="688"/>
                    <a:pt x="103" y="762"/>
                  </a:cubicBezTo>
                  <a:cubicBezTo>
                    <a:pt x="206" y="923"/>
                    <a:pt x="323" y="952"/>
                    <a:pt x="323" y="952"/>
                  </a:cubicBezTo>
                  <a:cubicBezTo>
                    <a:pt x="337" y="923"/>
                    <a:pt x="250" y="879"/>
                    <a:pt x="132" y="703"/>
                  </a:cubicBezTo>
                  <a:cubicBezTo>
                    <a:pt x="103" y="630"/>
                    <a:pt x="74" y="542"/>
                    <a:pt x="118" y="454"/>
                  </a:cubicBezTo>
                  <a:cubicBezTo>
                    <a:pt x="130" y="380"/>
                    <a:pt x="195" y="316"/>
                    <a:pt x="286" y="316"/>
                  </a:cubicBezTo>
                  <a:cubicBezTo>
                    <a:pt x="302" y="316"/>
                    <a:pt x="319" y="318"/>
                    <a:pt x="337" y="322"/>
                  </a:cubicBezTo>
                  <a:cubicBezTo>
                    <a:pt x="393" y="334"/>
                    <a:pt x="449" y="370"/>
                    <a:pt x="498" y="407"/>
                  </a:cubicBezTo>
                  <a:lnTo>
                    <a:pt x="498" y="407"/>
                  </a:lnTo>
                  <a:cubicBezTo>
                    <a:pt x="503" y="417"/>
                    <a:pt x="508" y="428"/>
                    <a:pt x="513" y="440"/>
                  </a:cubicBezTo>
                  <a:lnTo>
                    <a:pt x="527" y="428"/>
                  </a:lnTo>
                  <a:lnTo>
                    <a:pt x="527" y="428"/>
                  </a:lnTo>
                  <a:cubicBezTo>
                    <a:pt x="532" y="432"/>
                    <a:pt x="537" y="436"/>
                    <a:pt x="542" y="440"/>
                  </a:cubicBezTo>
                  <a:lnTo>
                    <a:pt x="689" y="542"/>
                  </a:lnTo>
                  <a:lnTo>
                    <a:pt x="616" y="381"/>
                  </a:lnTo>
                  <a:cubicBezTo>
                    <a:pt x="513" y="191"/>
                    <a:pt x="367" y="88"/>
                    <a:pt x="264" y="30"/>
                  </a:cubicBezTo>
                  <a:cubicBezTo>
                    <a:pt x="132" y="0"/>
                    <a:pt x="59"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5"/>
            <p:cNvSpPr/>
            <p:nvPr/>
          </p:nvSpPr>
          <p:spPr>
            <a:xfrm flipH="1">
              <a:off x="10337413" y="1536014"/>
              <a:ext cx="42463" cy="9931"/>
            </a:xfrm>
            <a:custGeom>
              <a:avLst/>
              <a:gdLst/>
              <a:ahLst/>
              <a:cxnLst/>
              <a:rect l="l" t="t" r="r" b="b"/>
              <a:pathLst>
                <a:path w="543" h="127" extrusionOk="0">
                  <a:moveTo>
                    <a:pt x="35" y="1"/>
                  </a:moveTo>
                  <a:cubicBezTo>
                    <a:pt x="17" y="1"/>
                    <a:pt x="5" y="2"/>
                    <a:pt x="0" y="7"/>
                  </a:cubicBezTo>
                  <a:cubicBezTo>
                    <a:pt x="0" y="21"/>
                    <a:pt x="103" y="95"/>
                    <a:pt x="264" y="124"/>
                  </a:cubicBezTo>
                  <a:cubicBezTo>
                    <a:pt x="280" y="125"/>
                    <a:pt x="296" y="126"/>
                    <a:pt x="311" y="126"/>
                  </a:cubicBezTo>
                  <a:cubicBezTo>
                    <a:pt x="438" y="126"/>
                    <a:pt x="542" y="78"/>
                    <a:pt x="542" y="65"/>
                  </a:cubicBezTo>
                  <a:cubicBezTo>
                    <a:pt x="527" y="51"/>
                    <a:pt x="410" y="51"/>
                    <a:pt x="264" y="21"/>
                  </a:cubicBezTo>
                  <a:cubicBezTo>
                    <a:pt x="160" y="11"/>
                    <a:pt x="79" y="1"/>
                    <a:pt x="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5"/>
            <p:cNvSpPr/>
            <p:nvPr/>
          </p:nvSpPr>
          <p:spPr>
            <a:xfrm flipH="1">
              <a:off x="10234423" y="1196470"/>
              <a:ext cx="321793" cy="145687"/>
            </a:xfrm>
            <a:custGeom>
              <a:avLst/>
              <a:gdLst/>
              <a:ahLst/>
              <a:cxnLst/>
              <a:rect l="l" t="t" r="r" b="b"/>
              <a:pathLst>
                <a:path w="4115" h="1863" extrusionOk="0">
                  <a:moveTo>
                    <a:pt x="1216" y="1"/>
                  </a:moveTo>
                  <a:cubicBezTo>
                    <a:pt x="923" y="1"/>
                    <a:pt x="587" y="15"/>
                    <a:pt x="367" y="235"/>
                  </a:cubicBezTo>
                  <a:cubicBezTo>
                    <a:pt x="118" y="469"/>
                    <a:pt x="74" y="835"/>
                    <a:pt x="89" y="1172"/>
                  </a:cubicBezTo>
                  <a:cubicBezTo>
                    <a:pt x="89" y="1348"/>
                    <a:pt x="1" y="1655"/>
                    <a:pt x="147" y="1787"/>
                  </a:cubicBezTo>
                  <a:cubicBezTo>
                    <a:pt x="178" y="1812"/>
                    <a:pt x="233" y="1820"/>
                    <a:pt x="296" y="1820"/>
                  </a:cubicBezTo>
                  <a:cubicBezTo>
                    <a:pt x="397" y="1820"/>
                    <a:pt x="521" y="1799"/>
                    <a:pt x="596" y="1799"/>
                  </a:cubicBezTo>
                  <a:cubicBezTo>
                    <a:pt x="609" y="1799"/>
                    <a:pt x="621" y="1800"/>
                    <a:pt x="630" y="1801"/>
                  </a:cubicBezTo>
                  <a:cubicBezTo>
                    <a:pt x="796" y="1835"/>
                    <a:pt x="971" y="1863"/>
                    <a:pt x="1139" y="1863"/>
                  </a:cubicBezTo>
                  <a:cubicBezTo>
                    <a:pt x="1268" y="1863"/>
                    <a:pt x="1394" y="1846"/>
                    <a:pt x="1509" y="1801"/>
                  </a:cubicBezTo>
                  <a:cubicBezTo>
                    <a:pt x="1792" y="1731"/>
                    <a:pt x="2048" y="1510"/>
                    <a:pt x="2091" y="1230"/>
                  </a:cubicBezTo>
                  <a:lnTo>
                    <a:pt x="2091" y="1230"/>
                  </a:lnTo>
                  <a:cubicBezTo>
                    <a:pt x="2065" y="1440"/>
                    <a:pt x="2068" y="1649"/>
                    <a:pt x="2124" y="1845"/>
                  </a:cubicBezTo>
                  <a:cubicBezTo>
                    <a:pt x="2266" y="1638"/>
                    <a:pt x="2397" y="1420"/>
                    <a:pt x="2537" y="1210"/>
                  </a:cubicBezTo>
                  <a:lnTo>
                    <a:pt x="2537" y="1210"/>
                  </a:lnTo>
                  <a:cubicBezTo>
                    <a:pt x="2462" y="1365"/>
                    <a:pt x="2513" y="1561"/>
                    <a:pt x="2636" y="1684"/>
                  </a:cubicBezTo>
                  <a:cubicBezTo>
                    <a:pt x="2755" y="1790"/>
                    <a:pt x="2932" y="1848"/>
                    <a:pt x="3116" y="1848"/>
                  </a:cubicBezTo>
                  <a:cubicBezTo>
                    <a:pt x="3136" y="1848"/>
                    <a:pt x="3157" y="1847"/>
                    <a:pt x="3178" y="1845"/>
                  </a:cubicBezTo>
                  <a:cubicBezTo>
                    <a:pt x="3383" y="1831"/>
                    <a:pt x="3939" y="1684"/>
                    <a:pt x="4115" y="1611"/>
                  </a:cubicBezTo>
                  <a:lnTo>
                    <a:pt x="4115" y="879"/>
                  </a:lnTo>
                  <a:cubicBezTo>
                    <a:pt x="4115" y="528"/>
                    <a:pt x="3880" y="235"/>
                    <a:pt x="3544" y="162"/>
                  </a:cubicBezTo>
                  <a:cubicBezTo>
                    <a:pt x="3441" y="118"/>
                    <a:pt x="3324" y="118"/>
                    <a:pt x="3222" y="103"/>
                  </a:cubicBezTo>
                  <a:cubicBezTo>
                    <a:pt x="2563" y="30"/>
                    <a:pt x="1904" y="1"/>
                    <a:pt x="1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5"/>
            <p:cNvSpPr/>
            <p:nvPr/>
          </p:nvSpPr>
          <p:spPr>
            <a:xfrm flipH="1">
              <a:off x="9995679" y="2350230"/>
              <a:ext cx="274326" cy="332585"/>
            </a:xfrm>
            <a:custGeom>
              <a:avLst/>
              <a:gdLst/>
              <a:ahLst/>
              <a:cxnLst/>
              <a:rect l="l" t="t" r="r" b="b"/>
              <a:pathLst>
                <a:path w="3508" h="4253" extrusionOk="0">
                  <a:moveTo>
                    <a:pt x="1627" y="1"/>
                  </a:moveTo>
                  <a:cubicBezTo>
                    <a:pt x="1421" y="1"/>
                    <a:pt x="1" y="1365"/>
                    <a:pt x="1" y="1365"/>
                  </a:cubicBezTo>
                  <a:cubicBezTo>
                    <a:pt x="1" y="1365"/>
                    <a:pt x="57" y="4252"/>
                    <a:pt x="584" y="4252"/>
                  </a:cubicBezTo>
                  <a:cubicBezTo>
                    <a:pt x="595" y="4252"/>
                    <a:pt x="605" y="4251"/>
                    <a:pt x="616" y="4249"/>
                  </a:cubicBezTo>
                  <a:cubicBezTo>
                    <a:pt x="616" y="4249"/>
                    <a:pt x="2753" y="3517"/>
                    <a:pt x="2899" y="3327"/>
                  </a:cubicBezTo>
                  <a:cubicBezTo>
                    <a:pt x="3028" y="3147"/>
                    <a:pt x="2248" y="3136"/>
                    <a:pt x="2051" y="3136"/>
                  </a:cubicBezTo>
                  <a:cubicBezTo>
                    <a:pt x="2023" y="3136"/>
                    <a:pt x="2006" y="3136"/>
                    <a:pt x="2006" y="3136"/>
                  </a:cubicBezTo>
                  <a:cubicBezTo>
                    <a:pt x="2006" y="3136"/>
                    <a:pt x="3046" y="2975"/>
                    <a:pt x="3192" y="2770"/>
                  </a:cubicBezTo>
                  <a:cubicBezTo>
                    <a:pt x="3368" y="2565"/>
                    <a:pt x="1860" y="2492"/>
                    <a:pt x="1860" y="2492"/>
                  </a:cubicBezTo>
                  <a:cubicBezTo>
                    <a:pt x="1860" y="2492"/>
                    <a:pt x="3339" y="2492"/>
                    <a:pt x="3339" y="2170"/>
                  </a:cubicBezTo>
                  <a:cubicBezTo>
                    <a:pt x="3339" y="1833"/>
                    <a:pt x="1699" y="1746"/>
                    <a:pt x="1699" y="1746"/>
                  </a:cubicBezTo>
                  <a:cubicBezTo>
                    <a:pt x="1699" y="1746"/>
                    <a:pt x="3397" y="1716"/>
                    <a:pt x="3456" y="1365"/>
                  </a:cubicBezTo>
                  <a:cubicBezTo>
                    <a:pt x="3507" y="1117"/>
                    <a:pt x="2392" y="1080"/>
                    <a:pt x="1731" y="1080"/>
                  </a:cubicBezTo>
                  <a:cubicBezTo>
                    <a:pt x="1456" y="1080"/>
                    <a:pt x="1260" y="1087"/>
                    <a:pt x="1260" y="1087"/>
                  </a:cubicBezTo>
                  <a:cubicBezTo>
                    <a:pt x="1772" y="662"/>
                    <a:pt x="1787" y="106"/>
                    <a:pt x="1640" y="3"/>
                  </a:cubicBezTo>
                  <a:cubicBezTo>
                    <a:pt x="1637" y="2"/>
                    <a:pt x="1632" y="1"/>
                    <a:pt x="1627" y="1"/>
                  </a:cubicBez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5"/>
            <p:cNvSpPr/>
            <p:nvPr/>
          </p:nvSpPr>
          <p:spPr>
            <a:xfrm flipH="1">
              <a:off x="10221831" y="1894794"/>
              <a:ext cx="805851" cy="852615"/>
            </a:xfrm>
            <a:custGeom>
              <a:avLst/>
              <a:gdLst/>
              <a:ahLst/>
              <a:cxnLst/>
              <a:rect l="l" t="t" r="r" b="b"/>
              <a:pathLst>
                <a:path w="10305" h="10903" extrusionOk="0">
                  <a:moveTo>
                    <a:pt x="1111" y="1"/>
                  </a:moveTo>
                  <a:cubicBezTo>
                    <a:pt x="1111" y="1"/>
                    <a:pt x="130" y="2709"/>
                    <a:pt x="57" y="7043"/>
                  </a:cubicBezTo>
                  <a:cubicBezTo>
                    <a:pt x="0" y="10403"/>
                    <a:pt x="2392" y="10902"/>
                    <a:pt x="3960" y="10902"/>
                  </a:cubicBezTo>
                  <a:cubicBezTo>
                    <a:pt x="4413" y="10902"/>
                    <a:pt x="4798" y="10860"/>
                    <a:pt x="5034" y="10834"/>
                  </a:cubicBezTo>
                  <a:cubicBezTo>
                    <a:pt x="6103" y="10702"/>
                    <a:pt x="10305" y="10102"/>
                    <a:pt x="10305" y="10102"/>
                  </a:cubicBezTo>
                  <a:lnTo>
                    <a:pt x="9704" y="7174"/>
                  </a:lnTo>
                  <a:cubicBezTo>
                    <a:pt x="9704" y="7174"/>
                    <a:pt x="7128" y="7540"/>
                    <a:pt x="4303" y="7540"/>
                  </a:cubicBezTo>
                  <a:cubicBezTo>
                    <a:pt x="3014" y="7540"/>
                    <a:pt x="4449" y="543"/>
                    <a:pt x="4449" y="543"/>
                  </a:cubicBezTo>
                  <a:lnTo>
                    <a:pt x="1111" y="1"/>
                  </a:lnTo>
                  <a:close/>
                </a:path>
              </a:pathLst>
            </a:custGeom>
            <a:solidFill>
              <a:srgbClr val="BA61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5"/>
            <p:cNvSpPr/>
            <p:nvPr/>
          </p:nvSpPr>
          <p:spPr>
            <a:xfrm flipH="1">
              <a:off x="9839434" y="2696186"/>
              <a:ext cx="941137" cy="2037814"/>
            </a:xfrm>
            <a:custGeom>
              <a:avLst/>
              <a:gdLst/>
              <a:ahLst/>
              <a:cxnLst/>
              <a:rect l="l" t="t" r="r" b="b"/>
              <a:pathLst>
                <a:path w="12035" h="26059" extrusionOk="0">
                  <a:moveTo>
                    <a:pt x="5739" y="1"/>
                  </a:moveTo>
                  <a:lnTo>
                    <a:pt x="1" y="630"/>
                  </a:lnTo>
                  <a:lnTo>
                    <a:pt x="5285" y="26059"/>
                  </a:lnTo>
                  <a:lnTo>
                    <a:pt x="12034" y="26059"/>
                  </a:lnTo>
                  <a:lnTo>
                    <a:pt x="5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5"/>
            <p:cNvSpPr/>
            <p:nvPr/>
          </p:nvSpPr>
          <p:spPr>
            <a:xfrm flipH="1">
              <a:off x="10099294" y="2659588"/>
              <a:ext cx="256574" cy="237024"/>
            </a:xfrm>
            <a:custGeom>
              <a:avLst/>
              <a:gdLst/>
              <a:ahLst/>
              <a:cxnLst/>
              <a:rect l="l" t="t" r="r" b="b"/>
              <a:pathLst>
                <a:path w="3281" h="3031" extrusionOk="0">
                  <a:moveTo>
                    <a:pt x="2548" y="0"/>
                  </a:moveTo>
                  <a:lnTo>
                    <a:pt x="1" y="469"/>
                  </a:lnTo>
                  <a:lnTo>
                    <a:pt x="586" y="3030"/>
                  </a:lnTo>
                  <a:lnTo>
                    <a:pt x="3280" y="469"/>
                  </a:lnTo>
                  <a:lnTo>
                    <a:pt x="25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5"/>
            <p:cNvSpPr/>
            <p:nvPr/>
          </p:nvSpPr>
          <p:spPr>
            <a:xfrm flipH="1">
              <a:off x="10256163" y="2681328"/>
              <a:ext cx="41290" cy="232489"/>
            </a:xfrm>
            <a:custGeom>
              <a:avLst/>
              <a:gdLst/>
              <a:ahLst/>
              <a:cxnLst/>
              <a:rect l="l" t="t" r="r" b="b"/>
              <a:pathLst>
                <a:path w="528" h="2973" extrusionOk="0">
                  <a:moveTo>
                    <a:pt x="15" y="0"/>
                  </a:moveTo>
                  <a:cubicBezTo>
                    <a:pt x="1" y="0"/>
                    <a:pt x="15" y="191"/>
                    <a:pt x="74" y="454"/>
                  </a:cubicBezTo>
                  <a:cubicBezTo>
                    <a:pt x="132" y="732"/>
                    <a:pt x="191" y="1113"/>
                    <a:pt x="279" y="1537"/>
                  </a:cubicBezTo>
                  <a:cubicBezTo>
                    <a:pt x="337" y="1742"/>
                    <a:pt x="366" y="1947"/>
                    <a:pt x="410" y="2123"/>
                  </a:cubicBezTo>
                  <a:cubicBezTo>
                    <a:pt x="440" y="2313"/>
                    <a:pt x="454" y="2474"/>
                    <a:pt x="440" y="2606"/>
                  </a:cubicBezTo>
                  <a:cubicBezTo>
                    <a:pt x="410" y="2752"/>
                    <a:pt x="381" y="2855"/>
                    <a:pt x="337" y="2899"/>
                  </a:cubicBezTo>
                  <a:cubicBezTo>
                    <a:pt x="279" y="2928"/>
                    <a:pt x="220" y="2914"/>
                    <a:pt x="220" y="2928"/>
                  </a:cubicBezTo>
                  <a:cubicBezTo>
                    <a:pt x="220" y="2943"/>
                    <a:pt x="235" y="2943"/>
                    <a:pt x="264" y="2972"/>
                  </a:cubicBezTo>
                  <a:cubicBezTo>
                    <a:pt x="279" y="2972"/>
                    <a:pt x="308" y="2972"/>
                    <a:pt x="352" y="2943"/>
                  </a:cubicBezTo>
                  <a:cubicBezTo>
                    <a:pt x="440" y="2884"/>
                    <a:pt x="454" y="2767"/>
                    <a:pt x="498" y="2635"/>
                  </a:cubicBezTo>
                  <a:cubicBezTo>
                    <a:pt x="528" y="2489"/>
                    <a:pt x="513" y="2313"/>
                    <a:pt x="484" y="2123"/>
                  </a:cubicBezTo>
                  <a:lnTo>
                    <a:pt x="366" y="1523"/>
                  </a:lnTo>
                  <a:cubicBezTo>
                    <a:pt x="293" y="1098"/>
                    <a:pt x="205" y="718"/>
                    <a:pt x="147" y="439"/>
                  </a:cubicBezTo>
                  <a:cubicBezTo>
                    <a:pt x="74" y="161"/>
                    <a:pt x="44" y="0"/>
                    <a:pt x="15"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5"/>
            <p:cNvSpPr/>
            <p:nvPr/>
          </p:nvSpPr>
          <p:spPr>
            <a:xfrm flipH="1">
              <a:off x="10213779" y="2692745"/>
              <a:ext cx="137476" cy="485466"/>
            </a:xfrm>
            <a:custGeom>
              <a:avLst/>
              <a:gdLst/>
              <a:ahLst/>
              <a:cxnLst/>
              <a:rect l="l" t="t" r="r" b="b"/>
              <a:pathLst>
                <a:path w="1758" h="6208" extrusionOk="0">
                  <a:moveTo>
                    <a:pt x="0" y="1"/>
                  </a:moveTo>
                  <a:cubicBezTo>
                    <a:pt x="0" y="15"/>
                    <a:pt x="15" y="88"/>
                    <a:pt x="44" y="250"/>
                  </a:cubicBezTo>
                  <a:cubicBezTo>
                    <a:pt x="88" y="425"/>
                    <a:pt x="161" y="645"/>
                    <a:pt x="235" y="908"/>
                  </a:cubicBezTo>
                  <a:cubicBezTo>
                    <a:pt x="396" y="1494"/>
                    <a:pt x="615" y="2270"/>
                    <a:pt x="850" y="3104"/>
                  </a:cubicBezTo>
                  <a:cubicBezTo>
                    <a:pt x="1098" y="3953"/>
                    <a:pt x="1318" y="4729"/>
                    <a:pt x="1479" y="5300"/>
                  </a:cubicBezTo>
                  <a:cubicBezTo>
                    <a:pt x="1552" y="5564"/>
                    <a:pt x="1611" y="5783"/>
                    <a:pt x="1655" y="5974"/>
                  </a:cubicBezTo>
                  <a:cubicBezTo>
                    <a:pt x="1699" y="6120"/>
                    <a:pt x="1728" y="6208"/>
                    <a:pt x="1728" y="6208"/>
                  </a:cubicBezTo>
                  <a:cubicBezTo>
                    <a:pt x="1757" y="6208"/>
                    <a:pt x="1728" y="6120"/>
                    <a:pt x="1713" y="5988"/>
                  </a:cubicBezTo>
                  <a:cubicBezTo>
                    <a:pt x="1684" y="5827"/>
                    <a:pt x="1625" y="5608"/>
                    <a:pt x="1552" y="5315"/>
                  </a:cubicBezTo>
                  <a:cubicBezTo>
                    <a:pt x="1406" y="4744"/>
                    <a:pt x="1201" y="3953"/>
                    <a:pt x="967" y="3090"/>
                  </a:cubicBezTo>
                  <a:cubicBezTo>
                    <a:pt x="732" y="2240"/>
                    <a:pt x="484" y="1450"/>
                    <a:pt x="308" y="894"/>
                  </a:cubicBezTo>
                  <a:cubicBezTo>
                    <a:pt x="220" y="630"/>
                    <a:pt x="147" y="381"/>
                    <a:pt x="88" y="235"/>
                  </a:cubicBezTo>
                  <a:cubicBezTo>
                    <a:pt x="30" y="89"/>
                    <a:pt x="0" y="1"/>
                    <a:pt x="0" y="1"/>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5"/>
            <p:cNvSpPr/>
            <p:nvPr/>
          </p:nvSpPr>
          <p:spPr>
            <a:xfrm flipH="1">
              <a:off x="10313404" y="2748814"/>
              <a:ext cx="400775" cy="1977209"/>
            </a:xfrm>
            <a:custGeom>
              <a:avLst/>
              <a:gdLst/>
              <a:ahLst/>
              <a:cxnLst/>
              <a:rect l="l" t="t" r="r" b="b"/>
              <a:pathLst>
                <a:path w="5125" h="25284" extrusionOk="0">
                  <a:moveTo>
                    <a:pt x="1" y="1"/>
                  </a:moveTo>
                  <a:lnTo>
                    <a:pt x="1" y="74"/>
                  </a:lnTo>
                  <a:cubicBezTo>
                    <a:pt x="30" y="118"/>
                    <a:pt x="30" y="191"/>
                    <a:pt x="45" y="264"/>
                  </a:cubicBezTo>
                  <a:cubicBezTo>
                    <a:pt x="74" y="455"/>
                    <a:pt x="118" y="718"/>
                    <a:pt x="176" y="1026"/>
                  </a:cubicBezTo>
                  <a:cubicBezTo>
                    <a:pt x="279" y="1655"/>
                    <a:pt x="440" y="2592"/>
                    <a:pt x="645" y="3749"/>
                  </a:cubicBezTo>
                  <a:cubicBezTo>
                    <a:pt x="1055" y="6047"/>
                    <a:pt x="1655" y="9224"/>
                    <a:pt x="2343" y="12708"/>
                  </a:cubicBezTo>
                  <a:cubicBezTo>
                    <a:pt x="3060" y="16192"/>
                    <a:pt x="3734" y="19354"/>
                    <a:pt x="4246" y="21624"/>
                  </a:cubicBezTo>
                  <a:cubicBezTo>
                    <a:pt x="4510" y="22765"/>
                    <a:pt x="4729" y="23673"/>
                    <a:pt x="4876" y="24317"/>
                  </a:cubicBezTo>
                  <a:cubicBezTo>
                    <a:pt x="4883" y="24344"/>
                    <a:pt x="4891" y="24371"/>
                    <a:pt x="4898" y="24398"/>
                  </a:cubicBezTo>
                  <a:lnTo>
                    <a:pt x="4898" y="24398"/>
                  </a:lnTo>
                  <a:cubicBezTo>
                    <a:pt x="4891" y="24367"/>
                    <a:pt x="4883" y="24335"/>
                    <a:pt x="4876" y="24303"/>
                  </a:cubicBezTo>
                  <a:cubicBezTo>
                    <a:pt x="4744" y="23644"/>
                    <a:pt x="4539" y="22722"/>
                    <a:pt x="4290" y="21594"/>
                  </a:cubicBezTo>
                  <a:cubicBezTo>
                    <a:pt x="3792" y="19296"/>
                    <a:pt x="3119" y="16148"/>
                    <a:pt x="2416" y="12664"/>
                  </a:cubicBezTo>
                  <a:cubicBezTo>
                    <a:pt x="1728" y="9180"/>
                    <a:pt x="1128" y="6003"/>
                    <a:pt x="703" y="3705"/>
                  </a:cubicBezTo>
                  <a:cubicBezTo>
                    <a:pt x="498" y="2563"/>
                    <a:pt x="323" y="1626"/>
                    <a:pt x="206" y="982"/>
                  </a:cubicBezTo>
                  <a:cubicBezTo>
                    <a:pt x="132" y="674"/>
                    <a:pt x="103" y="440"/>
                    <a:pt x="59" y="250"/>
                  </a:cubicBezTo>
                  <a:cubicBezTo>
                    <a:pt x="45" y="177"/>
                    <a:pt x="45" y="118"/>
                    <a:pt x="30" y="74"/>
                  </a:cubicBezTo>
                  <a:cubicBezTo>
                    <a:pt x="1" y="16"/>
                    <a:pt x="1" y="1"/>
                    <a:pt x="1" y="1"/>
                  </a:cubicBezTo>
                  <a:close/>
                  <a:moveTo>
                    <a:pt x="4898" y="24398"/>
                  </a:moveTo>
                  <a:lnTo>
                    <a:pt x="4898" y="24398"/>
                  </a:lnTo>
                  <a:cubicBezTo>
                    <a:pt x="4961" y="24662"/>
                    <a:pt x="5011" y="24877"/>
                    <a:pt x="5037" y="25035"/>
                  </a:cubicBezTo>
                  <a:cubicBezTo>
                    <a:pt x="5051" y="25108"/>
                    <a:pt x="5081" y="25181"/>
                    <a:pt x="5081" y="25210"/>
                  </a:cubicBezTo>
                  <a:cubicBezTo>
                    <a:pt x="5125" y="25254"/>
                    <a:pt x="5125" y="25283"/>
                    <a:pt x="5125" y="25283"/>
                  </a:cubicBezTo>
                  <a:lnTo>
                    <a:pt x="5125" y="25283"/>
                  </a:lnTo>
                  <a:cubicBezTo>
                    <a:pt x="5125" y="25283"/>
                    <a:pt x="5125" y="25269"/>
                    <a:pt x="5110" y="25239"/>
                  </a:cubicBezTo>
                  <a:cubicBezTo>
                    <a:pt x="5095" y="25181"/>
                    <a:pt x="5066" y="25122"/>
                    <a:pt x="5051" y="25049"/>
                  </a:cubicBezTo>
                  <a:cubicBezTo>
                    <a:pt x="5025" y="24902"/>
                    <a:pt x="4974" y="24670"/>
                    <a:pt x="4898" y="24398"/>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5"/>
            <p:cNvSpPr/>
            <p:nvPr/>
          </p:nvSpPr>
          <p:spPr>
            <a:xfrm flipH="1">
              <a:off x="9904734" y="3923453"/>
              <a:ext cx="128248" cy="596510"/>
            </a:xfrm>
            <a:custGeom>
              <a:avLst/>
              <a:gdLst/>
              <a:ahLst/>
              <a:cxnLst/>
              <a:rect l="l" t="t" r="r" b="b"/>
              <a:pathLst>
                <a:path w="1640" h="7628" extrusionOk="0">
                  <a:moveTo>
                    <a:pt x="30" y="0"/>
                  </a:moveTo>
                  <a:lnTo>
                    <a:pt x="30" y="0"/>
                  </a:lnTo>
                  <a:cubicBezTo>
                    <a:pt x="0" y="15"/>
                    <a:pt x="337" y="1728"/>
                    <a:pt x="776" y="3821"/>
                  </a:cubicBezTo>
                  <a:cubicBezTo>
                    <a:pt x="1215" y="5929"/>
                    <a:pt x="1596" y="7627"/>
                    <a:pt x="1611" y="7627"/>
                  </a:cubicBezTo>
                  <a:cubicBezTo>
                    <a:pt x="1640" y="7627"/>
                    <a:pt x="1303" y="5929"/>
                    <a:pt x="864" y="3806"/>
                  </a:cubicBezTo>
                  <a:cubicBezTo>
                    <a:pt x="425" y="1698"/>
                    <a:pt x="44" y="0"/>
                    <a:pt x="30" y="0"/>
                  </a:cubicBezTo>
                  <a:close/>
                </a:path>
              </a:pathLst>
            </a:custGeom>
            <a:solidFill>
              <a:srgbClr val="2D6A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5"/>
            <p:cNvSpPr/>
            <p:nvPr/>
          </p:nvSpPr>
          <p:spPr>
            <a:xfrm flipH="1">
              <a:off x="9786807" y="3069433"/>
              <a:ext cx="454577" cy="974294"/>
            </a:xfrm>
            <a:custGeom>
              <a:avLst/>
              <a:gdLst/>
              <a:ahLst/>
              <a:cxnLst/>
              <a:rect l="l" t="t" r="r" b="b"/>
              <a:pathLst>
                <a:path w="5813" h="12459" extrusionOk="0">
                  <a:moveTo>
                    <a:pt x="1" y="0"/>
                  </a:moveTo>
                  <a:lnTo>
                    <a:pt x="103" y="103"/>
                  </a:lnTo>
                  <a:cubicBezTo>
                    <a:pt x="206" y="176"/>
                    <a:pt x="323" y="264"/>
                    <a:pt x="469" y="381"/>
                  </a:cubicBezTo>
                  <a:cubicBezTo>
                    <a:pt x="806" y="615"/>
                    <a:pt x="1260" y="966"/>
                    <a:pt x="1831" y="1391"/>
                  </a:cubicBezTo>
                  <a:cubicBezTo>
                    <a:pt x="2416" y="1801"/>
                    <a:pt x="3090" y="2298"/>
                    <a:pt x="3836" y="2869"/>
                  </a:cubicBezTo>
                  <a:cubicBezTo>
                    <a:pt x="4041" y="3001"/>
                    <a:pt x="4232" y="3148"/>
                    <a:pt x="4422" y="3294"/>
                  </a:cubicBezTo>
                  <a:cubicBezTo>
                    <a:pt x="4612" y="3440"/>
                    <a:pt x="4832" y="3587"/>
                    <a:pt x="5008" y="3748"/>
                  </a:cubicBezTo>
                  <a:cubicBezTo>
                    <a:pt x="5212" y="3909"/>
                    <a:pt x="5403" y="4099"/>
                    <a:pt x="5520" y="4319"/>
                  </a:cubicBezTo>
                  <a:cubicBezTo>
                    <a:pt x="5652" y="4538"/>
                    <a:pt x="5725" y="4787"/>
                    <a:pt x="5725" y="5051"/>
                  </a:cubicBezTo>
                  <a:cubicBezTo>
                    <a:pt x="5725" y="5578"/>
                    <a:pt x="5505" y="6075"/>
                    <a:pt x="5344" y="6544"/>
                  </a:cubicBezTo>
                  <a:cubicBezTo>
                    <a:pt x="5154" y="7042"/>
                    <a:pt x="4993" y="7495"/>
                    <a:pt x="4832" y="7935"/>
                  </a:cubicBezTo>
                  <a:cubicBezTo>
                    <a:pt x="4495" y="8813"/>
                    <a:pt x="4202" y="9604"/>
                    <a:pt x="3968" y="10277"/>
                  </a:cubicBezTo>
                  <a:cubicBezTo>
                    <a:pt x="3734" y="10965"/>
                    <a:pt x="3529" y="11492"/>
                    <a:pt x="3397" y="11873"/>
                  </a:cubicBezTo>
                  <a:cubicBezTo>
                    <a:pt x="3353" y="12063"/>
                    <a:pt x="3295" y="12195"/>
                    <a:pt x="3251" y="12312"/>
                  </a:cubicBezTo>
                  <a:cubicBezTo>
                    <a:pt x="3222" y="12400"/>
                    <a:pt x="3207" y="12458"/>
                    <a:pt x="3207" y="12458"/>
                  </a:cubicBezTo>
                  <a:cubicBezTo>
                    <a:pt x="3222" y="12458"/>
                    <a:pt x="3236" y="12400"/>
                    <a:pt x="3280" y="12312"/>
                  </a:cubicBezTo>
                  <a:cubicBezTo>
                    <a:pt x="3309" y="12224"/>
                    <a:pt x="3368" y="12078"/>
                    <a:pt x="3441" y="11887"/>
                  </a:cubicBezTo>
                  <a:cubicBezTo>
                    <a:pt x="3588" y="11507"/>
                    <a:pt x="3792" y="10980"/>
                    <a:pt x="4041" y="10321"/>
                  </a:cubicBezTo>
                  <a:cubicBezTo>
                    <a:pt x="4305" y="9647"/>
                    <a:pt x="4598" y="8857"/>
                    <a:pt x="4920" y="7979"/>
                  </a:cubicBezTo>
                  <a:cubicBezTo>
                    <a:pt x="5081" y="7525"/>
                    <a:pt x="5256" y="7056"/>
                    <a:pt x="5432" y="6588"/>
                  </a:cubicBezTo>
                  <a:cubicBezTo>
                    <a:pt x="5593" y="6105"/>
                    <a:pt x="5813" y="5622"/>
                    <a:pt x="5813" y="5051"/>
                  </a:cubicBezTo>
                  <a:cubicBezTo>
                    <a:pt x="5813" y="4773"/>
                    <a:pt x="5740" y="4494"/>
                    <a:pt x="5593" y="4260"/>
                  </a:cubicBezTo>
                  <a:cubicBezTo>
                    <a:pt x="5447" y="4041"/>
                    <a:pt x="5271" y="3836"/>
                    <a:pt x="5066" y="3675"/>
                  </a:cubicBezTo>
                  <a:cubicBezTo>
                    <a:pt x="4861" y="3514"/>
                    <a:pt x="4671" y="3367"/>
                    <a:pt x="4466" y="3221"/>
                  </a:cubicBezTo>
                  <a:cubicBezTo>
                    <a:pt x="4261" y="3074"/>
                    <a:pt x="4056" y="2943"/>
                    <a:pt x="3880" y="2796"/>
                  </a:cubicBezTo>
                  <a:cubicBezTo>
                    <a:pt x="3134" y="2255"/>
                    <a:pt x="2446" y="1757"/>
                    <a:pt x="1860" y="1332"/>
                  </a:cubicBezTo>
                  <a:cubicBezTo>
                    <a:pt x="1274" y="908"/>
                    <a:pt x="821" y="586"/>
                    <a:pt x="499" y="351"/>
                  </a:cubicBezTo>
                  <a:cubicBezTo>
                    <a:pt x="352" y="234"/>
                    <a:pt x="220" y="161"/>
                    <a:pt x="133" y="88"/>
                  </a:cubicBezTo>
                  <a:cubicBezTo>
                    <a:pt x="45" y="15"/>
                    <a:pt x="1" y="0"/>
                    <a:pt x="1" y="0"/>
                  </a:cubicBezTo>
                  <a:close/>
                </a:path>
              </a:pathLst>
            </a:custGeom>
            <a:solidFill>
              <a:srgbClr val="FFFFFF">
                <a:alpha val="175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5"/>
            <p:cNvSpPr/>
            <p:nvPr/>
          </p:nvSpPr>
          <p:spPr>
            <a:xfrm flipH="1">
              <a:off x="8936226" y="2352732"/>
              <a:ext cx="1159706" cy="95091"/>
            </a:xfrm>
            <a:custGeom>
              <a:avLst/>
              <a:gdLst/>
              <a:ahLst/>
              <a:cxnLst/>
              <a:rect l="l" t="t" r="r" b="b"/>
              <a:pathLst>
                <a:path w="14830" h="1216" extrusionOk="0">
                  <a:moveTo>
                    <a:pt x="0" y="1"/>
                  </a:moveTo>
                  <a:lnTo>
                    <a:pt x="0" y="1216"/>
                  </a:lnTo>
                  <a:lnTo>
                    <a:pt x="14830" y="1216"/>
                  </a:lnTo>
                  <a:lnTo>
                    <a:pt x="148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5"/>
            <p:cNvSpPr/>
            <p:nvPr/>
          </p:nvSpPr>
          <p:spPr>
            <a:xfrm flipH="1">
              <a:off x="9106784" y="2440863"/>
              <a:ext cx="90477" cy="2433975"/>
            </a:xfrm>
            <a:custGeom>
              <a:avLst/>
              <a:gdLst/>
              <a:ahLst/>
              <a:cxnLst/>
              <a:rect l="l" t="t" r="r" b="b"/>
              <a:pathLst>
                <a:path w="1157" h="31125" extrusionOk="0">
                  <a:moveTo>
                    <a:pt x="0" y="1"/>
                  </a:moveTo>
                  <a:lnTo>
                    <a:pt x="0" y="31125"/>
                  </a:lnTo>
                  <a:lnTo>
                    <a:pt x="556" y="31125"/>
                  </a:lnTo>
                  <a:lnTo>
                    <a:pt x="11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5"/>
            <p:cNvSpPr/>
            <p:nvPr/>
          </p:nvSpPr>
          <p:spPr>
            <a:xfrm flipH="1">
              <a:off x="9817697" y="2432887"/>
              <a:ext cx="90556" cy="2451101"/>
            </a:xfrm>
            <a:custGeom>
              <a:avLst/>
              <a:gdLst/>
              <a:ahLst/>
              <a:cxnLst/>
              <a:rect l="l" t="t" r="r" b="b"/>
              <a:pathLst>
                <a:path w="1158" h="31344" extrusionOk="0">
                  <a:moveTo>
                    <a:pt x="1" y="0"/>
                  </a:moveTo>
                  <a:lnTo>
                    <a:pt x="1" y="31344"/>
                  </a:lnTo>
                  <a:lnTo>
                    <a:pt x="557" y="31344"/>
                  </a:lnTo>
                  <a:lnTo>
                    <a:pt x="11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5"/>
            <p:cNvSpPr/>
            <p:nvPr/>
          </p:nvSpPr>
          <p:spPr>
            <a:xfrm flipH="1">
              <a:off x="9197181" y="3357912"/>
              <a:ext cx="640067" cy="51534"/>
            </a:xfrm>
            <a:custGeom>
              <a:avLst/>
              <a:gdLst/>
              <a:ahLst/>
              <a:cxnLst/>
              <a:rect l="l" t="t" r="r" b="b"/>
              <a:pathLst>
                <a:path w="8185" h="659" extrusionOk="0">
                  <a:moveTo>
                    <a:pt x="1" y="0"/>
                  </a:moveTo>
                  <a:lnTo>
                    <a:pt x="1" y="659"/>
                  </a:lnTo>
                  <a:lnTo>
                    <a:pt x="8184" y="659"/>
                  </a:lnTo>
                  <a:lnTo>
                    <a:pt x="8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5"/>
            <p:cNvSpPr/>
            <p:nvPr/>
          </p:nvSpPr>
          <p:spPr>
            <a:xfrm flipH="1">
              <a:off x="10337412" y="1455233"/>
              <a:ext cx="281755" cy="419152"/>
            </a:xfrm>
            <a:custGeom>
              <a:avLst/>
              <a:gdLst/>
              <a:ahLst/>
              <a:cxnLst/>
              <a:rect l="l" t="t" r="r" b="b"/>
              <a:pathLst>
                <a:path w="3603" h="5360" extrusionOk="0">
                  <a:moveTo>
                    <a:pt x="294" y="0"/>
                  </a:moveTo>
                  <a:cubicBezTo>
                    <a:pt x="294" y="0"/>
                    <a:pt x="294" y="30"/>
                    <a:pt x="279" y="103"/>
                  </a:cubicBezTo>
                  <a:cubicBezTo>
                    <a:pt x="250" y="176"/>
                    <a:pt x="235" y="278"/>
                    <a:pt x="220" y="396"/>
                  </a:cubicBezTo>
                  <a:cubicBezTo>
                    <a:pt x="176" y="659"/>
                    <a:pt x="103" y="1040"/>
                    <a:pt x="74" y="1494"/>
                  </a:cubicBezTo>
                  <a:cubicBezTo>
                    <a:pt x="30" y="1977"/>
                    <a:pt x="1" y="2518"/>
                    <a:pt x="74" y="3148"/>
                  </a:cubicBezTo>
                  <a:cubicBezTo>
                    <a:pt x="103" y="3455"/>
                    <a:pt x="162" y="3763"/>
                    <a:pt x="279" y="4099"/>
                  </a:cubicBezTo>
                  <a:cubicBezTo>
                    <a:pt x="367" y="4407"/>
                    <a:pt x="528" y="4744"/>
                    <a:pt x="806" y="4992"/>
                  </a:cubicBezTo>
                  <a:cubicBezTo>
                    <a:pt x="1069" y="5241"/>
                    <a:pt x="1410" y="5360"/>
                    <a:pt x="1731" y="5360"/>
                  </a:cubicBezTo>
                  <a:cubicBezTo>
                    <a:pt x="1749" y="5360"/>
                    <a:pt x="1768" y="5359"/>
                    <a:pt x="1787" y="5358"/>
                  </a:cubicBezTo>
                  <a:cubicBezTo>
                    <a:pt x="2138" y="5344"/>
                    <a:pt x="2446" y="5227"/>
                    <a:pt x="2724" y="5066"/>
                  </a:cubicBezTo>
                  <a:cubicBezTo>
                    <a:pt x="3002" y="4905"/>
                    <a:pt x="3207" y="4656"/>
                    <a:pt x="3324" y="4407"/>
                  </a:cubicBezTo>
                  <a:cubicBezTo>
                    <a:pt x="3456" y="4173"/>
                    <a:pt x="3529" y="3909"/>
                    <a:pt x="3544" y="3675"/>
                  </a:cubicBezTo>
                  <a:cubicBezTo>
                    <a:pt x="3602" y="3192"/>
                    <a:pt x="3514" y="2811"/>
                    <a:pt x="3426" y="2577"/>
                  </a:cubicBezTo>
                  <a:cubicBezTo>
                    <a:pt x="3383" y="2445"/>
                    <a:pt x="3353" y="2357"/>
                    <a:pt x="3309" y="2299"/>
                  </a:cubicBezTo>
                  <a:cubicBezTo>
                    <a:pt x="3280" y="2255"/>
                    <a:pt x="3251" y="2211"/>
                    <a:pt x="3251" y="2211"/>
                  </a:cubicBezTo>
                  <a:lnTo>
                    <a:pt x="3251" y="2211"/>
                  </a:lnTo>
                  <a:cubicBezTo>
                    <a:pt x="3236" y="2211"/>
                    <a:pt x="3309" y="2343"/>
                    <a:pt x="3397" y="2577"/>
                  </a:cubicBezTo>
                  <a:cubicBezTo>
                    <a:pt x="3470" y="2811"/>
                    <a:pt x="3544" y="3206"/>
                    <a:pt x="3485" y="3660"/>
                  </a:cubicBezTo>
                  <a:cubicBezTo>
                    <a:pt x="3441" y="4114"/>
                    <a:pt x="3192" y="4670"/>
                    <a:pt x="2680" y="4992"/>
                  </a:cubicBezTo>
                  <a:cubicBezTo>
                    <a:pt x="2431" y="5153"/>
                    <a:pt x="2124" y="5271"/>
                    <a:pt x="1787" y="5271"/>
                  </a:cubicBezTo>
                  <a:cubicBezTo>
                    <a:pt x="1465" y="5271"/>
                    <a:pt x="1128" y="5153"/>
                    <a:pt x="879" y="4919"/>
                  </a:cubicBezTo>
                  <a:cubicBezTo>
                    <a:pt x="616" y="4685"/>
                    <a:pt x="469" y="4378"/>
                    <a:pt x="367" y="4055"/>
                  </a:cubicBezTo>
                  <a:cubicBezTo>
                    <a:pt x="279" y="3748"/>
                    <a:pt x="206" y="3441"/>
                    <a:pt x="162" y="3133"/>
                  </a:cubicBezTo>
                  <a:cubicBezTo>
                    <a:pt x="89" y="2518"/>
                    <a:pt x="103" y="1962"/>
                    <a:pt x="147" y="1494"/>
                  </a:cubicBezTo>
                  <a:cubicBezTo>
                    <a:pt x="176" y="1040"/>
                    <a:pt x="220" y="659"/>
                    <a:pt x="250" y="396"/>
                  </a:cubicBezTo>
                  <a:cubicBezTo>
                    <a:pt x="279" y="293"/>
                    <a:pt x="279" y="176"/>
                    <a:pt x="294" y="103"/>
                  </a:cubicBezTo>
                  <a:lnTo>
                    <a:pt x="2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5"/>
            <p:cNvSpPr/>
            <p:nvPr/>
          </p:nvSpPr>
          <p:spPr>
            <a:xfrm flipH="1">
              <a:off x="10073018" y="1863905"/>
              <a:ext cx="389280" cy="504546"/>
            </a:xfrm>
            <a:custGeom>
              <a:avLst/>
              <a:gdLst/>
              <a:ahLst/>
              <a:cxnLst/>
              <a:rect l="l" t="t" r="r" b="b"/>
              <a:pathLst>
                <a:path w="4978" h="6452" extrusionOk="0">
                  <a:moveTo>
                    <a:pt x="516" y="2734"/>
                  </a:moveTo>
                  <a:cubicBezTo>
                    <a:pt x="535" y="2734"/>
                    <a:pt x="553" y="2735"/>
                    <a:pt x="571" y="2738"/>
                  </a:cubicBezTo>
                  <a:cubicBezTo>
                    <a:pt x="626" y="2742"/>
                    <a:pt x="678" y="2757"/>
                    <a:pt x="727" y="2781"/>
                  </a:cubicBezTo>
                  <a:lnTo>
                    <a:pt x="727" y="2781"/>
                  </a:lnTo>
                  <a:cubicBezTo>
                    <a:pt x="729" y="2894"/>
                    <a:pt x="723" y="3010"/>
                    <a:pt x="703" y="3119"/>
                  </a:cubicBezTo>
                  <a:cubicBezTo>
                    <a:pt x="688" y="3192"/>
                    <a:pt x="645" y="3265"/>
                    <a:pt x="586" y="3324"/>
                  </a:cubicBezTo>
                  <a:cubicBezTo>
                    <a:pt x="530" y="3346"/>
                    <a:pt x="474" y="3377"/>
                    <a:pt x="417" y="3377"/>
                  </a:cubicBezTo>
                  <a:cubicBezTo>
                    <a:pt x="400" y="3377"/>
                    <a:pt x="383" y="3375"/>
                    <a:pt x="366" y="3368"/>
                  </a:cubicBezTo>
                  <a:cubicBezTo>
                    <a:pt x="220" y="3338"/>
                    <a:pt x="103" y="3148"/>
                    <a:pt x="147" y="2987"/>
                  </a:cubicBezTo>
                  <a:cubicBezTo>
                    <a:pt x="199" y="2843"/>
                    <a:pt x="358" y="2734"/>
                    <a:pt x="516" y="2734"/>
                  </a:cubicBezTo>
                  <a:close/>
                  <a:moveTo>
                    <a:pt x="147" y="1"/>
                  </a:moveTo>
                  <a:cubicBezTo>
                    <a:pt x="147" y="30"/>
                    <a:pt x="176" y="59"/>
                    <a:pt x="191" y="132"/>
                  </a:cubicBezTo>
                  <a:cubicBezTo>
                    <a:pt x="205" y="206"/>
                    <a:pt x="249" y="323"/>
                    <a:pt x="293" y="469"/>
                  </a:cubicBezTo>
                  <a:cubicBezTo>
                    <a:pt x="396" y="762"/>
                    <a:pt x="513" y="1172"/>
                    <a:pt x="615" y="1728"/>
                  </a:cubicBezTo>
                  <a:cubicBezTo>
                    <a:pt x="659" y="2006"/>
                    <a:pt x="703" y="2299"/>
                    <a:pt x="718" y="2621"/>
                  </a:cubicBezTo>
                  <a:cubicBezTo>
                    <a:pt x="720" y="2647"/>
                    <a:pt x="722" y="2673"/>
                    <a:pt x="724" y="2699"/>
                  </a:cubicBezTo>
                  <a:lnTo>
                    <a:pt x="724" y="2699"/>
                  </a:lnTo>
                  <a:cubicBezTo>
                    <a:pt x="675" y="2680"/>
                    <a:pt x="624" y="2669"/>
                    <a:pt x="571" y="2665"/>
                  </a:cubicBezTo>
                  <a:cubicBezTo>
                    <a:pt x="551" y="2662"/>
                    <a:pt x="529" y="2661"/>
                    <a:pt x="508" y="2661"/>
                  </a:cubicBezTo>
                  <a:cubicBezTo>
                    <a:pt x="320" y="2661"/>
                    <a:pt x="125" y="2775"/>
                    <a:pt x="59" y="2972"/>
                  </a:cubicBezTo>
                  <a:cubicBezTo>
                    <a:pt x="0" y="3192"/>
                    <a:pt x="147" y="3412"/>
                    <a:pt x="352" y="3470"/>
                  </a:cubicBezTo>
                  <a:cubicBezTo>
                    <a:pt x="367" y="3472"/>
                    <a:pt x="382" y="3473"/>
                    <a:pt x="396" y="3473"/>
                  </a:cubicBezTo>
                  <a:cubicBezTo>
                    <a:pt x="495" y="3473"/>
                    <a:pt x="581" y="3431"/>
                    <a:pt x="645" y="3368"/>
                  </a:cubicBezTo>
                  <a:cubicBezTo>
                    <a:pt x="718" y="3295"/>
                    <a:pt x="762" y="3207"/>
                    <a:pt x="776" y="3119"/>
                  </a:cubicBezTo>
                  <a:cubicBezTo>
                    <a:pt x="808" y="3016"/>
                    <a:pt x="814" y="2921"/>
                    <a:pt x="810" y="2830"/>
                  </a:cubicBezTo>
                  <a:lnTo>
                    <a:pt x="810" y="2830"/>
                  </a:lnTo>
                  <a:cubicBezTo>
                    <a:pt x="894" y="2890"/>
                    <a:pt x="963" y="2973"/>
                    <a:pt x="1011" y="3060"/>
                  </a:cubicBezTo>
                  <a:cubicBezTo>
                    <a:pt x="1098" y="3251"/>
                    <a:pt x="1128" y="3441"/>
                    <a:pt x="1098" y="3646"/>
                  </a:cubicBezTo>
                  <a:cubicBezTo>
                    <a:pt x="1069" y="4056"/>
                    <a:pt x="879" y="4451"/>
                    <a:pt x="923" y="4876"/>
                  </a:cubicBezTo>
                  <a:cubicBezTo>
                    <a:pt x="937" y="5300"/>
                    <a:pt x="1142" y="5666"/>
                    <a:pt x="1391" y="5930"/>
                  </a:cubicBezTo>
                  <a:cubicBezTo>
                    <a:pt x="1669" y="6208"/>
                    <a:pt x="2006" y="6398"/>
                    <a:pt x="2328" y="6427"/>
                  </a:cubicBezTo>
                  <a:cubicBezTo>
                    <a:pt x="2424" y="6444"/>
                    <a:pt x="2518" y="6451"/>
                    <a:pt x="2610" y="6451"/>
                  </a:cubicBezTo>
                  <a:cubicBezTo>
                    <a:pt x="2838" y="6451"/>
                    <a:pt x="3052" y="6406"/>
                    <a:pt x="3250" y="6354"/>
                  </a:cubicBezTo>
                  <a:cubicBezTo>
                    <a:pt x="3499" y="6281"/>
                    <a:pt x="3733" y="6193"/>
                    <a:pt x="3953" y="6135"/>
                  </a:cubicBezTo>
                  <a:cubicBezTo>
                    <a:pt x="4173" y="6076"/>
                    <a:pt x="4363" y="6032"/>
                    <a:pt x="4509" y="6003"/>
                  </a:cubicBezTo>
                  <a:cubicBezTo>
                    <a:pt x="4623" y="5992"/>
                    <a:pt x="4717" y="5989"/>
                    <a:pt x="4789" y="5989"/>
                  </a:cubicBezTo>
                  <a:cubicBezTo>
                    <a:pt x="4869" y="5989"/>
                    <a:pt x="4924" y="5993"/>
                    <a:pt x="4953" y="5993"/>
                  </a:cubicBezTo>
                  <a:cubicBezTo>
                    <a:pt x="4970" y="5993"/>
                    <a:pt x="4978" y="5992"/>
                    <a:pt x="4978" y="5988"/>
                  </a:cubicBezTo>
                  <a:cubicBezTo>
                    <a:pt x="4978" y="5988"/>
                    <a:pt x="4865" y="5969"/>
                    <a:pt x="4641" y="5969"/>
                  </a:cubicBezTo>
                  <a:cubicBezTo>
                    <a:pt x="4584" y="5969"/>
                    <a:pt x="4521" y="5971"/>
                    <a:pt x="4451" y="5974"/>
                  </a:cubicBezTo>
                  <a:cubicBezTo>
                    <a:pt x="4304" y="5988"/>
                    <a:pt x="4114" y="6032"/>
                    <a:pt x="3895" y="6076"/>
                  </a:cubicBezTo>
                  <a:cubicBezTo>
                    <a:pt x="3704" y="6135"/>
                    <a:pt x="3455" y="6208"/>
                    <a:pt x="3192" y="6281"/>
                  </a:cubicBezTo>
                  <a:cubicBezTo>
                    <a:pt x="3004" y="6333"/>
                    <a:pt x="2793" y="6378"/>
                    <a:pt x="2576" y="6378"/>
                  </a:cubicBezTo>
                  <a:cubicBezTo>
                    <a:pt x="2489" y="6378"/>
                    <a:pt x="2401" y="6371"/>
                    <a:pt x="2313" y="6354"/>
                  </a:cubicBezTo>
                  <a:cubicBezTo>
                    <a:pt x="1991" y="6296"/>
                    <a:pt x="1684" y="6135"/>
                    <a:pt x="1435" y="5886"/>
                  </a:cubicBezTo>
                  <a:cubicBezTo>
                    <a:pt x="1172" y="5622"/>
                    <a:pt x="996" y="5256"/>
                    <a:pt x="967" y="4876"/>
                  </a:cubicBezTo>
                  <a:cubicBezTo>
                    <a:pt x="952" y="4495"/>
                    <a:pt x="1142" y="4100"/>
                    <a:pt x="1172" y="3661"/>
                  </a:cubicBezTo>
                  <a:cubicBezTo>
                    <a:pt x="1215" y="3441"/>
                    <a:pt x="1186" y="3221"/>
                    <a:pt x="1084" y="3031"/>
                  </a:cubicBezTo>
                  <a:cubicBezTo>
                    <a:pt x="1020" y="2912"/>
                    <a:pt x="922" y="2805"/>
                    <a:pt x="804" y="2738"/>
                  </a:cubicBezTo>
                  <a:lnTo>
                    <a:pt x="804" y="2738"/>
                  </a:lnTo>
                  <a:cubicBezTo>
                    <a:pt x="800" y="2694"/>
                    <a:pt x="795" y="2650"/>
                    <a:pt x="791" y="2606"/>
                  </a:cubicBezTo>
                  <a:cubicBezTo>
                    <a:pt x="776" y="2270"/>
                    <a:pt x="732" y="1977"/>
                    <a:pt x="688" y="1713"/>
                  </a:cubicBezTo>
                  <a:cubicBezTo>
                    <a:pt x="571" y="1172"/>
                    <a:pt x="440" y="733"/>
                    <a:pt x="337" y="440"/>
                  </a:cubicBezTo>
                  <a:cubicBezTo>
                    <a:pt x="279" y="293"/>
                    <a:pt x="249" y="191"/>
                    <a:pt x="205" y="118"/>
                  </a:cubicBezTo>
                  <a:lnTo>
                    <a:pt x="1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5"/>
            <p:cNvSpPr/>
            <p:nvPr/>
          </p:nvSpPr>
          <p:spPr>
            <a:xfrm flipH="1">
              <a:off x="9017477" y="1850142"/>
              <a:ext cx="720144" cy="496961"/>
            </a:xfrm>
            <a:custGeom>
              <a:avLst/>
              <a:gdLst/>
              <a:ahLst/>
              <a:cxnLst/>
              <a:rect l="l" t="t" r="r" b="b"/>
              <a:pathLst>
                <a:path w="9209" h="6355" extrusionOk="0">
                  <a:moveTo>
                    <a:pt x="1025" y="1"/>
                  </a:moveTo>
                  <a:lnTo>
                    <a:pt x="0" y="6355"/>
                  </a:lnTo>
                  <a:lnTo>
                    <a:pt x="7993" y="6355"/>
                  </a:lnTo>
                  <a:lnTo>
                    <a:pt x="9208" y="1026"/>
                  </a:lnTo>
                  <a:lnTo>
                    <a:pt x="102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5"/>
            <p:cNvSpPr/>
            <p:nvPr/>
          </p:nvSpPr>
          <p:spPr>
            <a:xfrm flipH="1">
              <a:off x="9101072" y="2335606"/>
              <a:ext cx="1029268" cy="34408"/>
            </a:xfrm>
            <a:custGeom>
              <a:avLst/>
              <a:gdLst/>
              <a:ahLst/>
              <a:cxnLst/>
              <a:rect l="l" t="t" r="r" b="b"/>
              <a:pathLst>
                <a:path w="13162" h="440" extrusionOk="0">
                  <a:moveTo>
                    <a:pt x="5008" y="0"/>
                  </a:moveTo>
                  <a:lnTo>
                    <a:pt x="30" y="117"/>
                  </a:lnTo>
                  <a:lnTo>
                    <a:pt x="1" y="308"/>
                  </a:lnTo>
                  <a:lnTo>
                    <a:pt x="13103" y="439"/>
                  </a:lnTo>
                  <a:lnTo>
                    <a:pt x="13162" y="147"/>
                  </a:lnTo>
                  <a:lnTo>
                    <a:pt x="50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5"/>
            <p:cNvSpPr/>
            <p:nvPr/>
          </p:nvSpPr>
          <p:spPr>
            <a:xfrm flipH="1">
              <a:off x="9309399" y="2062924"/>
              <a:ext cx="74525" cy="102364"/>
            </a:xfrm>
            <a:custGeom>
              <a:avLst/>
              <a:gdLst/>
              <a:ahLst/>
              <a:cxnLst/>
              <a:rect l="l" t="t" r="r" b="b"/>
              <a:pathLst>
                <a:path w="953" h="1309" extrusionOk="0">
                  <a:moveTo>
                    <a:pt x="561" y="0"/>
                  </a:moveTo>
                  <a:cubicBezTo>
                    <a:pt x="339" y="0"/>
                    <a:pt x="115" y="228"/>
                    <a:pt x="74" y="574"/>
                  </a:cubicBezTo>
                  <a:cubicBezTo>
                    <a:pt x="1" y="940"/>
                    <a:pt x="118" y="1247"/>
                    <a:pt x="338" y="1306"/>
                  </a:cubicBezTo>
                  <a:cubicBezTo>
                    <a:pt x="349" y="1307"/>
                    <a:pt x="361" y="1308"/>
                    <a:pt x="373" y="1308"/>
                  </a:cubicBezTo>
                  <a:cubicBezTo>
                    <a:pt x="583" y="1308"/>
                    <a:pt x="810" y="1067"/>
                    <a:pt x="879" y="735"/>
                  </a:cubicBezTo>
                  <a:cubicBezTo>
                    <a:pt x="952" y="369"/>
                    <a:pt x="821" y="61"/>
                    <a:pt x="601" y="3"/>
                  </a:cubicBezTo>
                  <a:cubicBezTo>
                    <a:pt x="588" y="1"/>
                    <a:pt x="575" y="0"/>
                    <a:pt x="561" y="0"/>
                  </a:cubicBezTo>
                  <a:close/>
                </a:path>
              </a:pathLst>
            </a:cu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5"/>
            <p:cNvSpPr/>
            <p:nvPr/>
          </p:nvSpPr>
          <p:spPr>
            <a:xfrm flipH="1">
              <a:off x="9291100" y="2037196"/>
              <a:ext cx="113390" cy="153741"/>
            </a:xfrm>
            <a:custGeom>
              <a:avLst/>
              <a:gdLst/>
              <a:ahLst/>
              <a:cxnLst/>
              <a:rect l="l" t="t" r="r" b="b"/>
              <a:pathLst>
                <a:path w="1450" h="1966" extrusionOk="0">
                  <a:moveTo>
                    <a:pt x="838" y="1"/>
                  </a:moveTo>
                  <a:cubicBezTo>
                    <a:pt x="527" y="1"/>
                    <a:pt x="211" y="362"/>
                    <a:pt x="117" y="859"/>
                  </a:cubicBezTo>
                  <a:cubicBezTo>
                    <a:pt x="0" y="1415"/>
                    <a:pt x="205" y="1913"/>
                    <a:pt x="527" y="1957"/>
                  </a:cubicBezTo>
                  <a:cubicBezTo>
                    <a:pt x="554" y="1963"/>
                    <a:pt x="582" y="1966"/>
                    <a:pt x="609" y="1966"/>
                  </a:cubicBezTo>
                  <a:cubicBezTo>
                    <a:pt x="921" y="1966"/>
                    <a:pt x="1238" y="1592"/>
                    <a:pt x="1332" y="1108"/>
                  </a:cubicBezTo>
                  <a:cubicBezTo>
                    <a:pt x="1450" y="551"/>
                    <a:pt x="1245" y="54"/>
                    <a:pt x="923" y="10"/>
                  </a:cubicBezTo>
                  <a:cubicBezTo>
                    <a:pt x="895" y="4"/>
                    <a:pt x="867" y="1"/>
                    <a:pt x="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5"/>
            <p:cNvSpPr/>
            <p:nvPr/>
          </p:nvSpPr>
          <p:spPr>
            <a:xfrm flipH="1">
              <a:off x="10577877" y="1410581"/>
              <a:ext cx="18377" cy="44730"/>
            </a:xfrm>
            <a:custGeom>
              <a:avLst/>
              <a:gdLst/>
              <a:ahLst/>
              <a:cxnLst/>
              <a:rect l="l" t="t" r="r" b="b"/>
              <a:pathLst>
                <a:path w="235" h="572" extrusionOk="0">
                  <a:moveTo>
                    <a:pt x="220" y="0"/>
                  </a:moveTo>
                  <a:cubicBezTo>
                    <a:pt x="206" y="0"/>
                    <a:pt x="132" y="118"/>
                    <a:pt x="74" y="279"/>
                  </a:cubicBezTo>
                  <a:cubicBezTo>
                    <a:pt x="15" y="425"/>
                    <a:pt x="1" y="557"/>
                    <a:pt x="15" y="571"/>
                  </a:cubicBezTo>
                  <a:cubicBezTo>
                    <a:pt x="30" y="571"/>
                    <a:pt x="103" y="440"/>
                    <a:pt x="162" y="293"/>
                  </a:cubicBezTo>
                  <a:cubicBezTo>
                    <a:pt x="220" y="147"/>
                    <a:pt x="235" y="0"/>
                    <a:pt x="2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7825375" y="2447285"/>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065B-DA30-FC5C-430B-F5A87AF44BDA}"/>
              </a:ext>
            </a:extLst>
          </p:cNvPr>
          <p:cNvSpPr>
            <a:spLocks noGrp="1"/>
          </p:cNvSpPr>
          <p:nvPr>
            <p:ph type="title"/>
          </p:nvPr>
        </p:nvSpPr>
        <p:spPr/>
        <p:txBody>
          <a:bodyPr/>
          <a:lstStyle/>
          <a:p>
            <a:r>
              <a:rPr lang="en-US" sz="3200" b="1" dirty="0">
                <a:solidFill>
                  <a:schemeClr val="tx1">
                    <a:lumMod val="50000"/>
                    <a:lumOff val="50000"/>
                  </a:schemeClr>
                </a:solidFill>
                <a:effectLst/>
                <a:latin typeface="Arial" panose="020B0604020202020204" pitchFamily="34" charset="0"/>
                <a:ea typeface="Arial" panose="020B0604020202020204" pitchFamily="34" charset="0"/>
              </a:rPr>
              <a:t>Regional Performance Summary</a:t>
            </a:r>
            <a:endParaRPr lang="en-US" b="1" dirty="0">
              <a:solidFill>
                <a:schemeClr val="tx1">
                  <a:lumMod val="50000"/>
                  <a:lumOff val="50000"/>
                </a:schemeClr>
              </a:solidFill>
            </a:endParaRPr>
          </a:p>
        </p:txBody>
      </p:sp>
      <p:graphicFrame>
        <p:nvGraphicFramePr>
          <p:cNvPr id="3" name="Table 2">
            <a:extLst>
              <a:ext uri="{FF2B5EF4-FFF2-40B4-BE49-F238E27FC236}">
                <a16:creationId xmlns:a16="http://schemas.microsoft.com/office/drawing/2014/main" id="{5A7D160A-4D68-7578-02E8-248A7C459236}"/>
              </a:ext>
            </a:extLst>
          </p:cNvPr>
          <p:cNvGraphicFramePr>
            <a:graphicFrameLocks noGrp="1"/>
          </p:cNvGraphicFramePr>
          <p:nvPr>
            <p:extLst>
              <p:ext uri="{D42A27DB-BD31-4B8C-83A1-F6EECF244321}">
                <p14:modId xmlns:p14="http://schemas.microsoft.com/office/powerpoint/2010/main" val="2944227803"/>
              </p:ext>
            </p:extLst>
          </p:nvPr>
        </p:nvGraphicFramePr>
        <p:xfrm>
          <a:off x="973874" y="1231420"/>
          <a:ext cx="6924444" cy="2738413"/>
        </p:xfrm>
        <a:graphic>
          <a:graphicData uri="http://schemas.openxmlformats.org/drawingml/2006/table">
            <a:tbl>
              <a:tblPr firstRow="1" firstCol="1" bandRow="1"/>
              <a:tblGrid>
                <a:gridCol w="1384889">
                  <a:extLst>
                    <a:ext uri="{9D8B030D-6E8A-4147-A177-3AD203B41FA5}">
                      <a16:colId xmlns:a16="http://schemas.microsoft.com/office/drawing/2014/main" val="2972967542"/>
                    </a:ext>
                  </a:extLst>
                </a:gridCol>
                <a:gridCol w="923259">
                  <a:extLst>
                    <a:ext uri="{9D8B030D-6E8A-4147-A177-3AD203B41FA5}">
                      <a16:colId xmlns:a16="http://schemas.microsoft.com/office/drawing/2014/main" val="2331942288"/>
                    </a:ext>
                  </a:extLst>
                </a:gridCol>
                <a:gridCol w="725418">
                  <a:extLst>
                    <a:ext uri="{9D8B030D-6E8A-4147-A177-3AD203B41FA5}">
                      <a16:colId xmlns:a16="http://schemas.microsoft.com/office/drawing/2014/main" val="4148926482"/>
                    </a:ext>
                  </a:extLst>
                </a:gridCol>
                <a:gridCol w="857312">
                  <a:extLst>
                    <a:ext uri="{9D8B030D-6E8A-4147-A177-3AD203B41FA5}">
                      <a16:colId xmlns:a16="http://schemas.microsoft.com/office/drawing/2014/main" val="3866873342"/>
                    </a:ext>
                  </a:extLst>
                </a:gridCol>
                <a:gridCol w="725418">
                  <a:extLst>
                    <a:ext uri="{9D8B030D-6E8A-4147-A177-3AD203B41FA5}">
                      <a16:colId xmlns:a16="http://schemas.microsoft.com/office/drawing/2014/main" val="3116933832"/>
                    </a:ext>
                  </a:extLst>
                </a:gridCol>
                <a:gridCol w="857312">
                  <a:extLst>
                    <a:ext uri="{9D8B030D-6E8A-4147-A177-3AD203B41FA5}">
                      <a16:colId xmlns:a16="http://schemas.microsoft.com/office/drawing/2014/main" val="3421304214"/>
                    </a:ext>
                  </a:extLst>
                </a:gridCol>
                <a:gridCol w="1450836">
                  <a:extLst>
                    <a:ext uri="{9D8B030D-6E8A-4147-A177-3AD203B41FA5}">
                      <a16:colId xmlns:a16="http://schemas.microsoft.com/office/drawing/2014/main" val="4283865577"/>
                    </a:ext>
                  </a:extLst>
                </a:gridCol>
              </a:tblGrid>
              <a:tr h="416715">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Region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MAT 2026</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dirty="0">
                          <a:solidFill>
                            <a:srgbClr val="FFFFFF"/>
                          </a:solidFill>
                          <a:effectLst/>
                          <a:latin typeface="Arial" panose="020B0604020202020204" pitchFamily="34" charset="0"/>
                          <a:ea typeface="Arial" panose="020B0604020202020204" pitchFamily="34" charset="0"/>
                        </a:rPr>
                        <a:t>Share</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Growth</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CAGR 4Y</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Avg Price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Assessment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3201641077"/>
                  </a:ext>
                </a:extLst>
              </a:tr>
              <a:tr h="370922">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Greater Cairo</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54.88B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49.5%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+32.3%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30.4%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106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MARKET CORE — in-line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892617778"/>
                  </a:ext>
                </a:extLst>
              </a:tr>
              <a:tr h="604466">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Delta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26.45B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23.8%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1F6B75"/>
                          </a:solidFill>
                          <a:effectLst/>
                          <a:latin typeface="Arial" panose="020B0604020202020204" pitchFamily="34" charset="0"/>
                          <a:ea typeface="Arial" panose="020B0604020202020204" pitchFamily="34" charset="0"/>
                        </a:rPr>
                        <a:t>+32.3%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30.7%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103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dirty="0">
                          <a:solidFill>
                            <a:srgbClr val="1F6B75"/>
                          </a:solidFill>
                          <a:effectLst/>
                          <a:latin typeface="Arial" panose="020B0604020202020204" pitchFamily="34" charset="0"/>
                          <a:ea typeface="Arial" panose="020B0604020202020204" pitchFamily="34" charset="0"/>
                        </a:rPr>
                        <a:t>Strong — acceleration needed</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508469646"/>
                  </a:ext>
                </a:extLst>
              </a:tr>
              <a:tr h="604466">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Upper Egypt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15.71B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14.2%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+37.8%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32.7%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105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1E5C2A"/>
                          </a:solidFill>
                          <a:effectLst/>
                          <a:latin typeface="Arial" panose="020B0604020202020204" pitchFamily="34" charset="0"/>
                          <a:ea typeface="Arial" panose="020B0604020202020204" pitchFamily="34" charset="0"/>
                        </a:rPr>
                        <a:t>FASTEST — massive underpenetration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354008116"/>
                  </a:ext>
                </a:extLst>
              </a:tr>
              <a:tr h="370922">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Alexandria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11.78B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+27.5%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33.2%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106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Below national — monitor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326539051"/>
                  </a:ext>
                </a:extLst>
              </a:tr>
              <a:tr h="370922">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Canal Zone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2.08B</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C55A11"/>
                          </a:solidFill>
                          <a:effectLst/>
                          <a:latin typeface="Arial" panose="020B0604020202020204" pitchFamily="34" charset="0"/>
                          <a:ea typeface="Arial" panose="020B0604020202020204" pitchFamily="34" charset="0"/>
                        </a:rPr>
                        <a:t>+27.8%</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24.1%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106</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dirty="0">
                          <a:solidFill>
                            <a:srgbClr val="C55A11"/>
                          </a:solidFill>
                          <a:effectLst/>
                          <a:latin typeface="Arial" panose="020B0604020202020204" pitchFamily="34" charset="0"/>
                          <a:ea typeface="Arial" panose="020B0604020202020204" pitchFamily="34" charset="0"/>
                        </a:rPr>
                        <a:t>Weakest CAGR — volatile</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61771710"/>
                  </a:ext>
                </a:extLst>
              </a:tr>
            </a:tbl>
          </a:graphicData>
        </a:graphic>
      </p:graphicFrame>
    </p:spTree>
    <p:extLst>
      <p:ext uri="{BB962C8B-B14F-4D97-AF65-F5344CB8AC3E}">
        <p14:creationId xmlns:p14="http://schemas.microsoft.com/office/powerpoint/2010/main" val="18672332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506" name="Google Shape;1506;p51"/>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Egypt Pharmaceutical Market</a:t>
            </a:r>
            <a:endParaRPr dirty="0"/>
          </a:p>
        </p:txBody>
      </p:sp>
      <p:sp>
        <p:nvSpPr>
          <p:cNvPr id="1507" name="Google Shape;1507;p51"/>
          <p:cNvSpPr txBox="1">
            <a:spLocks noGrp="1"/>
          </p:cNvSpPr>
          <p:nvPr>
            <p:ph type="subTitle" idx="4294967295"/>
          </p:nvPr>
        </p:nvSpPr>
        <p:spPr>
          <a:xfrm flipH="1">
            <a:off x="6494599" y="1075227"/>
            <a:ext cx="1995000" cy="486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dirty="0">
                <a:latin typeface="Archivo Black"/>
                <a:ea typeface="Archivo Black"/>
                <a:cs typeface="Archivo Black"/>
                <a:sym typeface="Archivo Black"/>
              </a:rPr>
              <a:t>Cairo Region</a:t>
            </a:r>
            <a:endParaRPr sz="2000" dirty="0">
              <a:latin typeface="Archivo Black"/>
              <a:ea typeface="Archivo Black"/>
              <a:cs typeface="Archivo Black"/>
              <a:sym typeface="Archivo Black"/>
            </a:endParaRPr>
          </a:p>
        </p:txBody>
      </p:sp>
      <p:sp>
        <p:nvSpPr>
          <p:cNvPr id="1508" name="Google Shape;1508;p51"/>
          <p:cNvSpPr txBox="1">
            <a:spLocks noGrp="1"/>
          </p:cNvSpPr>
          <p:nvPr>
            <p:ph type="subTitle" idx="4294967295"/>
          </p:nvPr>
        </p:nvSpPr>
        <p:spPr>
          <a:xfrm flipH="1">
            <a:off x="6503582" y="2149470"/>
            <a:ext cx="1995000" cy="486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dirty="0">
                <a:latin typeface="Archivo Black"/>
                <a:ea typeface="Archivo Black"/>
                <a:cs typeface="Archivo Black"/>
                <a:sym typeface="Archivo Black"/>
              </a:rPr>
              <a:t>Alexandria</a:t>
            </a:r>
            <a:endParaRPr sz="2000" dirty="0">
              <a:latin typeface="Archivo Black"/>
              <a:ea typeface="Archivo Black"/>
              <a:cs typeface="Archivo Black"/>
              <a:sym typeface="Archivo Black"/>
            </a:endParaRPr>
          </a:p>
        </p:txBody>
      </p:sp>
      <p:sp>
        <p:nvSpPr>
          <p:cNvPr id="1509" name="Google Shape;1509;p51"/>
          <p:cNvSpPr txBox="1">
            <a:spLocks noGrp="1"/>
          </p:cNvSpPr>
          <p:nvPr>
            <p:ph type="subTitle" idx="4294967295"/>
          </p:nvPr>
        </p:nvSpPr>
        <p:spPr>
          <a:xfrm flipH="1">
            <a:off x="6458782" y="1548108"/>
            <a:ext cx="2573706" cy="648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b="1" dirty="0"/>
              <a:t>Greater Cairo — Egypt's largest pharmaceutical market</a:t>
            </a:r>
            <a:endParaRPr sz="1200" b="1" dirty="0"/>
          </a:p>
        </p:txBody>
      </p:sp>
      <p:sp>
        <p:nvSpPr>
          <p:cNvPr id="1510" name="Google Shape;1510;p51"/>
          <p:cNvSpPr txBox="1">
            <a:spLocks noGrp="1"/>
          </p:cNvSpPr>
          <p:nvPr>
            <p:ph type="subTitle" idx="4294967295"/>
          </p:nvPr>
        </p:nvSpPr>
        <p:spPr>
          <a:xfrm flipH="1">
            <a:off x="6415388" y="2631160"/>
            <a:ext cx="2617100" cy="648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b="1" dirty="0"/>
              <a:t>Alexandria — second-largest market; key distribution hub for northern Egypt</a:t>
            </a:r>
            <a:endParaRPr sz="1200" b="1" dirty="0"/>
          </a:p>
        </p:txBody>
      </p:sp>
      <p:grpSp>
        <p:nvGrpSpPr>
          <p:cNvPr id="1511" name="Google Shape;1511;p51"/>
          <p:cNvGrpSpPr/>
          <p:nvPr/>
        </p:nvGrpSpPr>
        <p:grpSpPr>
          <a:xfrm>
            <a:off x="8055121" y="51550"/>
            <a:ext cx="887400" cy="856500"/>
            <a:chOff x="8055121" y="51550"/>
            <a:chExt cx="887400" cy="856500"/>
          </a:xfrm>
        </p:grpSpPr>
        <p:sp>
          <p:nvSpPr>
            <p:cNvPr id="1512" name="Google Shape;1512;p51"/>
            <p:cNvSpPr/>
            <p:nvPr/>
          </p:nvSpPr>
          <p:spPr>
            <a:xfrm rot="1645945">
              <a:off x="8157602" y="174339"/>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3" name="Google Shape;1513;p51"/>
            <p:cNvGrpSpPr/>
            <p:nvPr/>
          </p:nvGrpSpPr>
          <p:grpSpPr>
            <a:xfrm>
              <a:off x="8292426" y="312180"/>
              <a:ext cx="470598" cy="335235"/>
              <a:chOff x="393289" y="3285780"/>
              <a:chExt cx="470598" cy="335235"/>
            </a:xfrm>
          </p:grpSpPr>
          <p:sp>
            <p:nvSpPr>
              <p:cNvPr id="1514" name="Google Shape;1514;p51"/>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51"/>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51"/>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17" name="Google Shape;1517;p51"/>
          <p:cNvSpPr/>
          <p:nvPr/>
        </p:nvSpPr>
        <p:spPr>
          <a:xfrm rot="-1456987">
            <a:off x="233603" y="4323573"/>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51"/>
          <p:cNvSpPr/>
          <p:nvPr/>
        </p:nvSpPr>
        <p:spPr>
          <a:xfrm>
            <a:off x="5918224" y="1138267"/>
            <a:ext cx="522848" cy="403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51"/>
          <p:cNvSpPr/>
          <p:nvPr/>
        </p:nvSpPr>
        <p:spPr>
          <a:xfrm>
            <a:off x="5918224" y="3370430"/>
            <a:ext cx="522848" cy="403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51"/>
          <p:cNvSpPr txBox="1">
            <a:spLocks noGrp="1"/>
          </p:cNvSpPr>
          <p:nvPr>
            <p:ph type="subTitle" idx="4294967295"/>
          </p:nvPr>
        </p:nvSpPr>
        <p:spPr>
          <a:xfrm flipH="1">
            <a:off x="6503582" y="3374687"/>
            <a:ext cx="1995000" cy="4869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dirty="0">
                <a:latin typeface="Archivo Black"/>
                <a:ea typeface="Archivo Black"/>
                <a:cs typeface="Archivo Black"/>
                <a:sym typeface="Archivo Black"/>
              </a:rPr>
              <a:t>Upper Egypt</a:t>
            </a:r>
            <a:endParaRPr sz="2000" dirty="0">
              <a:latin typeface="Archivo Black"/>
              <a:ea typeface="Archivo Black"/>
              <a:cs typeface="Archivo Black"/>
              <a:sym typeface="Archivo Black"/>
            </a:endParaRPr>
          </a:p>
        </p:txBody>
      </p:sp>
      <p:sp>
        <p:nvSpPr>
          <p:cNvPr id="1529" name="Google Shape;1529;p51"/>
          <p:cNvSpPr txBox="1">
            <a:spLocks noGrp="1"/>
          </p:cNvSpPr>
          <p:nvPr>
            <p:ph type="subTitle" idx="4294967295"/>
          </p:nvPr>
        </p:nvSpPr>
        <p:spPr>
          <a:xfrm flipH="1">
            <a:off x="6503582" y="3800978"/>
            <a:ext cx="2528906" cy="648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b="1" dirty="0"/>
              <a:t>Upper Egypt — emerging market with growing pharmaceutical retail penetration</a:t>
            </a:r>
            <a:endParaRPr sz="1200" b="1" dirty="0"/>
          </a:p>
        </p:txBody>
      </p:sp>
      <p:sp>
        <p:nvSpPr>
          <p:cNvPr id="1530" name="Google Shape;1530;p51"/>
          <p:cNvSpPr/>
          <p:nvPr/>
        </p:nvSpPr>
        <p:spPr>
          <a:xfrm>
            <a:off x="5918224" y="2162065"/>
            <a:ext cx="522848" cy="403464"/>
          </a:xfrm>
          <a:custGeom>
            <a:avLst/>
            <a:gdLst/>
            <a:ahLst/>
            <a:cxnLst/>
            <a:rect l="l" t="t" r="r" b="b"/>
            <a:pathLst>
              <a:path w="2768" h="2136" extrusionOk="0">
                <a:moveTo>
                  <a:pt x="1275" y="1"/>
                </a:moveTo>
                <a:cubicBezTo>
                  <a:pt x="954" y="1"/>
                  <a:pt x="635" y="116"/>
                  <a:pt x="411" y="340"/>
                </a:cubicBezTo>
                <a:cubicBezTo>
                  <a:pt x="103" y="633"/>
                  <a:pt x="1" y="1146"/>
                  <a:pt x="191" y="1512"/>
                </a:cubicBezTo>
                <a:cubicBezTo>
                  <a:pt x="323" y="1746"/>
                  <a:pt x="557" y="1907"/>
                  <a:pt x="806" y="2009"/>
                </a:cubicBezTo>
                <a:cubicBezTo>
                  <a:pt x="1011" y="2089"/>
                  <a:pt x="1235" y="2135"/>
                  <a:pt x="1455" y="2135"/>
                </a:cubicBezTo>
                <a:cubicBezTo>
                  <a:pt x="1723" y="2135"/>
                  <a:pt x="1987" y="2067"/>
                  <a:pt x="2211" y="1907"/>
                </a:cubicBezTo>
                <a:cubicBezTo>
                  <a:pt x="2607" y="1614"/>
                  <a:pt x="2768" y="1014"/>
                  <a:pt x="2504" y="604"/>
                </a:cubicBezTo>
                <a:lnTo>
                  <a:pt x="2504" y="604"/>
                </a:lnTo>
                <a:lnTo>
                  <a:pt x="2665" y="765"/>
                </a:lnTo>
                <a:cubicBezTo>
                  <a:pt x="2402" y="414"/>
                  <a:pt x="2036" y="136"/>
                  <a:pt x="1626" y="48"/>
                </a:cubicBezTo>
                <a:cubicBezTo>
                  <a:pt x="1512" y="16"/>
                  <a:pt x="1393" y="1"/>
                  <a:pt x="1275" y="1"/>
                </a:cubicBezTo>
                <a:close/>
              </a:path>
            </a:pathLst>
          </a:cu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4471920A-173A-7257-15E0-30CB3AC96DCD}"/>
              </a:ext>
            </a:extLst>
          </p:cNvPr>
          <p:cNvPicPr>
            <a:picLocks noChangeAspect="1"/>
          </p:cNvPicPr>
          <p:nvPr/>
        </p:nvPicPr>
        <p:blipFill>
          <a:blip r:embed="rId3"/>
          <a:stretch/>
        </p:blipFill>
        <p:spPr>
          <a:xfrm>
            <a:off x="410504" y="1028931"/>
            <a:ext cx="5600308" cy="3772524"/>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45"/>
          <p:cNvSpPr txBox="1">
            <a:spLocks noGrp="1"/>
          </p:cNvSpPr>
          <p:nvPr>
            <p:ph type="title"/>
          </p:nvPr>
        </p:nvSpPr>
        <p:spPr>
          <a:xfrm>
            <a:off x="886299" y="768383"/>
            <a:ext cx="34698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Regional Performance Summary</a:t>
            </a:r>
            <a:endParaRPr sz="1400" dirty="0"/>
          </a:p>
        </p:txBody>
      </p:sp>
      <p:sp>
        <p:nvSpPr>
          <p:cNvPr id="1052" name="Google Shape;1052;p45"/>
          <p:cNvSpPr txBox="1">
            <a:spLocks noGrp="1"/>
          </p:cNvSpPr>
          <p:nvPr>
            <p:ph type="subTitle" idx="1"/>
          </p:nvPr>
        </p:nvSpPr>
        <p:spPr>
          <a:xfrm>
            <a:off x="1384301" y="2539580"/>
            <a:ext cx="2580000" cy="86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b="1" dirty="0"/>
              <a:t>Greater Cairo: EGP 54.88B (49.5% share, +32.3%) — DEFENSIVE market. Delta: EGP 26.45B (23.8%, +32.3%) — Acceleration needed. Upper Egypt: EGP 15.71B (14.2%, +37.8%) — FASTEST growing, massive underpenetration (40% of population). Alexandria: EGP 11.78B (10.6%, +27.5%) — Below national, monitor. Canal Zone: EGP 2.08B (1.9%, +27.8%) — Weakest CAGR, volatile.</a:t>
            </a:r>
            <a:endParaRPr sz="1200" b="1" dirty="0"/>
          </a:p>
        </p:txBody>
      </p:sp>
      <p:sp>
        <p:nvSpPr>
          <p:cNvPr id="1053" name="Google Shape;1053;p45"/>
          <p:cNvSpPr txBox="1">
            <a:spLocks noGrp="1"/>
          </p:cNvSpPr>
          <p:nvPr>
            <p:ph type="title" idx="2"/>
          </p:nvPr>
        </p:nvSpPr>
        <p:spPr>
          <a:xfrm>
            <a:off x="4536099" y="776951"/>
            <a:ext cx="34698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Upper Egypt Opportunity</a:t>
            </a:r>
            <a:endParaRPr sz="1400" dirty="0"/>
          </a:p>
        </p:txBody>
      </p:sp>
      <p:sp>
        <p:nvSpPr>
          <p:cNvPr id="1054" name="Google Shape;1054;p45"/>
          <p:cNvSpPr txBox="1">
            <a:spLocks noGrp="1"/>
          </p:cNvSpPr>
          <p:nvPr>
            <p:ph type="subTitle" idx="3"/>
          </p:nvPr>
        </p:nvSpPr>
        <p:spPr>
          <a:xfrm>
            <a:off x="5099172" y="2677800"/>
            <a:ext cx="2580000" cy="86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b="1" dirty="0"/>
              <a:t>Upper Egypt: 14.2% market share vs. 40% of Egypt’s population = 25-point underpenetration gap. If Upper Egypt reaches 20% share, that is an additional EGP 6.4 Billion in revenue. Growth already +37.8% above national average — first movers capture disproportionate share. Top targets: Kafr El Sheikh (+92%), Aswan (+73%), Sohag (+53%), Qena (+51%).</a:t>
            </a:r>
            <a:endParaRPr sz="1200" b="1" dirty="0"/>
          </a:p>
        </p:txBody>
      </p:sp>
      <p:grpSp>
        <p:nvGrpSpPr>
          <p:cNvPr id="1055" name="Google Shape;1055;p45"/>
          <p:cNvGrpSpPr/>
          <p:nvPr/>
        </p:nvGrpSpPr>
        <p:grpSpPr>
          <a:xfrm>
            <a:off x="2359454" y="1696898"/>
            <a:ext cx="576297" cy="573957"/>
            <a:chOff x="2359454" y="1696898"/>
            <a:chExt cx="576297" cy="573957"/>
          </a:xfrm>
        </p:grpSpPr>
        <p:sp>
          <p:nvSpPr>
            <p:cNvPr id="1056" name="Google Shape;1056;p45"/>
            <p:cNvSpPr/>
            <p:nvPr/>
          </p:nvSpPr>
          <p:spPr>
            <a:xfrm>
              <a:off x="2359454" y="2034826"/>
              <a:ext cx="104300" cy="236027"/>
            </a:xfrm>
            <a:custGeom>
              <a:avLst/>
              <a:gdLst/>
              <a:ahLst/>
              <a:cxnLst/>
              <a:rect l="l" t="t" r="r" b="b"/>
              <a:pathLst>
                <a:path w="2477" h="5605" extrusionOk="0">
                  <a:moveTo>
                    <a:pt x="354" y="0"/>
                  </a:moveTo>
                  <a:cubicBezTo>
                    <a:pt x="160" y="0"/>
                    <a:pt x="1" y="160"/>
                    <a:pt x="1" y="354"/>
                  </a:cubicBezTo>
                  <a:lnTo>
                    <a:pt x="1" y="5605"/>
                  </a:lnTo>
                  <a:lnTo>
                    <a:pt x="2477" y="5605"/>
                  </a:lnTo>
                  <a:lnTo>
                    <a:pt x="2477" y="354"/>
                  </a:lnTo>
                  <a:cubicBezTo>
                    <a:pt x="2477" y="160"/>
                    <a:pt x="2310" y="0"/>
                    <a:pt x="21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5"/>
            <p:cNvSpPr/>
            <p:nvPr/>
          </p:nvSpPr>
          <p:spPr>
            <a:xfrm>
              <a:off x="2359454" y="2034826"/>
              <a:ext cx="49687" cy="236027"/>
            </a:xfrm>
            <a:custGeom>
              <a:avLst/>
              <a:gdLst/>
              <a:ahLst/>
              <a:cxnLst/>
              <a:rect l="l" t="t" r="r" b="b"/>
              <a:pathLst>
                <a:path w="1180" h="5605" extrusionOk="0">
                  <a:moveTo>
                    <a:pt x="354" y="0"/>
                  </a:moveTo>
                  <a:cubicBezTo>
                    <a:pt x="160" y="0"/>
                    <a:pt x="1" y="160"/>
                    <a:pt x="1" y="354"/>
                  </a:cubicBezTo>
                  <a:lnTo>
                    <a:pt x="1" y="5605"/>
                  </a:lnTo>
                  <a:lnTo>
                    <a:pt x="826" y="5605"/>
                  </a:lnTo>
                  <a:lnTo>
                    <a:pt x="826" y="354"/>
                  </a:lnTo>
                  <a:cubicBezTo>
                    <a:pt x="826" y="160"/>
                    <a:pt x="986" y="0"/>
                    <a:pt x="1180" y="0"/>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5"/>
            <p:cNvSpPr/>
            <p:nvPr/>
          </p:nvSpPr>
          <p:spPr>
            <a:xfrm>
              <a:off x="2516899" y="1976715"/>
              <a:ext cx="104300" cy="294138"/>
            </a:xfrm>
            <a:custGeom>
              <a:avLst/>
              <a:gdLst/>
              <a:ahLst/>
              <a:cxnLst/>
              <a:rect l="l" t="t" r="r" b="b"/>
              <a:pathLst>
                <a:path w="2477" h="6985" extrusionOk="0">
                  <a:moveTo>
                    <a:pt x="354" y="0"/>
                  </a:moveTo>
                  <a:cubicBezTo>
                    <a:pt x="160" y="0"/>
                    <a:pt x="0" y="153"/>
                    <a:pt x="0" y="354"/>
                  </a:cubicBezTo>
                  <a:lnTo>
                    <a:pt x="0" y="6985"/>
                  </a:lnTo>
                  <a:lnTo>
                    <a:pt x="2476" y="6985"/>
                  </a:lnTo>
                  <a:lnTo>
                    <a:pt x="2476" y="354"/>
                  </a:lnTo>
                  <a:cubicBezTo>
                    <a:pt x="2476" y="153"/>
                    <a:pt x="2317" y="0"/>
                    <a:pt x="21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5"/>
            <p:cNvSpPr/>
            <p:nvPr/>
          </p:nvSpPr>
          <p:spPr>
            <a:xfrm>
              <a:off x="2516899" y="1976715"/>
              <a:ext cx="49687" cy="294138"/>
            </a:xfrm>
            <a:custGeom>
              <a:avLst/>
              <a:gdLst/>
              <a:ahLst/>
              <a:cxnLst/>
              <a:rect l="l" t="t" r="r" b="b"/>
              <a:pathLst>
                <a:path w="1180" h="6985" extrusionOk="0">
                  <a:moveTo>
                    <a:pt x="354" y="0"/>
                  </a:moveTo>
                  <a:cubicBezTo>
                    <a:pt x="160" y="0"/>
                    <a:pt x="0" y="153"/>
                    <a:pt x="0" y="354"/>
                  </a:cubicBezTo>
                  <a:lnTo>
                    <a:pt x="0" y="6985"/>
                  </a:lnTo>
                  <a:lnTo>
                    <a:pt x="826" y="6985"/>
                  </a:lnTo>
                  <a:lnTo>
                    <a:pt x="826" y="354"/>
                  </a:lnTo>
                  <a:cubicBezTo>
                    <a:pt x="826" y="153"/>
                    <a:pt x="985" y="0"/>
                    <a:pt x="1179" y="0"/>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5"/>
            <p:cNvSpPr/>
            <p:nvPr/>
          </p:nvSpPr>
          <p:spPr>
            <a:xfrm>
              <a:off x="2674301" y="1918267"/>
              <a:ext cx="104048" cy="352587"/>
            </a:xfrm>
            <a:custGeom>
              <a:avLst/>
              <a:gdLst/>
              <a:ahLst/>
              <a:cxnLst/>
              <a:rect l="l" t="t" r="r" b="b"/>
              <a:pathLst>
                <a:path w="2471" h="8373" extrusionOk="0">
                  <a:moveTo>
                    <a:pt x="355" y="1"/>
                  </a:moveTo>
                  <a:cubicBezTo>
                    <a:pt x="153" y="1"/>
                    <a:pt x="1" y="160"/>
                    <a:pt x="1" y="355"/>
                  </a:cubicBezTo>
                  <a:lnTo>
                    <a:pt x="1" y="8373"/>
                  </a:lnTo>
                  <a:lnTo>
                    <a:pt x="2470" y="8373"/>
                  </a:lnTo>
                  <a:lnTo>
                    <a:pt x="2470" y="355"/>
                  </a:lnTo>
                  <a:cubicBezTo>
                    <a:pt x="2470" y="160"/>
                    <a:pt x="2311" y="1"/>
                    <a:pt x="21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5"/>
            <p:cNvSpPr/>
            <p:nvPr/>
          </p:nvSpPr>
          <p:spPr>
            <a:xfrm>
              <a:off x="2674301" y="1918267"/>
              <a:ext cx="49687" cy="352587"/>
            </a:xfrm>
            <a:custGeom>
              <a:avLst/>
              <a:gdLst/>
              <a:ahLst/>
              <a:cxnLst/>
              <a:rect l="l" t="t" r="r" b="b"/>
              <a:pathLst>
                <a:path w="1180" h="8373" extrusionOk="0">
                  <a:moveTo>
                    <a:pt x="355" y="1"/>
                  </a:moveTo>
                  <a:cubicBezTo>
                    <a:pt x="153" y="1"/>
                    <a:pt x="1" y="160"/>
                    <a:pt x="1" y="355"/>
                  </a:cubicBezTo>
                  <a:lnTo>
                    <a:pt x="1" y="8373"/>
                  </a:lnTo>
                  <a:lnTo>
                    <a:pt x="826" y="8373"/>
                  </a:lnTo>
                  <a:lnTo>
                    <a:pt x="826" y="355"/>
                  </a:lnTo>
                  <a:cubicBezTo>
                    <a:pt x="826" y="160"/>
                    <a:pt x="986" y="1"/>
                    <a:pt x="1180" y="1"/>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5"/>
            <p:cNvSpPr/>
            <p:nvPr/>
          </p:nvSpPr>
          <p:spPr>
            <a:xfrm>
              <a:off x="2831746" y="1859861"/>
              <a:ext cx="104006" cy="410994"/>
            </a:xfrm>
            <a:custGeom>
              <a:avLst/>
              <a:gdLst/>
              <a:ahLst/>
              <a:cxnLst/>
              <a:rect l="l" t="t" r="r" b="b"/>
              <a:pathLst>
                <a:path w="2470" h="9760" extrusionOk="0">
                  <a:moveTo>
                    <a:pt x="354" y="1"/>
                  </a:moveTo>
                  <a:cubicBezTo>
                    <a:pt x="153" y="1"/>
                    <a:pt x="0" y="160"/>
                    <a:pt x="0" y="354"/>
                  </a:cubicBezTo>
                  <a:lnTo>
                    <a:pt x="0" y="9760"/>
                  </a:lnTo>
                  <a:lnTo>
                    <a:pt x="2470" y="9760"/>
                  </a:lnTo>
                  <a:lnTo>
                    <a:pt x="2470" y="354"/>
                  </a:lnTo>
                  <a:cubicBezTo>
                    <a:pt x="2470" y="160"/>
                    <a:pt x="2310" y="1"/>
                    <a:pt x="21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5"/>
            <p:cNvSpPr/>
            <p:nvPr/>
          </p:nvSpPr>
          <p:spPr>
            <a:xfrm>
              <a:off x="2831746" y="1859861"/>
              <a:ext cx="49687" cy="410994"/>
            </a:xfrm>
            <a:custGeom>
              <a:avLst/>
              <a:gdLst/>
              <a:ahLst/>
              <a:cxnLst/>
              <a:rect l="l" t="t" r="r" b="b"/>
              <a:pathLst>
                <a:path w="1180" h="9760" extrusionOk="0">
                  <a:moveTo>
                    <a:pt x="354" y="1"/>
                  </a:moveTo>
                  <a:cubicBezTo>
                    <a:pt x="153" y="1"/>
                    <a:pt x="0" y="160"/>
                    <a:pt x="0" y="354"/>
                  </a:cubicBezTo>
                  <a:lnTo>
                    <a:pt x="0" y="9760"/>
                  </a:lnTo>
                  <a:lnTo>
                    <a:pt x="826" y="9760"/>
                  </a:lnTo>
                  <a:lnTo>
                    <a:pt x="826" y="354"/>
                  </a:lnTo>
                  <a:cubicBezTo>
                    <a:pt x="826" y="160"/>
                    <a:pt x="978" y="1"/>
                    <a:pt x="1180" y="1"/>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5"/>
            <p:cNvSpPr/>
            <p:nvPr/>
          </p:nvSpPr>
          <p:spPr>
            <a:xfrm>
              <a:off x="2384593" y="1696898"/>
              <a:ext cx="534807" cy="215898"/>
            </a:xfrm>
            <a:custGeom>
              <a:avLst/>
              <a:gdLst/>
              <a:ahLst/>
              <a:cxnLst/>
              <a:rect l="l" t="t" r="r" b="b"/>
              <a:pathLst>
                <a:path w="12701" h="5127" extrusionOk="0">
                  <a:moveTo>
                    <a:pt x="10208" y="0"/>
                  </a:moveTo>
                  <a:cubicBezTo>
                    <a:pt x="10033" y="0"/>
                    <a:pt x="9921" y="204"/>
                    <a:pt x="10030" y="354"/>
                  </a:cubicBezTo>
                  <a:lnTo>
                    <a:pt x="10391" y="874"/>
                  </a:lnTo>
                  <a:cubicBezTo>
                    <a:pt x="9177" y="1603"/>
                    <a:pt x="5292" y="3649"/>
                    <a:pt x="0" y="3649"/>
                  </a:cubicBezTo>
                  <a:lnTo>
                    <a:pt x="0" y="5126"/>
                  </a:lnTo>
                  <a:cubicBezTo>
                    <a:pt x="2879" y="5112"/>
                    <a:pt x="5729" y="4557"/>
                    <a:pt x="8400" y="3489"/>
                  </a:cubicBezTo>
                  <a:cubicBezTo>
                    <a:pt x="9378" y="3101"/>
                    <a:pt x="10328" y="2636"/>
                    <a:pt x="11237" y="2088"/>
                  </a:cubicBezTo>
                  <a:lnTo>
                    <a:pt x="11556" y="2553"/>
                  </a:lnTo>
                  <a:cubicBezTo>
                    <a:pt x="11601" y="2616"/>
                    <a:pt x="11670" y="2646"/>
                    <a:pt x="11739" y="2646"/>
                  </a:cubicBezTo>
                  <a:cubicBezTo>
                    <a:pt x="11830" y="2646"/>
                    <a:pt x="11920" y="2593"/>
                    <a:pt x="11951" y="2490"/>
                  </a:cubicBezTo>
                  <a:lnTo>
                    <a:pt x="12659" y="375"/>
                  </a:lnTo>
                  <a:cubicBezTo>
                    <a:pt x="12700" y="229"/>
                    <a:pt x="12603" y="84"/>
                    <a:pt x="12451" y="84"/>
                  </a:cubicBezTo>
                  <a:lnTo>
                    <a:pt x="10217" y="0"/>
                  </a:lnTo>
                  <a:cubicBezTo>
                    <a:pt x="10214" y="0"/>
                    <a:pt x="10211" y="0"/>
                    <a:pt x="102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5" name="Google Shape;1065;p45"/>
          <p:cNvGrpSpPr/>
          <p:nvPr/>
        </p:nvGrpSpPr>
        <p:grpSpPr>
          <a:xfrm>
            <a:off x="6192563" y="1774875"/>
            <a:ext cx="607665" cy="489989"/>
            <a:chOff x="6192563" y="1774875"/>
            <a:chExt cx="607665" cy="489989"/>
          </a:xfrm>
        </p:grpSpPr>
        <p:sp>
          <p:nvSpPr>
            <p:cNvPr id="1066" name="Google Shape;1066;p45"/>
            <p:cNvSpPr/>
            <p:nvPr/>
          </p:nvSpPr>
          <p:spPr>
            <a:xfrm>
              <a:off x="6192563" y="1814102"/>
              <a:ext cx="607665" cy="450762"/>
            </a:xfrm>
            <a:custGeom>
              <a:avLst/>
              <a:gdLst/>
              <a:ahLst/>
              <a:cxnLst/>
              <a:rect l="l" t="t" r="r" b="b"/>
              <a:pathLst>
                <a:path w="15475" h="11480" extrusionOk="0">
                  <a:moveTo>
                    <a:pt x="749" y="0"/>
                  </a:moveTo>
                  <a:cubicBezTo>
                    <a:pt x="340" y="0"/>
                    <a:pt x="0" y="333"/>
                    <a:pt x="0" y="749"/>
                  </a:cubicBezTo>
                  <a:lnTo>
                    <a:pt x="0" y="10730"/>
                  </a:lnTo>
                  <a:cubicBezTo>
                    <a:pt x="0" y="11140"/>
                    <a:pt x="340" y="11479"/>
                    <a:pt x="749" y="11479"/>
                  </a:cubicBezTo>
                  <a:lnTo>
                    <a:pt x="14726" y="11479"/>
                  </a:lnTo>
                  <a:cubicBezTo>
                    <a:pt x="15135" y="11479"/>
                    <a:pt x="15475" y="11140"/>
                    <a:pt x="15475" y="10730"/>
                  </a:cubicBezTo>
                  <a:lnTo>
                    <a:pt x="15475" y="749"/>
                  </a:lnTo>
                  <a:cubicBezTo>
                    <a:pt x="15475" y="333"/>
                    <a:pt x="15135" y="0"/>
                    <a:pt x="147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5"/>
            <p:cNvSpPr/>
            <p:nvPr/>
          </p:nvSpPr>
          <p:spPr>
            <a:xfrm>
              <a:off x="6192563" y="1814102"/>
              <a:ext cx="607665" cy="58858"/>
            </a:xfrm>
            <a:custGeom>
              <a:avLst/>
              <a:gdLst/>
              <a:ahLst/>
              <a:cxnLst/>
              <a:rect l="l" t="t" r="r" b="b"/>
              <a:pathLst>
                <a:path w="15475" h="1499" extrusionOk="0">
                  <a:moveTo>
                    <a:pt x="749" y="0"/>
                  </a:moveTo>
                  <a:cubicBezTo>
                    <a:pt x="340" y="0"/>
                    <a:pt x="0" y="333"/>
                    <a:pt x="0" y="749"/>
                  </a:cubicBezTo>
                  <a:lnTo>
                    <a:pt x="0" y="1498"/>
                  </a:lnTo>
                  <a:lnTo>
                    <a:pt x="15475" y="1498"/>
                  </a:lnTo>
                  <a:lnTo>
                    <a:pt x="15475" y="749"/>
                  </a:lnTo>
                  <a:cubicBezTo>
                    <a:pt x="15475" y="333"/>
                    <a:pt x="15135" y="0"/>
                    <a:pt x="147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5"/>
            <p:cNvSpPr/>
            <p:nvPr/>
          </p:nvSpPr>
          <p:spPr>
            <a:xfrm>
              <a:off x="6231751" y="1814102"/>
              <a:ext cx="78496" cy="39226"/>
            </a:xfrm>
            <a:custGeom>
              <a:avLst/>
              <a:gdLst/>
              <a:ahLst/>
              <a:cxnLst/>
              <a:rect l="l" t="t" r="r" b="b"/>
              <a:pathLst>
                <a:path w="1999" h="999" extrusionOk="0">
                  <a:moveTo>
                    <a:pt x="1" y="0"/>
                  </a:moveTo>
                  <a:lnTo>
                    <a:pt x="1" y="250"/>
                  </a:lnTo>
                  <a:cubicBezTo>
                    <a:pt x="1" y="659"/>
                    <a:pt x="341" y="999"/>
                    <a:pt x="750" y="999"/>
                  </a:cubicBezTo>
                  <a:lnTo>
                    <a:pt x="1249" y="999"/>
                  </a:lnTo>
                  <a:cubicBezTo>
                    <a:pt x="1666" y="999"/>
                    <a:pt x="1999" y="659"/>
                    <a:pt x="1999" y="250"/>
                  </a:cubicBezTo>
                  <a:lnTo>
                    <a:pt x="1999" y="0"/>
                  </a:ln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5"/>
            <p:cNvSpPr/>
            <p:nvPr/>
          </p:nvSpPr>
          <p:spPr>
            <a:xfrm>
              <a:off x="6682536" y="1814102"/>
              <a:ext cx="78456" cy="39226"/>
            </a:xfrm>
            <a:custGeom>
              <a:avLst/>
              <a:gdLst/>
              <a:ahLst/>
              <a:cxnLst/>
              <a:rect l="l" t="t" r="r" b="b"/>
              <a:pathLst>
                <a:path w="1998" h="999" extrusionOk="0">
                  <a:moveTo>
                    <a:pt x="0" y="0"/>
                  </a:moveTo>
                  <a:lnTo>
                    <a:pt x="0" y="250"/>
                  </a:lnTo>
                  <a:cubicBezTo>
                    <a:pt x="0" y="659"/>
                    <a:pt x="333" y="999"/>
                    <a:pt x="749" y="999"/>
                  </a:cubicBezTo>
                  <a:lnTo>
                    <a:pt x="1249" y="999"/>
                  </a:lnTo>
                  <a:cubicBezTo>
                    <a:pt x="1658" y="999"/>
                    <a:pt x="1998" y="659"/>
                    <a:pt x="1998" y="250"/>
                  </a:cubicBezTo>
                  <a:lnTo>
                    <a:pt x="1998" y="0"/>
                  </a:ln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5"/>
            <p:cNvSpPr/>
            <p:nvPr/>
          </p:nvSpPr>
          <p:spPr>
            <a:xfrm>
              <a:off x="6251384" y="1774875"/>
              <a:ext cx="39268" cy="58858"/>
            </a:xfrm>
            <a:custGeom>
              <a:avLst/>
              <a:gdLst/>
              <a:ahLst/>
              <a:cxnLst/>
              <a:rect l="l" t="t" r="r" b="b"/>
              <a:pathLst>
                <a:path w="1000" h="1499" extrusionOk="0">
                  <a:moveTo>
                    <a:pt x="250" y="0"/>
                  </a:moveTo>
                  <a:cubicBezTo>
                    <a:pt x="111" y="0"/>
                    <a:pt x="0" y="111"/>
                    <a:pt x="0" y="250"/>
                  </a:cubicBezTo>
                  <a:lnTo>
                    <a:pt x="0" y="1249"/>
                  </a:lnTo>
                  <a:cubicBezTo>
                    <a:pt x="0" y="1381"/>
                    <a:pt x="111" y="1498"/>
                    <a:pt x="250" y="1498"/>
                  </a:cubicBezTo>
                  <a:lnTo>
                    <a:pt x="749" y="1498"/>
                  </a:lnTo>
                  <a:cubicBezTo>
                    <a:pt x="888" y="1498"/>
                    <a:pt x="999" y="1388"/>
                    <a:pt x="999" y="1249"/>
                  </a:cubicBezTo>
                  <a:lnTo>
                    <a:pt x="999" y="250"/>
                  </a:lnTo>
                  <a:cubicBezTo>
                    <a:pt x="999" y="111"/>
                    <a:pt x="888" y="0"/>
                    <a:pt x="7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5"/>
            <p:cNvSpPr/>
            <p:nvPr/>
          </p:nvSpPr>
          <p:spPr>
            <a:xfrm>
              <a:off x="6251384" y="1774875"/>
              <a:ext cx="39268" cy="29449"/>
            </a:xfrm>
            <a:custGeom>
              <a:avLst/>
              <a:gdLst/>
              <a:ahLst/>
              <a:cxnLst/>
              <a:rect l="l" t="t" r="r" b="b"/>
              <a:pathLst>
                <a:path w="1000" h="750" extrusionOk="0">
                  <a:moveTo>
                    <a:pt x="250" y="0"/>
                  </a:moveTo>
                  <a:cubicBezTo>
                    <a:pt x="111" y="0"/>
                    <a:pt x="0" y="111"/>
                    <a:pt x="0" y="250"/>
                  </a:cubicBezTo>
                  <a:lnTo>
                    <a:pt x="0" y="500"/>
                  </a:lnTo>
                  <a:cubicBezTo>
                    <a:pt x="0" y="638"/>
                    <a:pt x="111" y="749"/>
                    <a:pt x="250" y="749"/>
                  </a:cubicBezTo>
                  <a:lnTo>
                    <a:pt x="749" y="749"/>
                  </a:lnTo>
                  <a:cubicBezTo>
                    <a:pt x="888" y="749"/>
                    <a:pt x="999" y="638"/>
                    <a:pt x="999" y="500"/>
                  </a:cubicBezTo>
                  <a:lnTo>
                    <a:pt x="999" y="250"/>
                  </a:lnTo>
                  <a:cubicBezTo>
                    <a:pt x="999" y="111"/>
                    <a:pt x="888" y="0"/>
                    <a:pt x="749" y="0"/>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5"/>
            <p:cNvSpPr/>
            <p:nvPr/>
          </p:nvSpPr>
          <p:spPr>
            <a:xfrm>
              <a:off x="6702131" y="1774875"/>
              <a:ext cx="39542" cy="58858"/>
            </a:xfrm>
            <a:custGeom>
              <a:avLst/>
              <a:gdLst/>
              <a:ahLst/>
              <a:cxnLst/>
              <a:rect l="l" t="t" r="r" b="b"/>
              <a:pathLst>
                <a:path w="1007" h="1499" extrusionOk="0">
                  <a:moveTo>
                    <a:pt x="250" y="0"/>
                  </a:moveTo>
                  <a:cubicBezTo>
                    <a:pt x="119" y="0"/>
                    <a:pt x="1" y="111"/>
                    <a:pt x="1" y="250"/>
                  </a:cubicBezTo>
                  <a:lnTo>
                    <a:pt x="1" y="1249"/>
                  </a:lnTo>
                  <a:cubicBezTo>
                    <a:pt x="1" y="1381"/>
                    <a:pt x="119" y="1498"/>
                    <a:pt x="250" y="1498"/>
                  </a:cubicBezTo>
                  <a:lnTo>
                    <a:pt x="757" y="1498"/>
                  </a:lnTo>
                  <a:cubicBezTo>
                    <a:pt x="889" y="1498"/>
                    <a:pt x="1000" y="1388"/>
                    <a:pt x="1006" y="1249"/>
                  </a:cubicBezTo>
                  <a:lnTo>
                    <a:pt x="1006" y="250"/>
                  </a:lnTo>
                  <a:cubicBezTo>
                    <a:pt x="1006" y="111"/>
                    <a:pt x="889" y="0"/>
                    <a:pt x="75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5"/>
            <p:cNvSpPr/>
            <p:nvPr/>
          </p:nvSpPr>
          <p:spPr>
            <a:xfrm>
              <a:off x="6702131" y="1774875"/>
              <a:ext cx="39542" cy="29449"/>
            </a:xfrm>
            <a:custGeom>
              <a:avLst/>
              <a:gdLst/>
              <a:ahLst/>
              <a:cxnLst/>
              <a:rect l="l" t="t" r="r" b="b"/>
              <a:pathLst>
                <a:path w="1007" h="750" extrusionOk="0">
                  <a:moveTo>
                    <a:pt x="250" y="0"/>
                  </a:moveTo>
                  <a:cubicBezTo>
                    <a:pt x="119" y="0"/>
                    <a:pt x="1" y="111"/>
                    <a:pt x="1" y="250"/>
                  </a:cubicBezTo>
                  <a:lnTo>
                    <a:pt x="1" y="500"/>
                  </a:lnTo>
                  <a:cubicBezTo>
                    <a:pt x="1" y="638"/>
                    <a:pt x="119" y="749"/>
                    <a:pt x="250" y="749"/>
                  </a:cubicBezTo>
                  <a:lnTo>
                    <a:pt x="757" y="749"/>
                  </a:lnTo>
                  <a:cubicBezTo>
                    <a:pt x="889" y="749"/>
                    <a:pt x="1006" y="638"/>
                    <a:pt x="1006" y="500"/>
                  </a:cubicBezTo>
                  <a:lnTo>
                    <a:pt x="1006" y="250"/>
                  </a:lnTo>
                  <a:cubicBezTo>
                    <a:pt x="1006" y="111"/>
                    <a:pt x="889" y="0"/>
                    <a:pt x="757" y="0"/>
                  </a:cubicBezTo>
                  <a:close/>
                </a:path>
              </a:pathLst>
            </a:custGeom>
            <a:solidFill>
              <a:srgbClr val="151F29">
                <a:alpha val="36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5"/>
            <p:cNvSpPr/>
            <p:nvPr/>
          </p:nvSpPr>
          <p:spPr>
            <a:xfrm>
              <a:off x="6192563" y="1872923"/>
              <a:ext cx="607665" cy="19633"/>
            </a:xfrm>
            <a:custGeom>
              <a:avLst/>
              <a:gdLst/>
              <a:ahLst/>
              <a:cxnLst/>
              <a:rect l="l" t="t" r="r" b="b"/>
              <a:pathLst>
                <a:path w="15475" h="500" extrusionOk="0">
                  <a:moveTo>
                    <a:pt x="0" y="0"/>
                  </a:moveTo>
                  <a:lnTo>
                    <a:pt x="0" y="500"/>
                  </a:lnTo>
                  <a:lnTo>
                    <a:pt x="15475" y="500"/>
                  </a:lnTo>
                  <a:lnTo>
                    <a:pt x="154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5"/>
            <p:cNvSpPr/>
            <p:nvPr/>
          </p:nvSpPr>
          <p:spPr>
            <a:xfrm>
              <a:off x="6251384" y="1931468"/>
              <a:ext cx="78456" cy="39265"/>
            </a:xfrm>
            <a:custGeom>
              <a:avLst/>
              <a:gdLst/>
              <a:ahLst/>
              <a:cxnLst/>
              <a:rect l="l" t="t" r="r" b="b"/>
              <a:pathLst>
                <a:path w="1998" h="1000" extrusionOk="0">
                  <a:moveTo>
                    <a:pt x="250" y="1"/>
                  </a:moveTo>
                  <a:cubicBezTo>
                    <a:pt x="111" y="1"/>
                    <a:pt x="0" y="112"/>
                    <a:pt x="0" y="250"/>
                  </a:cubicBezTo>
                  <a:lnTo>
                    <a:pt x="0" y="750"/>
                  </a:lnTo>
                  <a:cubicBezTo>
                    <a:pt x="0" y="888"/>
                    <a:pt x="111" y="999"/>
                    <a:pt x="250" y="999"/>
                  </a:cubicBezTo>
                  <a:lnTo>
                    <a:pt x="1748" y="999"/>
                  </a:lnTo>
                  <a:cubicBezTo>
                    <a:pt x="1887" y="999"/>
                    <a:pt x="1998" y="888"/>
                    <a:pt x="1998" y="750"/>
                  </a:cubicBezTo>
                  <a:lnTo>
                    <a:pt x="1998" y="250"/>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5"/>
            <p:cNvSpPr/>
            <p:nvPr/>
          </p:nvSpPr>
          <p:spPr>
            <a:xfrm>
              <a:off x="6251384" y="2009922"/>
              <a:ext cx="78456" cy="39265"/>
            </a:xfrm>
            <a:custGeom>
              <a:avLst/>
              <a:gdLst/>
              <a:ahLst/>
              <a:cxnLst/>
              <a:rect l="l" t="t" r="r" b="b"/>
              <a:pathLst>
                <a:path w="1998" h="1000" extrusionOk="0">
                  <a:moveTo>
                    <a:pt x="250" y="0"/>
                  </a:moveTo>
                  <a:cubicBezTo>
                    <a:pt x="111" y="0"/>
                    <a:pt x="0" y="111"/>
                    <a:pt x="0" y="250"/>
                  </a:cubicBezTo>
                  <a:lnTo>
                    <a:pt x="0" y="749"/>
                  </a:lnTo>
                  <a:cubicBezTo>
                    <a:pt x="0" y="888"/>
                    <a:pt x="111" y="999"/>
                    <a:pt x="250" y="999"/>
                  </a:cubicBezTo>
                  <a:lnTo>
                    <a:pt x="1748" y="999"/>
                  </a:lnTo>
                  <a:cubicBezTo>
                    <a:pt x="1887" y="999"/>
                    <a:pt x="1998" y="888"/>
                    <a:pt x="1998" y="749"/>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5"/>
            <p:cNvSpPr/>
            <p:nvPr/>
          </p:nvSpPr>
          <p:spPr>
            <a:xfrm>
              <a:off x="6251384" y="2088336"/>
              <a:ext cx="78456" cy="39265"/>
            </a:xfrm>
            <a:custGeom>
              <a:avLst/>
              <a:gdLst/>
              <a:ahLst/>
              <a:cxnLst/>
              <a:rect l="l" t="t" r="r" b="b"/>
              <a:pathLst>
                <a:path w="1998" h="1000" extrusionOk="0">
                  <a:moveTo>
                    <a:pt x="250" y="1"/>
                  </a:moveTo>
                  <a:cubicBezTo>
                    <a:pt x="111" y="1"/>
                    <a:pt x="0" y="112"/>
                    <a:pt x="0" y="251"/>
                  </a:cubicBezTo>
                  <a:lnTo>
                    <a:pt x="0" y="750"/>
                  </a:lnTo>
                  <a:cubicBezTo>
                    <a:pt x="0" y="889"/>
                    <a:pt x="111" y="1000"/>
                    <a:pt x="250" y="1000"/>
                  </a:cubicBezTo>
                  <a:lnTo>
                    <a:pt x="1748" y="1000"/>
                  </a:lnTo>
                  <a:cubicBezTo>
                    <a:pt x="1887" y="1000"/>
                    <a:pt x="1998" y="889"/>
                    <a:pt x="1998" y="750"/>
                  </a:cubicBezTo>
                  <a:lnTo>
                    <a:pt x="1998" y="251"/>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5"/>
            <p:cNvSpPr/>
            <p:nvPr/>
          </p:nvSpPr>
          <p:spPr>
            <a:xfrm>
              <a:off x="6388662" y="2088336"/>
              <a:ext cx="78456" cy="39265"/>
            </a:xfrm>
            <a:custGeom>
              <a:avLst/>
              <a:gdLst/>
              <a:ahLst/>
              <a:cxnLst/>
              <a:rect l="l" t="t" r="r" b="b"/>
              <a:pathLst>
                <a:path w="1998" h="1000" extrusionOk="0">
                  <a:moveTo>
                    <a:pt x="250" y="1"/>
                  </a:moveTo>
                  <a:cubicBezTo>
                    <a:pt x="111" y="1"/>
                    <a:pt x="0" y="112"/>
                    <a:pt x="0" y="251"/>
                  </a:cubicBezTo>
                  <a:lnTo>
                    <a:pt x="0" y="750"/>
                  </a:lnTo>
                  <a:cubicBezTo>
                    <a:pt x="0" y="889"/>
                    <a:pt x="111" y="1000"/>
                    <a:pt x="250" y="1000"/>
                  </a:cubicBezTo>
                  <a:lnTo>
                    <a:pt x="1748" y="1000"/>
                  </a:lnTo>
                  <a:cubicBezTo>
                    <a:pt x="1880" y="1000"/>
                    <a:pt x="1998" y="889"/>
                    <a:pt x="1998" y="750"/>
                  </a:cubicBezTo>
                  <a:lnTo>
                    <a:pt x="1998" y="251"/>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5"/>
            <p:cNvSpPr/>
            <p:nvPr/>
          </p:nvSpPr>
          <p:spPr>
            <a:xfrm>
              <a:off x="6525665" y="2088336"/>
              <a:ext cx="78456" cy="39265"/>
            </a:xfrm>
            <a:custGeom>
              <a:avLst/>
              <a:gdLst/>
              <a:ahLst/>
              <a:cxnLst/>
              <a:rect l="l" t="t" r="r" b="b"/>
              <a:pathLst>
                <a:path w="1998" h="1000" extrusionOk="0">
                  <a:moveTo>
                    <a:pt x="250" y="1"/>
                  </a:moveTo>
                  <a:cubicBezTo>
                    <a:pt x="111" y="1"/>
                    <a:pt x="0" y="112"/>
                    <a:pt x="0" y="251"/>
                  </a:cubicBezTo>
                  <a:lnTo>
                    <a:pt x="0" y="750"/>
                  </a:lnTo>
                  <a:cubicBezTo>
                    <a:pt x="0" y="889"/>
                    <a:pt x="111" y="1000"/>
                    <a:pt x="250" y="1000"/>
                  </a:cubicBezTo>
                  <a:lnTo>
                    <a:pt x="1748" y="1000"/>
                  </a:lnTo>
                  <a:cubicBezTo>
                    <a:pt x="1887" y="1000"/>
                    <a:pt x="1998" y="889"/>
                    <a:pt x="1998" y="750"/>
                  </a:cubicBezTo>
                  <a:lnTo>
                    <a:pt x="1998" y="251"/>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5"/>
            <p:cNvSpPr/>
            <p:nvPr/>
          </p:nvSpPr>
          <p:spPr>
            <a:xfrm>
              <a:off x="6388662" y="2009922"/>
              <a:ext cx="78456" cy="39265"/>
            </a:xfrm>
            <a:custGeom>
              <a:avLst/>
              <a:gdLst/>
              <a:ahLst/>
              <a:cxnLst/>
              <a:rect l="l" t="t" r="r" b="b"/>
              <a:pathLst>
                <a:path w="1998" h="1000" extrusionOk="0">
                  <a:moveTo>
                    <a:pt x="250" y="0"/>
                  </a:moveTo>
                  <a:cubicBezTo>
                    <a:pt x="111" y="0"/>
                    <a:pt x="0" y="111"/>
                    <a:pt x="0" y="250"/>
                  </a:cubicBezTo>
                  <a:lnTo>
                    <a:pt x="0" y="749"/>
                  </a:lnTo>
                  <a:cubicBezTo>
                    <a:pt x="0" y="888"/>
                    <a:pt x="111" y="999"/>
                    <a:pt x="250" y="999"/>
                  </a:cubicBezTo>
                  <a:lnTo>
                    <a:pt x="1748" y="999"/>
                  </a:lnTo>
                  <a:cubicBezTo>
                    <a:pt x="1880" y="999"/>
                    <a:pt x="1998" y="888"/>
                    <a:pt x="1998" y="749"/>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5"/>
            <p:cNvSpPr/>
            <p:nvPr/>
          </p:nvSpPr>
          <p:spPr>
            <a:xfrm>
              <a:off x="6251384" y="2166790"/>
              <a:ext cx="78456" cy="39265"/>
            </a:xfrm>
            <a:custGeom>
              <a:avLst/>
              <a:gdLst/>
              <a:ahLst/>
              <a:cxnLst/>
              <a:rect l="l" t="t" r="r" b="b"/>
              <a:pathLst>
                <a:path w="1998" h="1000" extrusionOk="0">
                  <a:moveTo>
                    <a:pt x="250" y="0"/>
                  </a:moveTo>
                  <a:cubicBezTo>
                    <a:pt x="111" y="0"/>
                    <a:pt x="0" y="111"/>
                    <a:pt x="0" y="250"/>
                  </a:cubicBezTo>
                  <a:lnTo>
                    <a:pt x="0" y="750"/>
                  </a:lnTo>
                  <a:cubicBezTo>
                    <a:pt x="0" y="888"/>
                    <a:pt x="111" y="999"/>
                    <a:pt x="250" y="999"/>
                  </a:cubicBezTo>
                  <a:lnTo>
                    <a:pt x="1748" y="999"/>
                  </a:lnTo>
                  <a:cubicBezTo>
                    <a:pt x="1887" y="999"/>
                    <a:pt x="1998" y="888"/>
                    <a:pt x="1998" y="750"/>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5"/>
            <p:cNvSpPr/>
            <p:nvPr/>
          </p:nvSpPr>
          <p:spPr>
            <a:xfrm>
              <a:off x="6388662" y="1931468"/>
              <a:ext cx="78456" cy="39265"/>
            </a:xfrm>
            <a:custGeom>
              <a:avLst/>
              <a:gdLst/>
              <a:ahLst/>
              <a:cxnLst/>
              <a:rect l="l" t="t" r="r" b="b"/>
              <a:pathLst>
                <a:path w="1998" h="1000" extrusionOk="0">
                  <a:moveTo>
                    <a:pt x="250" y="1"/>
                  </a:moveTo>
                  <a:cubicBezTo>
                    <a:pt x="111" y="1"/>
                    <a:pt x="0" y="112"/>
                    <a:pt x="0" y="250"/>
                  </a:cubicBezTo>
                  <a:lnTo>
                    <a:pt x="0" y="750"/>
                  </a:lnTo>
                  <a:cubicBezTo>
                    <a:pt x="0" y="888"/>
                    <a:pt x="111" y="999"/>
                    <a:pt x="250" y="999"/>
                  </a:cubicBezTo>
                  <a:lnTo>
                    <a:pt x="1748" y="999"/>
                  </a:lnTo>
                  <a:cubicBezTo>
                    <a:pt x="1880" y="999"/>
                    <a:pt x="1998" y="888"/>
                    <a:pt x="1998" y="750"/>
                  </a:cubicBezTo>
                  <a:lnTo>
                    <a:pt x="1998" y="250"/>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5"/>
            <p:cNvSpPr/>
            <p:nvPr/>
          </p:nvSpPr>
          <p:spPr>
            <a:xfrm>
              <a:off x="6388662" y="2166790"/>
              <a:ext cx="78456" cy="39265"/>
            </a:xfrm>
            <a:custGeom>
              <a:avLst/>
              <a:gdLst/>
              <a:ahLst/>
              <a:cxnLst/>
              <a:rect l="l" t="t" r="r" b="b"/>
              <a:pathLst>
                <a:path w="1998" h="1000" extrusionOk="0">
                  <a:moveTo>
                    <a:pt x="250" y="0"/>
                  </a:moveTo>
                  <a:cubicBezTo>
                    <a:pt x="111" y="0"/>
                    <a:pt x="0" y="111"/>
                    <a:pt x="0" y="250"/>
                  </a:cubicBezTo>
                  <a:lnTo>
                    <a:pt x="0" y="750"/>
                  </a:lnTo>
                  <a:cubicBezTo>
                    <a:pt x="0" y="888"/>
                    <a:pt x="111" y="999"/>
                    <a:pt x="250" y="999"/>
                  </a:cubicBezTo>
                  <a:lnTo>
                    <a:pt x="1748" y="999"/>
                  </a:lnTo>
                  <a:cubicBezTo>
                    <a:pt x="1880" y="999"/>
                    <a:pt x="1998" y="888"/>
                    <a:pt x="1998" y="750"/>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5"/>
            <p:cNvSpPr/>
            <p:nvPr/>
          </p:nvSpPr>
          <p:spPr>
            <a:xfrm>
              <a:off x="6663178" y="2088336"/>
              <a:ext cx="78496" cy="39265"/>
            </a:xfrm>
            <a:custGeom>
              <a:avLst/>
              <a:gdLst/>
              <a:ahLst/>
              <a:cxnLst/>
              <a:rect l="l" t="t" r="r" b="b"/>
              <a:pathLst>
                <a:path w="1999" h="1000" extrusionOk="0">
                  <a:moveTo>
                    <a:pt x="251" y="1"/>
                  </a:moveTo>
                  <a:cubicBezTo>
                    <a:pt x="112" y="1"/>
                    <a:pt x="1" y="112"/>
                    <a:pt x="1" y="251"/>
                  </a:cubicBezTo>
                  <a:lnTo>
                    <a:pt x="1" y="750"/>
                  </a:lnTo>
                  <a:cubicBezTo>
                    <a:pt x="1" y="889"/>
                    <a:pt x="112" y="1000"/>
                    <a:pt x="251" y="1000"/>
                  </a:cubicBezTo>
                  <a:lnTo>
                    <a:pt x="1749" y="1000"/>
                  </a:lnTo>
                  <a:cubicBezTo>
                    <a:pt x="1881" y="1000"/>
                    <a:pt x="1998" y="889"/>
                    <a:pt x="1998" y="750"/>
                  </a:cubicBezTo>
                  <a:lnTo>
                    <a:pt x="1998" y="251"/>
                  </a:lnTo>
                  <a:cubicBezTo>
                    <a:pt x="1998" y="112"/>
                    <a:pt x="1881" y="1"/>
                    <a:pt x="17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5"/>
            <p:cNvSpPr/>
            <p:nvPr/>
          </p:nvSpPr>
          <p:spPr>
            <a:xfrm>
              <a:off x="6663178" y="1931468"/>
              <a:ext cx="78496" cy="39265"/>
            </a:xfrm>
            <a:custGeom>
              <a:avLst/>
              <a:gdLst/>
              <a:ahLst/>
              <a:cxnLst/>
              <a:rect l="l" t="t" r="r" b="b"/>
              <a:pathLst>
                <a:path w="1999" h="1000" extrusionOk="0">
                  <a:moveTo>
                    <a:pt x="251" y="1"/>
                  </a:moveTo>
                  <a:cubicBezTo>
                    <a:pt x="112" y="1"/>
                    <a:pt x="1" y="112"/>
                    <a:pt x="1" y="250"/>
                  </a:cubicBezTo>
                  <a:lnTo>
                    <a:pt x="1" y="750"/>
                  </a:lnTo>
                  <a:cubicBezTo>
                    <a:pt x="1" y="888"/>
                    <a:pt x="112" y="999"/>
                    <a:pt x="251" y="999"/>
                  </a:cubicBezTo>
                  <a:lnTo>
                    <a:pt x="1749" y="999"/>
                  </a:lnTo>
                  <a:cubicBezTo>
                    <a:pt x="1881" y="999"/>
                    <a:pt x="1998" y="888"/>
                    <a:pt x="1998" y="750"/>
                  </a:cubicBezTo>
                  <a:lnTo>
                    <a:pt x="1998" y="250"/>
                  </a:lnTo>
                  <a:cubicBezTo>
                    <a:pt x="1998" y="112"/>
                    <a:pt x="1881" y="1"/>
                    <a:pt x="174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5"/>
            <p:cNvSpPr/>
            <p:nvPr/>
          </p:nvSpPr>
          <p:spPr>
            <a:xfrm>
              <a:off x="6663178" y="2166790"/>
              <a:ext cx="78496" cy="39265"/>
            </a:xfrm>
            <a:custGeom>
              <a:avLst/>
              <a:gdLst/>
              <a:ahLst/>
              <a:cxnLst/>
              <a:rect l="l" t="t" r="r" b="b"/>
              <a:pathLst>
                <a:path w="1999" h="1000" extrusionOk="0">
                  <a:moveTo>
                    <a:pt x="251" y="0"/>
                  </a:moveTo>
                  <a:cubicBezTo>
                    <a:pt x="112" y="0"/>
                    <a:pt x="1" y="111"/>
                    <a:pt x="1" y="250"/>
                  </a:cubicBezTo>
                  <a:lnTo>
                    <a:pt x="1" y="750"/>
                  </a:lnTo>
                  <a:cubicBezTo>
                    <a:pt x="1" y="888"/>
                    <a:pt x="112" y="999"/>
                    <a:pt x="251" y="999"/>
                  </a:cubicBezTo>
                  <a:lnTo>
                    <a:pt x="1749" y="999"/>
                  </a:lnTo>
                  <a:cubicBezTo>
                    <a:pt x="1881" y="999"/>
                    <a:pt x="1998" y="888"/>
                    <a:pt x="1998" y="750"/>
                  </a:cubicBezTo>
                  <a:lnTo>
                    <a:pt x="1998" y="250"/>
                  </a:lnTo>
                  <a:cubicBezTo>
                    <a:pt x="1998" y="111"/>
                    <a:pt x="1881" y="0"/>
                    <a:pt x="1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5"/>
            <p:cNvSpPr/>
            <p:nvPr/>
          </p:nvSpPr>
          <p:spPr>
            <a:xfrm>
              <a:off x="6525665" y="2009922"/>
              <a:ext cx="78456" cy="39265"/>
            </a:xfrm>
            <a:custGeom>
              <a:avLst/>
              <a:gdLst/>
              <a:ahLst/>
              <a:cxnLst/>
              <a:rect l="l" t="t" r="r" b="b"/>
              <a:pathLst>
                <a:path w="1998" h="1000" extrusionOk="0">
                  <a:moveTo>
                    <a:pt x="250" y="0"/>
                  </a:moveTo>
                  <a:cubicBezTo>
                    <a:pt x="111" y="0"/>
                    <a:pt x="0" y="111"/>
                    <a:pt x="0" y="250"/>
                  </a:cubicBezTo>
                  <a:lnTo>
                    <a:pt x="0" y="749"/>
                  </a:lnTo>
                  <a:cubicBezTo>
                    <a:pt x="0" y="888"/>
                    <a:pt x="111" y="999"/>
                    <a:pt x="250" y="999"/>
                  </a:cubicBezTo>
                  <a:lnTo>
                    <a:pt x="1748" y="999"/>
                  </a:lnTo>
                  <a:cubicBezTo>
                    <a:pt x="1887" y="999"/>
                    <a:pt x="1998" y="888"/>
                    <a:pt x="1998" y="749"/>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5"/>
            <p:cNvSpPr/>
            <p:nvPr/>
          </p:nvSpPr>
          <p:spPr>
            <a:xfrm>
              <a:off x="6525665" y="1931468"/>
              <a:ext cx="78456" cy="39265"/>
            </a:xfrm>
            <a:custGeom>
              <a:avLst/>
              <a:gdLst/>
              <a:ahLst/>
              <a:cxnLst/>
              <a:rect l="l" t="t" r="r" b="b"/>
              <a:pathLst>
                <a:path w="1998" h="1000" extrusionOk="0">
                  <a:moveTo>
                    <a:pt x="250" y="1"/>
                  </a:moveTo>
                  <a:cubicBezTo>
                    <a:pt x="111" y="1"/>
                    <a:pt x="0" y="112"/>
                    <a:pt x="0" y="250"/>
                  </a:cubicBezTo>
                  <a:lnTo>
                    <a:pt x="0" y="750"/>
                  </a:lnTo>
                  <a:cubicBezTo>
                    <a:pt x="0" y="888"/>
                    <a:pt x="111" y="999"/>
                    <a:pt x="250" y="999"/>
                  </a:cubicBezTo>
                  <a:lnTo>
                    <a:pt x="1748" y="999"/>
                  </a:lnTo>
                  <a:cubicBezTo>
                    <a:pt x="1887" y="999"/>
                    <a:pt x="1998" y="888"/>
                    <a:pt x="1998" y="750"/>
                  </a:cubicBezTo>
                  <a:lnTo>
                    <a:pt x="1998" y="250"/>
                  </a:lnTo>
                  <a:cubicBezTo>
                    <a:pt x="1998" y="112"/>
                    <a:pt x="1887" y="1"/>
                    <a:pt x="17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5"/>
            <p:cNvSpPr/>
            <p:nvPr/>
          </p:nvSpPr>
          <p:spPr>
            <a:xfrm>
              <a:off x="6663178" y="2009922"/>
              <a:ext cx="78496" cy="39265"/>
            </a:xfrm>
            <a:custGeom>
              <a:avLst/>
              <a:gdLst/>
              <a:ahLst/>
              <a:cxnLst/>
              <a:rect l="l" t="t" r="r" b="b"/>
              <a:pathLst>
                <a:path w="1999" h="1000" extrusionOk="0">
                  <a:moveTo>
                    <a:pt x="251" y="0"/>
                  </a:moveTo>
                  <a:cubicBezTo>
                    <a:pt x="112" y="0"/>
                    <a:pt x="1" y="111"/>
                    <a:pt x="1" y="250"/>
                  </a:cubicBezTo>
                  <a:lnTo>
                    <a:pt x="1" y="749"/>
                  </a:lnTo>
                  <a:cubicBezTo>
                    <a:pt x="1" y="888"/>
                    <a:pt x="112" y="999"/>
                    <a:pt x="251" y="999"/>
                  </a:cubicBezTo>
                  <a:lnTo>
                    <a:pt x="1749" y="999"/>
                  </a:lnTo>
                  <a:cubicBezTo>
                    <a:pt x="1881" y="999"/>
                    <a:pt x="1998" y="888"/>
                    <a:pt x="1998" y="749"/>
                  </a:cubicBezTo>
                  <a:lnTo>
                    <a:pt x="1998" y="250"/>
                  </a:lnTo>
                  <a:cubicBezTo>
                    <a:pt x="1998" y="111"/>
                    <a:pt x="1881" y="0"/>
                    <a:pt x="1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5"/>
            <p:cNvSpPr/>
            <p:nvPr/>
          </p:nvSpPr>
          <p:spPr>
            <a:xfrm>
              <a:off x="6525665" y="2166790"/>
              <a:ext cx="78456" cy="39265"/>
            </a:xfrm>
            <a:custGeom>
              <a:avLst/>
              <a:gdLst/>
              <a:ahLst/>
              <a:cxnLst/>
              <a:rect l="l" t="t" r="r" b="b"/>
              <a:pathLst>
                <a:path w="1998" h="1000" extrusionOk="0">
                  <a:moveTo>
                    <a:pt x="250" y="0"/>
                  </a:moveTo>
                  <a:cubicBezTo>
                    <a:pt x="111" y="0"/>
                    <a:pt x="0" y="111"/>
                    <a:pt x="0" y="250"/>
                  </a:cubicBezTo>
                  <a:lnTo>
                    <a:pt x="0" y="750"/>
                  </a:lnTo>
                  <a:cubicBezTo>
                    <a:pt x="0" y="888"/>
                    <a:pt x="111" y="999"/>
                    <a:pt x="250" y="999"/>
                  </a:cubicBezTo>
                  <a:lnTo>
                    <a:pt x="1748" y="999"/>
                  </a:lnTo>
                  <a:cubicBezTo>
                    <a:pt x="1887" y="999"/>
                    <a:pt x="1998" y="888"/>
                    <a:pt x="1998" y="750"/>
                  </a:cubicBezTo>
                  <a:lnTo>
                    <a:pt x="1998" y="250"/>
                  </a:lnTo>
                  <a:cubicBezTo>
                    <a:pt x="1998" y="111"/>
                    <a:pt x="1887" y="0"/>
                    <a:pt x="17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5"/>
            <p:cNvSpPr/>
            <p:nvPr/>
          </p:nvSpPr>
          <p:spPr>
            <a:xfrm>
              <a:off x="6658230" y="1999713"/>
              <a:ext cx="87920" cy="59251"/>
            </a:xfrm>
            <a:custGeom>
              <a:avLst/>
              <a:gdLst/>
              <a:ahLst/>
              <a:cxnLst/>
              <a:rect l="l" t="t" r="r" b="b"/>
              <a:pathLst>
                <a:path w="2239" h="1509" extrusionOk="0">
                  <a:moveTo>
                    <a:pt x="1875" y="0"/>
                  </a:moveTo>
                  <a:cubicBezTo>
                    <a:pt x="1814" y="0"/>
                    <a:pt x="1751" y="26"/>
                    <a:pt x="1694" y="87"/>
                  </a:cubicBezTo>
                  <a:lnTo>
                    <a:pt x="869" y="905"/>
                  </a:lnTo>
                  <a:lnTo>
                    <a:pt x="550" y="586"/>
                  </a:lnTo>
                  <a:cubicBezTo>
                    <a:pt x="494" y="525"/>
                    <a:pt x="430" y="500"/>
                    <a:pt x="369" y="500"/>
                  </a:cubicBezTo>
                  <a:cubicBezTo>
                    <a:pt x="172" y="500"/>
                    <a:pt x="1" y="760"/>
                    <a:pt x="196" y="940"/>
                  </a:cubicBezTo>
                  <a:lnTo>
                    <a:pt x="696" y="1439"/>
                  </a:lnTo>
                  <a:cubicBezTo>
                    <a:pt x="744" y="1481"/>
                    <a:pt x="807" y="1509"/>
                    <a:pt x="869" y="1509"/>
                  </a:cubicBezTo>
                  <a:cubicBezTo>
                    <a:pt x="938" y="1509"/>
                    <a:pt x="1001" y="1488"/>
                    <a:pt x="1049" y="1439"/>
                  </a:cubicBezTo>
                  <a:lnTo>
                    <a:pt x="2048" y="441"/>
                  </a:lnTo>
                  <a:cubicBezTo>
                    <a:pt x="2239" y="261"/>
                    <a:pt x="2070" y="0"/>
                    <a:pt x="18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5"/>
            <p:cNvSpPr/>
            <p:nvPr/>
          </p:nvSpPr>
          <p:spPr>
            <a:xfrm>
              <a:off x="6383950" y="2000263"/>
              <a:ext cx="86899" cy="58701"/>
            </a:xfrm>
            <a:custGeom>
              <a:avLst/>
              <a:gdLst/>
              <a:ahLst/>
              <a:cxnLst/>
              <a:rect l="l" t="t" r="r" b="b"/>
              <a:pathLst>
                <a:path w="2213" h="1495" extrusionOk="0">
                  <a:moveTo>
                    <a:pt x="1861" y="1"/>
                  </a:moveTo>
                  <a:cubicBezTo>
                    <a:pt x="1805" y="1"/>
                    <a:pt x="1747" y="22"/>
                    <a:pt x="1695" y="73"/>
                  </a:cubicBezTo>
                  <a:lnTo>
                    <a:pt x="869" y="891"/>
                  </a:lnTo>
                  <a:lnTo>
                    <a:pt x="550" y="572"/>
                  </a:lnTo>
                  <a:cubicBezTo>
                    <a:pt x="494" y="511"/>
                    <a:pt x="430" y="486"/>
                    <a:pt x="369" y="486"/>
                  </a:cubicBezTo>
                  <a:cubicBezTo>
                    <a:pt x="172" y="486"/>
                    <a:pt x="1" y="746"/>
                    <a:pt x="196" y="926"/>
                  </a:cubicBezTo>
                  <a:lnTo>
                    <a:pt x="696" y="1425"/>
                  </a:lnTo>
                  <a:cubicBezTo>
                    <a:pt x="738" y="1467"/>
                    <a:pt x="800" y="1495"/>
                    <a:pt x="869" y="1495"/>
                  </a:cubicBezTo>
                  <a:cubicBezTo>
                    <a:pt x="932" y="1495"/>
                    <a:pt x="1001" y="1474"/>
                    <a:pt x="1043" y="1425"/>
                  </a:cubicBezTo>
                  <a:lnTo>
                    <a:pt x="2042" y="427"/>
                  </a:lnTo>
                  <a:cubicBezTo>
                    <a:pt x="2213" y="245"/>
                    <a:pt x="2050" y="1"/>
                    <a:pt x="186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5"/>
            <p:cNvSpPr/>
            <p:nvPr/>
          </p:nvSpPr>
          <p:spPr>
            <a:xfrm>
              <a:off x="6521188" y="2078166"/>
              <a:ext cx="87881" cy="59251"/>
            </a:xfrm>
            <a:custGeom>
              <a:avLst/>
              <a:gdLst/>
              <a:ahLst/>
              <a:cxnLst/>
              <a:rect l="l" t="t" r="r" b="b"/>
              <a:pathLst>
                <a:path w="2238" h="1509" extrusionOk="0">
                  <a:moveTo>
                    <a:pt x="1870" y="0"/>
                  </a:moveTo>
                  <a:cubicBezTo>
                    <a:pt x="1809" y="0"/>
                    <a:pt x="1745" y="25"/>
                    <a:pt x="1689" y="86"/>
                  </a:cubicBezTo>
                  <a:lnTo>
                    <a:pt x="870" y="905"/>
                  </a:lnTo>
                  <a:lnTo>
                    <a:pt x="544" y="586"/>
                  </a:lnTo>
                  <a:cubicBezTo>
                    <a:pt x="488" y="525"/>
                    <a:pt x="425" y="499"/>
                    <a:pt x="364" y="499"/>
                  </a:cubicBezTo>
                  <a:cubicBezTo>
                    <a:pt x="168" y="499"/>
                    <a:pt x="0" y="760"/>
                    <a:pt x="190" y="940"/>
                  </a:cubicBezTo>
                  <a:lnTo>
                    <a:pt x="690" y="1439"/>
                  </a:lnTo>
                  <a:cubicBezTo>
                    <a:pt x="738" y="1481"/>
                    <a:pt x="801" y="1508"/>
                    <a:pt x="863" y="1508"/>
                  </a:cubicBezTo>
                  <a:cubicBezTo>
                    <a:pt x="933" y="1508"/>
                    <a:pt x="995" y="1481"/>
                    <a:pt x="1044" y="1432"/>
                  </a:cubicBezTo>
                  <a:lnTo>
                    <a:pt x="2042" y="440"/>
                  </a:lnTo>
                  <a:cubicBezTo>
                    <a:pt x="2238" y="260"/>
                    <a:pt x="2067" y="0"/>
                    <a:pt x="18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5"/>
            <p:cNvSpPr/>
            <p:nvPr/>
          </p:nvSpPr>
          <p:spPr>
            <a:xfrm>
              <a:off x="6247890" y="2157131"/>
              <a:ext cx="85721" cy="58701"/>
            </a:xfrm>
            <a:custGeom>
              <a:avLst/>
              <a:gdLst/>
              <a:ahLst/>
              <a:cxnLst/>
              <a:rect l="l" t="t" r="r" b="b"/>
              <a:pathLst>
                <a:path w="2183" h="1495" extrusionOk="0">
                  <a:moveTo>
                    <a:pt x="1835" y="0"/>
                  </a:moveTo>
                  <a:cubicBezTo>
                    <a:pt x="1778" y="0"/>
                    <a:pt x="1718" y="22"/>
                    <a:pt x="1664" y="73"/>
                  </a:cubicBezTo>
                  <a:lnTo>
                    <a:pt x="838" y="892"/>
                  </a:lnTo>
                  <a:lnTo>
                    <a:pt x="519" y="572"/>
                  </a:lnTo>
                  <a:cubicBezTo>
                    <a:pt x="465" y="521"/>
                    <a:pt x="405" y="499"/>
                    <a:pt x="348" y="499"/>
                  </a:cubicBezTo>
                  <a:cubicBezTo>
                    <a:pt x="159" y="499"/>
                    <a:pt x="0" y="738"/>
                    <a:pt x="166" y="919"/>
                  </a:cubicBezTo>
                  <a:lnTo>
                    <a:pt x="665" y="1419"/>
                  </a:lnTo>
                  <a:cubicBezTo>
                    <a:pt x="714" y="1467"/>
                    <a:pt x="776" y="1495"/>
                    <a:pt x="838" y="1495"/>
                  </a:cubicBezTo>
                  <a:cubicBezTo>
                    <a:pt x="908" y="1495"/>
                    <a:pt x="970" y="1467"/>
                    <a:pt x="1019" y="1419"/>
                  </a:cubicBezTo>
                  <a:lnTo>
                    <a:pt x="2018" y="420"/>
                  </a:lnTo>
                  <a:cubicBezTo>
                    <a:pt x="2183" y="239"/>
                    <a:pt x="2024" y="0"/>
                    <a:pt x="18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5"/>
            <p:cNvSpPr/>
            <p:nvPr/>
          </p:nvSpPr>
          <p:spPr>
            <a:xfrm>
              <a:off x="6522131" y="1921259"/>
              <a:ext cx="86938" cy="59290"/>
            </a:xfrm>
            <a:custGeom>
              <a:avLst/>
              <a:gdLst/>
              <a:ahLst/>
              <a:cxnLst/>
              <a:rect l="l" t="t" r="r" b="b"/>
              <a:pathLst>
                <a:path w="2214" h="1510" extrusionOk="0">
                  <a:moveTo>
                    <a:pt x="1846" y="1"/>
                  </a:moveTo>
                  <a:cubicBezTo>
                    <a:pt x="1785" y="1"/>
                    <a:pt x="1721" y="26"/>
                    <a:pt x="1665" y="87"/>
                  </a:cubicBezTo>
                  <a:lnTo>
                    <a:pt x="846" y="913"/>
                  </a:lnTo>
                  <a:lnTo>
                    <a:pt x="520" y="587"/>
                  </a:lnTo>
                  <a:cubicBezTo>
                    <a:pt x="467" y="538"/>
                    <a:pt x="408" y="517"/>
                    <a:pt x="353" y="517"/>
                  </a:cubicBezTo>
                  <a:cubicBezTo>
                    <a:pt x="162" y="517"/>
                    <a:pt x="0" y="758"/>
                    <a:pt x="166" y="940"/>
                  </a:cubicBezTo>
                  <a:lnTo>
                    <a:pt x="666" y="1440"/>
                  </a:lnTo>
                  <a:cubicBezTo>
                    <a:pt x="714" y="1488"/>
                    <a:pt x="777" y="1509"/>
                    <a:pt x="839" y="1509"/>
                  </a:cubicBezTo>
                  <a:cubicBezTo>
                    <a:pt x="909" y="1509"/>
                    <a:pt x="971" y="1488"/>
                    <a:pt x="1020" y="1440"/>
                  </a:cubicBezTo>
                  <a:lnTo>
                    <a:pt x="2018" y="441"/>
                  </a:lnTo>
                  <a:cubicBezTo>
                    <a:pt x="2214" y="261"/>
                    <a:pt x="2043" y="1"/>
                    <a:pt x="1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6" name="Google Shape;1096;p45"/>
          <p:cNvSpPr/>
          <p:nvPr/>
        </p:nvSpPr>
        <p:spPr>
          <a:xfrm rot="-1700348">
            <a:off x="8494935" y="1304154"/>
            <a:ext cx="364027" cy="325910"/>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7" name="Google Shape;1097;p45"/>
          <p:cNvGrpSpPr/>
          <p:nvPr/>
        </p:nvGrpSpPr>
        <p:grpSpPr>
          <a:xfrm>
            <a:off x="155983" y="3025150"/>
            <a:ext cx="887400" cy="856500"/>
            <a:chOff x="155983" y="3025150"/>
            <a:chExt cx="887400" cy="856500"/>
          </a:xfrm>
        </p:grpSpPr>
        <p:sp>
          <p:nvSpPr>
            <p:cNvPr id="1098" name="Google Shape;1098;p45"/>
            <p:cNvSpPr/>
            <p:nvPr/>
          </p:nvSpPr>
          <p:spPr>
            <a:xfrm rot="1645945">
              <a:off x="258465" y="3147939"/>
              <a:ext cx="682437" cy="610923"/>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9" name="Google Shape;1099;p45"/>
            <p:cNvGrpSpPr/>
            <p:nvPr/>
          </p:nvGrpSpPr>
          <p:grpSpPr>
            <a:xfrm>
              <a:off x="393289" y="3285780"/>
              <a:ext cx="470598" cy="335235"/>
              <a:chOff x="393289" y="3285780"/>
              <a:chExt cx="470598" cy="335235"/>
            </a:xfrm>
          </p:grpSpPr>
          <p:sp>
            <p:nvSpPr>
              <p:cNvPr id="1100" name="Google Shape;1100;p45"/>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5"/>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5"/>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03" name="Google Shape;1103;p45"/>
          <p:cNvSpPr/>
          <p:nvPr/>
        </p:nvSpPr>
        <p:spPr>
          <a:xfrm rot="464186">
            <a:off x="1233600" y="4661799"/>
            <a:ext cx="296398" cy="26551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46"/>
          <p:cNvSpPr txBox="1">
            <a:spLocks noGrp="1"/>
          </p:cNvSpPr>
          <p:nvPr>
            <p:ph type="title"/>
          </p:nvPr>
        </p:nvSpPr>
        <p:spPr>
          <a:xfrm>
            <a:off x="720000" y="445025"/>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Governorate Opportunity Tiers</a:t>
            </a:r>
            <a:endParaRPr/>
          </a:p>
        </p:txBody>
      </p:sp>
      <p:sp>
        <p:nvSpPr>
          <p:cNvPr id="1109" name="Google Shape;1109;p46"/>
          <p:cNvSpPr txBox="1">
            <a:spLocks noGrp="1"/>
          </p:cNvSpPr>
          <p:nvPr>
            <p:ph type="title" idx="2"/>
          </p:nvPr>
        </p:nvSpPr>
        <p:spPr>
          <a:xfrm>
            <a:off x="654350" y="3589650"/>
            <a:ext cx="246985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EXPLOSIVE TIER</a:t>
            </a:r>
            <a:endParaRPr sz="1600" dirty="0"/>
          </a:p>
        </p:txBody>
      </p:sp>
      <p:sp>
        <p:nvSpPr>
          <p:cNvPr id="1110" name="Google Shape;1110;p46"/>
          <p:cNvSpPr txBox="1">
            <a:spLocks noGrp="1"/>
          </p:cNvSpPr>
          <p:nvPr>
            <p:ph type="subTitle" idx="1"/>
          </p:nvPr>
        </p:nvSpPr>
        <p:spPr>
          <a:xfrm>
            <a:off x="960042" y="3966788"/>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Kafr El Sheikh +92%, Aswan +73%, Sohag +53%</a:t>
            </a:r>
            <a:endParaRPr/>
          </a:p>
        </p:txBody>
      </p:sp>
      <p:sp>
        <p:nvSpPr>
          <p:cNvPr id="1111" name="Google Shape;1111;p46"/>
          <p:cNvSpPr txBox="1">
            <a:spLocks noGrp="1"/>
          </p:cNvSpPr>
          <p:nvPr>
            <p:ph type="title" idx="3"/>
          </p:nvPr>
        </p:nvSpPr>
        <p:spPr>
          <a:xfrm>
            <a:off x="3025141" y="3589650"/>
            <a:ext cx="30861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OUTPERFORMER TIER</a:t>
            </a:r>
            <a:endParaRPr sz="1600" dirty="0"/>
          </a:p>
        </p:txBody>
      </p:sp>
      <p:sp>
        <p:nvSpPr>
          <p:cNvPr id="1112" name="Google Shape;1112;p46"/>
          <p:cNvSpPr txBox="1">
            <a:spLocks noGrp="1"/>
          </p:cNvSpPr>
          <p:nvPr>
            <p:ph type="subTitle" idx="4"/>
          </p:nvPr>
        </p:nvSpPr>
        <p:spPr>
          <a:xfrm>
            <a:off x="3598800" y="3966788"/>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Gharbia +45%, Minya +44%, Beni Suef +38%</a:t>
            </a:r>
            <a:endParaRPr/>
          </a:p>
        </p:txBody>
      </p:sp>
      <p:sp>
        <p:nvSpPr>
          <p:cNvPr id="1113" name="Google Shape;1113;p46"/>
          <p:cNvSpPr txBox="1">
            <a:spLocks noGrp="1"/>
          </p:cNvSpPr>
          <p:nvPr>
            <p:ph type="title" idx="5"/>
          </p:nvPr>
        </p:nvSpPr>
        <p:spPr>
          <a:xfrm>
            <a:off x="6237564" y="3589650"/>
            <a:ext cx="2133412"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IN-LINE TIER</a:t>
            </a:r>
            <a:endParaRPr sz="1800" dirty="0"/>
          </a:p>
        </p:txBody>
      </p:sp>
      <p:sp>
        <p:nvSpPr>
          <p:cNvPr id="1114" name="Google Shape;1114;p46"/>
          <p:cNvSpPr txBox="1">
            <a:spLocks noGrp="1"/>
          </p:cNvSpPr>
          <p:nvPr>
            <p:ph type="subTitle" idx="6"/>
          </p:nvPr>
        </p:nvSpPr>
        <p:spPr>
          <a:xfrm>
            <a:off x="6237564" y="3966788"/>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Cairo +32%, Monufia +33%, Dakahlia +20%</a:t>
            </a:r>
            <a:endParaRPr/>
          </a:p>
        </p:txBody>
      </p:sp>
      <p:sp>
        <p:nvSpPr>
          <p:cNvPr id="1115" name="Google Shape;1115;p46"/>
          <p:cNvSpPr txBox="1">
            <a:spLocks noGrp="1"/>
          </p:cNvSpPr>
          <p:nvPr>
            <p:ph type="title" idx="7"/>
          </p:nvPr>
        </p:nvSpPr>
        <p:spPr>
          <a:xfrm>
            <a:off x="396240" y="1844475"/>
            <a:ext cx="27813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dirty="0"/>
              <a:t>STAGNANT</a:t>
            </a:r>
            <a:r>
              <a:rPr lang="en" sz="1800" dirty="0"/>
              <a:t> </a:t>
            </a:r>
            <a:r>
              <a:rPr lang="en" sz="1600" dirty="0"/>
              <a:t>TIER</a:t>
            </a:r>
            <a:endParaRPr sz="1800" dirty="0"/>
          </a:p>
        </p:txBody>
      </p:sp>
      <p:sp>
        <p:nvSpPr>
          <p:cNvPr id="1116" name="Google Shape;1116;p46"/>
          <p:cNvSpPr txBox="1">
            <a:spLocks noGrp="1"/>
          </p:cNvSpPr>
          <p:nvPr>
            <p:ph type="subTitle" idx="8"/>
          </p:nvPr>
        </p:nvSpPr>
        <p:spPr>
          <a:xfrm>
            <a:off x="960030" y="2223575"/>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Fayoum +3%, Ismailia +6%, Suez +1%</a:t>
            </a:r>
            <a:endParaRPr/>
          </a:p>
        </p:txBody>
      </p:sp>
      <p:sp>
        <p:nvSpPr>
          <p:cNvPr id="1117" name="Google Shape;1117;p46"/>
          <p:cNvSpPr txBox="1">
            <a:spLocks noGrp="1"/>
          </p:cNvSpPr>
          <p:nvPr>
            <p:ph type="title" idx="9"/>
          </p:nvPr>
        </p:nvSpPr>
        <p:spPr>
          <a:xfrm>
            <a:off x="3598800" y="1844475"/>
            <a:ext cx="194640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ANOMALY</a:t>
            </a:r>
            <a:endParaRPr sz="1600" dirty="0"/>
          </a:p>
        </p:txBody>
      </p:sp>
      <p:sp>
        <p:nvSpPr>
          <p:cNvPr id="1118" name="Google Shape;1118;p46"/>
          <p:cNvSpPr txBox="1">
            <a:spLocks noGrp="1"/>
          </p:cNvSpPr>
          <p:nvPr>
            <p:ph type="subTitle" idx="13"/>
          </p:nvPr>
        </p:nvSpPr>
        <p:spPr>
          <a:xfrm>
            <a:off x="3598800" y="2223575"/>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Port Said +176.4% — investigate</a:t>
            </a:r>
            <a:endParaRPr/>
          </a:p>
        </p:txBody>
      </p:sp>
      <p:sp>
        <p:nvSpPr>
          <p:cNvPr id="1119" name="Google Shape;1119;p46"/>
          <p:cNvSpPr txBox="1">
            <a:spLocks noGrp="1"/>
          </p:cNvSpPr>
          <p:nvPr>
            <p:ph type="title" idx="14"/>
          </p:nvPr>
        </p:nvSpPr>
        <p:spPr>
          <a:xfrm>
            <a:off x="5654040" y="1844475"/>
            <a:ext cx="3489960" cy="46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600" dirty="0"/>
              <a:t>PREMIUM OPPORTUNITY</a:t>
            </a:r>
            <a:endParaRPr sz="1600" dirty="0"/>
          </a:p>
        </p:txBody>
      </p:sp>
      <p:sp>
        <p:nvSpPr>
          <p:cNvPr id="1120" name="Google Shape;1120;p46"/>
          <p:cNvSpPr txBox="1">
            <a:spLocks noGrp="1"/>
          </p:cNvSpPr>
          <p:nvPr>
            <p:ph type="subTitle" idx="15"/>
          </p:nvPr>
        </p:nvSpPr>
        <p:spPr>
          <a:xfrm>
            <a:off x="6237569" y="2223575"/>
            <a:ext cx="1946400" cy="63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Aswan +72.7%, avg EGP 106/unit</a:t>
            </a:r>
            <a:endParaRPr/>
          </a:p>
        </p:txBody>
      </p:sp>
      <p:sp>
        <p:nvSpPr>
          <p:cNvPr id="1225" name="Google Shape;1225;p46"/>
          <p:cNvSpPr/>
          <p:nvPr/>
        </p:nvSpPr>
        <p:spPr>
          <a:xfrm rot="-1701150">
            <a:off x="8033848" y="265912"/>
            <a:ext cx="292486" cy="261886"/>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6" name="Google Shape;1226;p46"/>
          <p:cNvGrpSpPr/>
          <p:nvPr/>
        </p:nvGrpSpPr>
        <p:grpSpPr>
          <a:xfrm>
            <a:off x="160871" y="1013051"/>
            <a:ext cx="680400" cy="638700"/>
            <a:chOff x="160871" y="936851"/>
            <a:chExt cx="680400" cy="638700"/>
          </a:xfrm>
        </p:grpSpPr>
        <p:sp>
          <p:nvSpPr>
            <p:cNvPr id="1227" name="Google Shape;1227;p46"/>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8" name="Google Shape;1228;p46"/>
            <p:cNvGrpSpPr/>
            <p:nvPr/>
          </p:nvGrpSpPr>
          <p:grpSpPr>
            <a:xfrm>
              <a:off x="336500" y="1150250"/>
              <a:ext cx="317850" cy="209175"/>
              <a:chOff x="336500" y="1150250"/>
              <a:chExt cx="317850" cy="209175"/>
            </a:xfrm>
          </p:grpSpPr>
          <p:sp>
            <p:nvSpPr>
              <p:cNvPr id="1229" name="Google Shape;1229;p46"/>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6"/>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6"/>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2" name="Google Shape;1232;p46"/>
          <p:cNvGrpSpPr/>
          <p:nvPr/>
        </p:nvGrpSpPr>
        <p:grpSpPr>
          <a:xfrm flipH="1">
            <a:off x="6578" y="3483007"/>
            <a:ext cx="727535" cy="1710819"/>
            <a:chOff x="8416475" y="3483007"/>
            <a:chExt cx="727535" cy="1710819"/>
          </a:xfrm>
        </p:grpSpPr>
        <p:sp>
          <p:nvSpPr>
            <p:cNvPr id="1233" name="Google Shape;1233;p46"/>
            <p:cNvSpPr/>
            <p:nvPr/>
          </p:nvSpPr>
          <p:spPr>
            <a:xfrm>
              <a:off x="8578364" y="4845112"/>
              <a:ext cx="328014" cy="348714"/>
            </a:xfrm>
            <a:custGeom>
              <a:avLst/>
              <a:gdLst/>
              <a:ahLst/>
              <a:cxnLst/>
              <a:rect l="l" t="t" r="r" b="b"/>
              <a:pathLst>
                <a:path w="5578" h="5930" extrusionOk="0">
                  <a:moveTo>
                    <a:pt x="0" y="1"/>
                  </a:moveTo>
                  <a:lnTo>
                    <a:pt x="542" y="5930"/>
                  </a:lnTo>
                  <a:lnTo>
                    <a:pt x="4831" y="5930"/>
                  </a:lnTo>
                  <a:lnTo>
                    <a:pt x="55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6"/>
            <p:cNvSpPr/>
            <p:nvPr/>
          </p:nvSpPr>
          <p:spPr>
            <a:xfrm>
              <a:off x="8416475" y="3483007"/>
              <a:ext cx="727535" cy="1362159"/>
            </a:xfrm>
            <a:custGeom>
              <a:avLst/>
              <a:gdLst/>
              <a:ahLst/>
              <a:cxnLst/>
              <a:rect l="l" t="t" r="r" b="b"/>
              <a:pathLst>
                <a:path w="12372" h="23164" extrusionOk="0">
                  <a:moveTo>
                    <a:pt x="7704" y="1"/>
                  </a:moveTo>
                  <a:cubicBezTo>
                    <a:pt x="7204" y="1"/>
                    <a:pt x="6325" y="15375"/>
                    <a:pt x="6325" y="15375"/>
                  </a:cubicBezTo>
                  <a:cubicBezTo>
                    <a:pt x="6325" y="15375"/>
                    <a:pt x="6369" y="3268"/>
                    <a:pt x="5827" y="3107"/>
                  </a:cubicBezTo>
                  <a:cubicBezTo>
                    <a:pt x="5825" y="3107"/>
                    <a:pt x="5823" y="3107"/>
                    <a:pt x="5820" y="3107"/>
                  </a:cubicBezTo>
                  <a:cubicBezTo>
                    <a:pt x="5277" y="3107"/>
                    <a:pt x="5930" y="19958"/>
                    <a:pt x="5827" y="20119"/>
                  </a:cubicBezTo>
                  <a:cubicBezTo>
                    <a:pt x="5827" y="20120"/>
                    <a:pt x="5826" y="20120"/>
                    <a:pt x="5825" y="20120"/>
                  </a:cubicBezTo>
                  <a:cubicBezTo>
                    <a:pt x="5705" y="20120"/>
                    <a:pt x="5312" y="10295"/>
                    <a:pt x="4934" y="10295"/>
                  </a:cubicBezTo>
                  <a:cubicBezTo>
                    <a:pt x="4525" y="10295"/>
                    <a:pt x="4832" y="17776"/>
                    <a:pt x="4832" y="17776"/>
                  </a:cubicBezTo>
                  <a:cubicBezTo>
                    <a:pt x="4832" y="17776"/>
                    <a:pt x="3046" y="4308"/>
                    <a:pt x="2446" y="4249"/>
                  </a:cubicBezTo>
                  <a:cubicBezTo>
                    <a:pt x="2444" y="4249"/>
                    <a:pt x="2443" y="4249"/>
                    <a:pt x="2442" y="4249"/>
                  </a:cubicBezTo>
                  <a:cubicBezTo>
                    <a:pt x="1845" y="4249"/>
                    <a:pt x="3553" y="13446"/>
                    <a:pt x="3545" y="13446"/>
                  </a:cubicBezTo>
                  <a:cubicBezTo>
                    <a:pt x="3544" y="13446"/>
                    <a:pt x="3544" y="13445"/>
                    <a:pt x="3544" y="13443"/>
                  </a:cubicBezTo>
                  <a:cubicBezTo>
                    <a:pt x="3485" y="13238"/>
                    <a:pt x="1494" y="5699"/>
                    <a:pt x="1055" y="5699"/>
                  </a:cubicBezTo>
                  <a:cubicBezTo>
                    <a:pt x="587" y="5699"/>
                    <a:pt x="4290" y="20324"/>
                    <a:pt x="4290" y="20324"/>
                  </a:cubicBezTo>
                  <a:cubicBezTo>
                    <a:pt x="4290" y="20324"/>
                    <a:pt x="1282" y="8493"/>
                    <a:pt x="656" y="8493"/>
                  </a:cubicBezTo>
                  <a:cubicBezTo>
                    <a:pt x="652" y="8493"/>
                    <a:pt x="649" y="8494"/>
                    <a:pt x="645" y="8495"/>
                  </a:cubicBezTo>
                  <a:cubicBezTo>
                    <a:pt x="305" y="8578"/>
                    <a:pt x="1217" y="12355"/>
                    <a:pt x="2071" y="15608"/>
                  </a:cubicBezTo>
                  <a:lnTo>
                    <a:pt x="2071" y="15608"/>
                  </a:lnTo>
                  <a:cubicBezTo>
                    <a:pt x="1411" y="13463"/>
                    <a:pt x="625" y="11386"/>
                    <a:pt x="59" y="11386"/>
                  </a:cubicBezTo>
                  <a:cubicBezTo>
                    <a:pt x="39" y="11386"/>
                    <a:pt x="20" y="11388"/>
                    <a:pt x="1" y="11393"/>
                  </a:cubicBezTo>
                  <a:lnTo>
                    <a:pt x="3251" y="23164"/>
                  </a:lnTo>
                  <a:lnTo>
                    <a:pt x="7584" y="23164"/>
                  </a:lnTo>
                  <a:cubicBezTo>
                    <a:pt x="7584" y="23164"/>
                    <a:pt x="12371" y="5904"/>
                    <a:pt x="11478" y="5347"/>
                  </a:cubicBezTo>
                  <a:lnTo>
                    <a:pt x="11478" y="5347"/>
                  </a:lnTo>
                  <a:lnTo>
                    <a:pt x="7189" y="22607"/>
                  </a:lnTo>
                  <a:cubicBezTo>
                    <a:pt x="7189" y="22607"/>
                    <a:pt x="9590" y="7499"/>
                    <a:pt x="9385" y="6943"/>
                  </a:cubicBezTo>
                  <a:cubicBezTo>
                    <a:pt x="9381" y="6932"/>
                    <a:pt x="9376" y="6926"/>
                    <a:pt x="9370" y="6926"/>
                  </a:cubicBezTo>
                  <a:cubicBezTo>
                    <a:pt x="9100" y="6926"/>
                    <a:pt x="6911" y="19065"/>
                    <a:pt x="6911" y="19065"/>
                  </a:cubicBezTo>
                  <a:cubicBezTo>
                    <a:pt x="6911" y="19065"/>
                    <a:pt x="8199" y="253"/>
                    <a:pt x="7716" y="4"/>
                  </a:cubicBezTo>
                  <a:cubicBezTo>
                    <a:pt x="7712" y="2"/>
                    <a:pt x="7708" y="1"/>
                    <a:pt x="770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6"/>
            <p:cNvSpPr/>
            <p:nvPr/>
          </p:nvSpPr>
          <p:spPr>
            <a:xfrm>
              <a:off x="8578364" y="4845112"/>
              <a:ext cx="221283" cy="348714"/>
            </a:xfrm>
            <a:custGeom>
              <a:avLst/>
              <a:gdLst/>
              <a:ahLst/>
              <a:cxnLst/>
              <a:rect l="l" t="t" r="r" b="b"/>
              <a:pathLst>
                <a:path w="3763" h="5930" extrusionOk="0">
                  <a:moveTo>
                    <a:pt x="0" y="1"/>
                  </a:moveTo>
                  <a:lnTo>
                    <a:pt x="542" y="5930"/>
                  </a:lnTo>
                  <a:lnTo>
                    <a:pt x="3763" y="5930"/>
                  </a:lnTo>
                  <a:lnTo>
                    <a:pt x="513" y="1"/>
                  </a:lnTo>
                  <a:close/>
                </a:path>
              </a:pathLst>
            </a:custGeom>
            <a:solidFill>
              <a:srgbClr val="BA6136">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8261;p73">
            <a:extLst>
              <a:ext uri="{FF2B5EF4-FFF2-40B4-BE49-F238E27FC236}">
                <a16:creationId xmlns:a16="http://schemas.microsoft.com/office/drawing/2014/main" id="{91DB5BFD-1807-660B-5E66-A03A81E15FA3}"/>
              </a:ext>
            </a:extLst>
          </p:cNvPr>
          <p:cNvGrpSpPr/>
          <p:nvPr/>
        </p:nvGrpSpPr>
        <p:grpSpPr>
          <a:xfrm>
            <a:off x="1457094" y="1322254"/>
            <a:ext cx="810322" cy="468900"/>
            <a:chOff x="6641188" y="2035514"/>
            <a:chExt cx="361901" cy="238132"/>
          </a:xfrm>
        </p:grpSpPr>
        <p:sp>
          <p:nvSpPr>
            <p:cNvPr id="26" name="Google Shape;8262;p73">
              <a:extLst>
                <a:ext uri="{FF2B5EF4-FFF2-40B4-BE49-F238E27FC236}">
                  <a16:creationId xmlns:a16="http://schemas.microsoft.com/office/drawing/2014/main" id="{AFF2A0B0-231A-BFA1-AD43-F33FB1E27F2B}"/>
                </a:ext>
              </a:extLst>
            </p:cNvPr>
            <p:cNvSpPr/>
            <p:nvPr/>
          </p:nvSpPr>
          <p:spPr>
            <a:xfrm>
              <a:off x="6641188" y="2035514"/>
              <a:ext cx="361901" cy="220787"/>
            </a:xfrm>
            <a:custGeom>
              <a:avLst/>
              <a:gdLst/>
              <a:ahLst/>
              <a:cxnLst/>
              <a:rect l="l" t="t" r="r" b="b"/>
              <a:pathLst>
                <a:path w="13813" h="8427" extrusionOk="0">
                  <a:moveTo>
                    <a:pt x="451" y="1"/>
                  </a:moveTo>
                  <a:cubicBezTo>
                    <a:pt x="202" y="1"/>
                    <a:pt x="0" y="202"/>
                    <a:pt x="0" y="461"/>
                  </a:cubicBezTo>
                  <a:lnTo>
                    <a:pt x="0" y="7976"/>
                  </a:lnTo>
                  <a:cubicBezTo>
                    <a:pt x="0" y="8225"/>
                    <a:pt x="202" y="8426"/>
                    <a:pt x="451" y="8426"/>
                  </a:cubicBezTo>
                  <a:lnTo>
                    <a:pt x="13362" y="8426"/>
                  </a:lnTo>
                  <a:cubicBezTo>
                    <a:pt x="13612" y="8426"/>
                    <a:pt x="13813" y="8225"/>
                    <a:pt x="13813" y="7985"/>
                  </a:cubicBezTo>
                  <a:lnTo>
                    <a:pt x="13813" y="461"/>
                  </a:lnTo>
                  <a:cubicBezTo>
                    <a:pt x="13813" y="202"/>
                    <a:pt x="13612" y="1"/>
                    <a:pt x="13362" y="1"/>
                  </a:cubicBezTo>
                  <a:close/>
                </a:path>
              </a:pathLst>
            </a:custGeom>
            <a:solidFill>
              <a:srgbClr val="DDE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263;p73">
              <a:extLst>
                <a:ext uri="{FF2B5EF4-FFF2-40B4-BE49-F238E27FC236}">
                  <a16:creationId xmlns:a16="http://schemas.microsoft.com/office/drawing/2014/main" id="{DB1D66B8-EF4B-E2C7-9067-A3C2D7D86F5B}"/>
                </a:ext>
              </a:extLst>
            </p:cNvPr>
            <p:cNvSpPr/>
            <p:nvPr/>
          </p:nvSpPr>
          <p:spPr>
            <a:xfrm>
              <a:off x="6641188" y="2035514"/>
              <a:ext cx="361901" cy="220787"/>
            </a:xfrm>
            <a:custGeom>
              <a:avLst/>
              <a:gdLst/>
              <a:ahLst/>
              <a:cxnLst/>
              <a:rect l="l" t="t" r="r" b="b"/>
              <a:pathLst>
                <a:path w="13813" h="8427" extrusionOk="0">
                  <a:moveTo>
                    <a:pt x="12864" y="1"/>
                  </a:moveTo>
                  <a:lnTo>
                    <a:pt x="12864" y="6883"/>
                  </a:lnTo>
                  <a:cubicBezTo>
                    <a:pt x="12864" y="7132"/>
                    <a:pt x="12653" y="7343"/>
                    <a:pt x="12394" y="7343"/>
                  </a:cubicBezTo>
                  <a:lnTo>
                    <a:pt x="0" y="7343"/>
                  </a:lnTo>
                  <a:lnTo>
                    <a:pt x="0" y="7957"/>
                  </a:lnTo>
                  <a:cubicBezTo>
                    <a:pt x="0" y="8215"/>
                    <a:pt x="211" y="8426"/>
                    <a:pt x="460" y="8426"/>
                  </a:cubicBezTo>
                  <a:lnTo>
                    <a:pt x="13343" y="8426"/>
                  </a:lnTo>
                  <a:cubicBezTo>
                    <a:pt x="13602" y="8426"/>
                    <a:pt x="13813" y="8215"/>
                    <a:pt x="13813" y="7957"/>
                  </a:cubicBezTo>
                  <a:lnTo>
                    <a:pt x="13813" y="470"/>
                  </a:lnTo>
                  <a:cubicBezTo>
                    <a:pt x="13813" y="212"/>
                    <a:pt x="13602" y="1"/>
                    <a:pt x="13353" y="1"/>
                  </a:cubicBezTo>
                  <a:close/>
                </a:path>
              </a:pathLst>
            </a:custGeom>
            <a:solidFill>
              <a:srgbClr val="D2D8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264;p73">
              <a:extLst>
                <a:ext uri="{FF2B5EF4-FFF2-40B4-BE49-F238E27FC236}">
                  <a16:creationId xmlns:a16="http://schemas.microsoft.com/office/drawing/2014/main" id="{25414708-1995-3AC3-5B19-D0D5E454D859}"/>
                </a:ext>
              </a:extLst>
            </p:cNvPr>
            <p:cNvSpPr/>
            <p:nvPr/>
          </p:nvSpPr>
          <p:spPr>
            <a:xfrm>
              <a:off x="6681615" y="2256275"/>
              <a:ext cx="65579" cy="17371"/>
            </a:xfrm>
            <a:custGeom>
              <a:avLst/>
              <a:gdLst/>
              <a:ahLst/>
              <a:cxnLst/>
              <a:rect l="l" t="t" r="r" b="b"/>
              <a:pathLst>
                <a:path w="2503" h="663" extrusionOk="0">
                  <a:moveTo>
                    <a:pt x="1" y="0"/>
                  </a:moveTo>
                  <a:lnTo>
                    <a:pt x="1" y="355"/>
                  </a:lnTo>
                  <a:cubicBezTo>
                    <a:pt x="1" y="528"/>
                    <a:pt x="135" y="662"/>
                    <a:pt x="307" y="662"/>
                  </a:cubicBezTo>
                  <a:lnTo>
                    <a:pt x="2196" y="662"/>
                  </a:lnTo>
                  <a:cubicBezTo>
                    <a:pt x="2201" y="662"/>
                    <a:pt x="2206" y="662"/>
                    <a:pt x="2211" y="662"/>
                  </a:cubicBezTo>
                  <a:cubicBezTo>
                    <a:pt x="2368" y="662"/>
                    <a:pt x="2502" y="522"/>
                    <a:pt x="2502" y="355"/>
                  </a:cubicBezTo>
                  <a:lnTo>
                    <a:pt x="2502" y="0"/>
                  </a:lnTo>
                  <a:close/>
                </a:path>
              </a:pathLst>
            </a:custGeom>
            <a:solidFill>
              <a:srgbClr val="DDE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265;p73">
              <a:extLst>
                <a:ext uri="{FF2B5EF4-FFF2-40B4-BE49-F238E27FC236}">
                  <a16:creationId xmlns:a16="http://schemas.microsoft.com/office/drawing/2014/main" id="{2029351B-23EC-B388-39A6-9DE268E3ECE3}"/>
                </a:ext>
              </a:extLst>
            </p:cNvPr>
            <p:cNvSpPr/>
            <p:nvPr/>
          </p:nvSpPr>
          <p:spPr>
            <a:xfrm>
              <a:off x="6897084" y="2256275"/>
              <a:ext cx="65579" cy="17371"/>
            </a:xfrm>
            <a:custGeom>
              <a:avLst/>
              <a:gdLst/>
              <a:ahLst/>
              <a:cxnLst/>
              <a:rect l="l" t="t" r="r" b="b"/>
              <a:pathLst>
                <a:path w="2503" h="663" extrusionOk="0">
                  <a:moveTo>
                    <a:pt x="1" y="0"/>
                  </a:moveTo>
                  <a:lnTo>
                    <a:pt x="1" y="355"/>
                  </a:lnTo>
                  <a:cubicBezTo>
                    <a:pt x="1" y="528"/>
                    <a:pt x="135" y="662"/>
                    <a:pt x="308" y="662"/>
                  </a:cubicBezTo>
                  <a:lnTo>
                    <a:pt x="2196" y="662"/>
                  </a:lnTo>
                  <a:cubicBezTo>
                    <a:pt x="2201" y="662"/>
                    <a:pt x="2207" y="662"/>
                    <a:pt x="2212" y="662"/>
                  </a:cubicBezTo>
                  <a:cubicBezTo>
                    <a:pt x="2377" y="662"/>
                    <a:pt x="2503" y="522"/>
                    <a:pt x="2503" y="355"/>
                  </a:cubicBezTo>
                  <a:lnTo>
                    <a:pt x="2503" y="0"/>
                  </a:lnTo>
                  <a:close/>
                </a:path>
              </a:pathLst>
            </a:custGeom>
            <a:solidFill>
              <a:srgbClr val="DDE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266;p73">
              <a:extLst>
                <a:ext uri="{FF2B5EF4-FFF2-40B4-BE49-F238E27FC236}">
                  <a16:creationId xmlns:a16="http://schemas.microsoft.com/office/drawing/2014/main" id="{9272CFB1-DC98-5E88-A89E-AD731F5F444B}"/>
                </a:ext>
              </a:extLst>
            </p:cNvPr>
            <p:cNvSpPr/>
            <p:nvPr/>
          </p:nvSpPr>
          <p:spPr>
            <a:xfrm>
              <a:off x="6666288" y="2064151"/>
              <a:ext cx="191653" cy="163776"/>
            </a:xfrm>
            <a:custGeom>
              <a:avLst/>
              <a:gdLst/>
              <a:ahLst/>
              <a:cxnLst/>
              <a:rect l="l" t="t" r="r" b="b"/>
              <a:pathLst>
                <a:path w="7315" h="6251" extrusionOk="0">
                  <a:moveTo>
                    <a:pt x="329" y="0"/>
                  </a:moveTo>
                  <a:cubicBezTo>
                    <a:pt x="145" y="0"/>
                    <a:pt x="1" y="150"/>
                    <a:pt x="1" y="336"/>
                  </a:cubicBezTo>
                  <a:lnTo>
                    <a:pt x="1" y="5905"/>
                  </a:lnTo>
                  <a:cubicBezTo>
                    <a:pt x="1" y="6097"/>
                    <a:pt x="154" y="6250"/>
                    <a:pt x="346" y="6250"/>
                  </a:cubicBezTo>
                  <a:lnTo>
                    <a:pt x="6970" y="6250"/>
                  </a:lnTo>
                  <a:cubicBezTo>
                    <a:pt x="7161" y="6250"/>
                    <a:pt x="7315" y="6097"/>
                    <a:pt x="7315" y="5905"/>
                  </a:cubicBezTo>
                  <a:lnTo>
                    <a:pt x="7315" y="336"/>
                  </a:lnTo>
                  <a:cubicBezTo>
                    <a:pt x="7315" y="150"/>
                    <a:pt x="7170" y="0"/>
                    <a:pt x="6987" y="0"/>
                  </a:cubicBezTo>
                  <a:cubicBezTo>
                    <a:pt x="6981" y="0"/>
                    <a:pt x="6975" y="0"/>
                    <a:pt x="6970" y="1"/>
                  </a:cubicBezTo>
                  <a:lnTo>
                    <a:pt x="346" y="1"/>
                  </a:lnTo>
                  <a:cubicBezTo>
                    <a:pt x="340" y="0"/>
                    <a:pt x="335" y="0"/>
                    <a:pt x="329" y="0"/>
                  </a:cubicBezTo>
                  <a:close/>
                </a:path>
              </a:pathLst>
            </a:custGeom>
            <a:solidFill>
              <a:srgbClr val="8493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267;p73">
              <a:extLst>
                <a:ext uri="{FF2B5EF4-FFF2-40B4-BE49-F238E27FC236}">
                  <a16:creationId xmlns:a16="http://schemas.microsoft.com/office/drawing/2014/main" id="{7E34843C-984E-3D8D-D07A-C458EA1ECCA4}"/>
                </a:ext>
              </a:extLst>
            </p:cNvPr>
            <p:cNvSpPr/>
            <p:nvPr/>
          </p:nvSpPr>
          <p:spPr>
            <a:xfrm>
              <a:off x="6666288" y="2063653"/>
              <a:ext cx="191915" cy="164274"/>
            </a:xfrm>
            <a:custGeom>
              <a:avLst/>
              <a:gdLst/>
              <a:ahLst/>
              <a:cxnLst/>
              <a:rect l="l" t="t" r="r" b="b"/>
              <a:pathLst>
                <a:path w="7325" h="6270" extrusionOk="0">
                  <a:moveTo>
                    <a:pt x="6960" y="0"/>
                  </a:moveTo>
                  <a:lnTo>
                    <a:pt x="6577" y="10"/>
                  </a:lnTo>
                  <a:lnTo>
                    <a:pt x="6577" y="4333"/>
                  </a:lnTo>
                  <a:cubicBezTo>
                    <a:pt x="6577" y="4994"/>
                    <a:pt x="6040" y="5531"/>
                    <a:pt x="5378" y="5531"/>
                  </a:cubicBezTo>
                  <a:lnTo>
                    <a:pt x="1" y="5531"/>
                  </a:lnTo>
                  <a:lnTo>
                    <a:pt x="1" y="5915"/>
                  </a:lnTo>
                  <a:cubicBezTo>
                    <a:pt x="1" y="6106"/>
                    <a:pt x="164" y="6269"/>
                    <a:pt x="365" y="6269"/>
                  </a:cubicBezTo>
                  <a:lnTo>
                    <a:pt x="6960" y="6269"/>
                  </a:lnTo>
                  <a:cubicBezTo>
                    <a:pt x="7161" y="6269"/>
                    <a:pt x="7324" y="6106"/>
                    <a:pt x="7324" y="5915"/>
                  </a:cubicBezTo>
                  <a:lnTo>
                    <a:pt x="7324" y="365"/>
                  </a:lnTo>
                  <a:cubicBezTo>
                    <a:pt x="7324" y="163"/>
                    <a:pt x="7161" y="0"/>
                    <a:pt x="6960" y="0"/>
                  </a:cubicBezTo>
                  <a:close/>
                </a:path>
              </a:pathLst>
            </a:custGeom>
            <a:solidFill>
              <a:srgbClr val="7787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8268;p73">
              <a:extLst>
                <a:ext uri="{FF2B5EF4-FFF2-40B4-BE49-F238E27FC236}">
                  <a16:creationId xmlns:a16="http://schemas.microsoft.com/office/drawing/2014/main" id="{9303D062-1C1C-7C23-22C2-8F30D31346D0}"/>
                </a:ext>
              </a:extLst>
            </p:cNvPr>
            <p:cNvSpPr/>
            <p:nvPr/>
          </p:nvSpPr>
          <p:spPr>
            <a:xfrm>
              <a:off x="6892315" y="2171387"/>
              <a:ext cx="75115" cy="64321"/>
            </a:xfrm>
            <a:custGeom>
              <a:avLst/>
              <a:gdLst/>
              <a:ahLst/>
              <a:cxnLst/>
              <a:rect l="l" t="t" r="r" b="b"/>
              <a:pathLst>
                <a:path w="2867" h="2455" extrusionOk="0">
                  <a:moveTo>
                    <a:pt x="1640" y="0"/>
                  </a:moveTo>
                  <a:cubicBezTo>
                    <a:pt x="547" y="0"/>
                    <a:pt x="1" y="1323"/>
                    <a:pt x="768" y="2090"/>
                  </a:cubicBezTo>
                  <a:cubicBezTo>
                    <a:pt x="1019" y="2342"/>
                    <a:pt x="1329" y="2455"/>
                    <a:pt x="1632" y="2455"/>
                  </a:cubicBezTo>
                  <a:cubicBezTo>
                    <a:pt x="2263" y="2455"/>
                    <a:pt x="2867" y="1966"/>
                    <a:pt x="2867" y="1227"/>
                  </a:cubicBezTo>
                  <a:cubicBezTo>
                    <a:pt x="2857" y="547"/>
                    <a:pt x="2311" y="0"/>
                    <a:pt x="1640" y="0"/>
                  </a:cubicBezTo>
                  <a:close/>
                </a:path>
              </a:pathLst>
            </a:custGeom>
            <a:solidFill>
              <a:srgbClr val="A4B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8269;p73">
              <a:extLst>
                <a:ext uri="{FF2B5EF4-FFF2-40B4-BE49-F238E27FC236}">
                  <a16:creationId xmlns:a16="http://schemas.microsoft.com/office/drawing/2014/main" id="{67074FA1-8F09-3B7E-D146-E082F1C6CDB4}"/>
                </a:ext>
              </a:extLst>
            </p:cNvPr>
            <p:cNvSpPr/>
            <p:nvPr/>
          </p:nvSpPr>
          <p:spPr>
            <a:xfrm>
              <a:off x="6925485" y="2171387"/>
              <a:ext cx="44461" cy="64111"/>
            </a:xfrm>
            <a:custGeom>
              <a:avLst/>
              <a:gdLst/>
              <a:ahLst/>
              <a:cxnLst/>
              <a:rect l="l" t="t" r="r" b="b"/>
              <a:pathLst>
                <a:path w="1697" h="2447" extrusionOk="0">
                  <a:moveTo>
                    <a:pt x="374" y="0"/>
                  </a:moveTo>
                  <a:cubicBezTo>
                    <a:pt x="240" y="0"/>
                    <a:pt x="115" y="20"/>
                    <a:pt x="0" y="58"/>
                  </a:cubicBezTo>
                  <a:cubicBezTo>
                    <a:pt x="1131" y="422"/>
                    <a:pt x="1131" y="2023"/>
                    <a:pt x="0" y="2387"/>
                  </a:cubicBezTo>
                  <a:cubicBezTo>
                    <a:pt x="125" y="2428"/>
                    <a:pt x="251" y="2447"/>
                    <a:pt x="375" y="2447"/>
                  </a:cubicBezTo>
                  <a:cubicBezTo>
                    <a:pt x="956" y="2447"/>
                    <a:pt x="1487" y="2026"/>
                    <a:pt x="1582" y="1410"/>
                  </a:cubicBezTo>
                  <a:cubicBezTo>
                    <a:pt x="1697" y="671"/>
                    <a:pt x="1122" y="0"/>
                    <a:pt x="374" y="0"/>
                  </a:cubicBezTo>
                  <a:close/>
                </a:path>
              </a:pathLst>
            </a:custGeom>
            <a:solidFill>
              <a:srgbClr val="9BAB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8270;p73">
              <a:extLst>
                <a:ext uri="{FF2B5EF4-FFF2-40B4-BE49-F238E27FC236}">
                  <a16:creationId xmlns:a16="http://schemas.microsoft.com/office/drawing/2014/main" id="{5CBF2931-A3C8-3788-9519-02B0F4E9B4E4}"/>
                </a:ext>
              </a:extLst>
            </p:cNvPr>
            <p:cNvSpPr/>
            <p:nvPr/>
          </p:nvSpPr>
          <p:spPr>
            <a:xfrm>
              <a:off x="6889302" y="2064151"/>
              <a:ext cx="40715" cy="19624"/>
            </a:xfrm>
            <a:custGeom>
              <a:avLst/>
              <a:gdLst/>
              <a:ahLst/>
              <a:cxnLst/>
              <a:rect l="l" t="t" r="r" b="b"/>
              <a:pathLst>
                <a:path w="1554" h="749" extrusionOk="0">
                  <a:moveTo>
                    <a:pt x="317" y="1"/>
                  </a:moveTo>
                  <a:cubicBezTo>
                    <a:pt x="145" y="1"/>
                    <a:pt x="1" y="144"/>
                    <a:pt x="1" y="317"/>
                  </a:cubicBezTo>
                  <a:lnTo>
                    <a:pt x="1" y="422"/>
                  </a:lnTo>
                  <a:cubicBezTo>
                    <a:pt x="1" y="604"/>
                    <a:pt x="145" y="748"/>
                    <a:pt x="317" y="748"/>
                  </a:cubicBezTo>
                  <a:lnTo>
                    <a:pt x="1228" y="748"/>
                  </a:lnTo>
                  <a:cubicBezTo>
                    <a:pt x="1410" y="748"/>
                    <a:pt x="1554" y="595"/>
                    <a:pt x="1554" y="422"/>
                  </a:cubicBezTo>
                  <a:lnTo>
                    <a:pt x="1554" y="317"/>
                  </a:lnTo>
                  <a:cubicBezTo>
                    <a:pt x="1554" y="144"/>
                    <a:pt x="1410" y="1"/>
                    <a:pt x="1228" y="1"/>
                  </a:cubicBezTo>
                  <a:close/>
                </a:path>
              </a:pathLst>
            </a:custGeom>
            <a:solidFill>
              <a:srgbClr val="A4B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8271;p73">
              <a:extLst>
                <a:ext uri="{FF2B5EF4-FFF2-40B4-BE49-F238E27FC236}">
                  <a16:creationId xmlns:a16="http://schemas.microsoft.com/office/drawing/2014/main" id="{6B0798D0-E5DB-71C1-D1EE-ABE36FF604E0}"/>
                </a:ext>
              </a:extLst>
            </p:cNvPr>
            <p:cNvSpPr/>
            <p:nvPr/>
          </p:nvSpPr>
          <p:spPr>
            <a:xfrm>
              <a:off x="6908402" y="2063889"/>
              <a:ext cx="21615" cy="19886"/>
            </a:xfrm>
            <a:custGeom>
              <a:avLst/>
              <a:gdLst/>
              <a:ahLst/>
              <a:cxnLst/>
              <a:rect l="l" t="t" r="r" b="b"/>
              <a:pathLst>
                <a:path w="825" h="759" extrusionOk="0">
                  <a:moveTo>
                    <a:pt x="0" y="1"/>
                  </a:moveTo>
                  <a:cubicBezTo>
                    <a:pt x="192" y="1"/>
                    <a:pt x="336" y="154"/>
                    <a:pt x="336" y="336"/>
                  </a:cubicBezTo>
                  <a:lnTo>
                    <a:pt x="336" y="423"/>
                  </a:lnTo>
                  <a:cubicBezTo>
                    <a:pt x="336" y="605"/>
                    <a:pt x="192" y="758"/>
                    <a:pt x="0" y="758"/>
                  </a:cubicBezTo>
                  <a:lnTo>
                    <a:pt x="489" y="758"/>
                  </a:lnTo>
                  <a:cubicBezTo>
                    <a:pt x="671" y="758"/>
                    <a:pt x="825" y="605"/>
                    <a:pt x="825" y="423"/>
                  </a:cubicBezTo>
                  <a:lnTo>
                    <a:pt x="825" y="336"/>
                  </a:lnTo>
                  <a:cubicBezTo>
                    <a:pt x="825" y="154"/>
                    <a:pt x="671" y="1"/>
                    <a:pt x="489" y="1"/>
                  </a:cubicBezTo>
                  <a:close/>
                </a:path>
              </a:pathLst>
            </a:custGeom>
            <a:solidFill>
              <a:srgbClr val="9BAB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8272;p73">
              <a:extLst>
                <a:ext uri="{FF2B5EF4-FFF2-40B4-BE49-F238E27FC236}">
                  <a16:creationId xmlns:a16="http://schemas.microsoft.com/office/drawing/2014/main" id="{268901B9-6060-9F2C-7E49-26C8F865B7B1}"/>
                </a:ext>
              </a:extLst>
            </p:cNvPr>
            <p:cNvSpPr/>
            <p:nvPr/>
          </p:nvSpPr>
          <p:spPr>
            <a:xfrm>
              <a:off x="6889302" y="2099049"/>
              <a:ext cx="40715" cy="19624"/>
            </a:xfrm>
            <a:custGeom>
              <a:avLst/>
              <a:gdLst/>
              <a:ahLst/>
              <a:cxnLst/>
              <a:rect l="l" t="t" r="r" b="b"/>
              <a:pathLst>
                <a:path w="1554" h="749" extrusionOk="0">
                  <a:moveTo>
                    <a:pt x="317" y="1"/>
                  </a:moveTo>
                  <a:cubicBezTo>
                    <a:pt x="145" y="1"/>
                    <a:pt x="1" y="145"/>
                    <a:pt x="1" y="317"/>
                  </a:cubicBezTo>
                  <a:lnTo>
                    <a:pt x="1" y="423"/>
                  </a:lnTo>
                  <a:cubicBezTo>
                    <a:pt x="1" y="605"/>
                    <a:pt x="145" y="749"/>
                    <a:pt x="317" y="749"/>
                  </a:cubicBezTo>
                  <a:lnTo>
                    <a:pt x="1228" y="749"/>
                  </a:lnTo>
                  <a:cubicBezTo>
                    <a:pt x="1410" y="749"/>
                    <a:pt x="1554" y="605"/>
                    <a:pt x="1554" y="423"/>
                  </a:cubicBezTo>
                  <a:lnTo>
                    <a:pt x="1554" y="317"/>
                  </a:lnTo>
                  <a:cubicBezTo>
                    <a:pt x="1554" y="145"/>
                    <a:pt x="1410" y="1"/>
                    <a:pt x="1228" y="1"/>
                  </a:cubicBezTo>
                  <a:close/>
                </a:path>
              </a:pathLst>
            </a:custGeom>
            <a:solidFill>
              <a:srgbClr val="A4B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8273;p73">
              <a:extLst>
                <a:ext uri="{FF2B5EF4-FFF2-40B4-BE49-F238E27FC236}">
                  <a16:creationId xmlns:a16="http://schemas.microsoft.com/office/drawing/2014/main" id="{7ED8E579-7EDD-AA4E-0124-C41CA3A9B65C}"/>
                </a:ext>
              </a:extLst>
            </p:cNvPr>
            <p:cNvSpPr/>
            <p:nvPr/>
          </p:nvSpPr>
          <p:spPr>
            <a:xfrm>
              <a:off x="6889302" y="2133974"/>
              <a:ext cx="40715" cy="19598"/>
            </a:xfrm>
            <a:custGeom>
              <a:avLst/>
              <a:gdLst/>
              <a:ahLst/>
              <a:cxnLst/>
              <a:rect l="l" t="t" r="r" b="b"/>
              <a:pathLst>
                <a:path w="1554" h="748" extrusionOk="0">
                  <a:moveTo>
                    <a:pt x="317" y="0"/>
                  </a:moveTo>
                  <a:cubicBezTo>
                    <a:pt x="145" y="0"/>
                    <a:pt x="1" y="144"/>
                    <a:pt x="1" y="326"/>
                  </a:cubicBezTo>
                  <a:lnTo>
                    <a:pt x="1" y="422"/>
                  </a:lnTo>
                  <a:cubicBezTo>
                    <a:pt x="1" y="604"/>
                    <a:pt x="145" y="748"/>
                    <a:pt x="317" y="748"/>
                  </a:cubicBezTo>
                  <a:lnTo>
                    <a:pt x="1228" y="748"/>
                  </a:lnTo>
                  <a:cubicBezTo>
                    <a:pt x="1410" y="748"/>
                    <a:pt x="1554" y="604"/>
                    <a:pt x="1554" y="422"/>
                  </a:cubicBezTo>
                  <a:lnTo>
                    <a:pt x="1554" y="326"/>
                  </a:lnTo>
                  <a:cubicBezTo>
                    <a:pt x="1554" y="144"/>
                    <a:pt x="1410" y="0"/>
                    <a:pt x="1228" y="0"/>
                  </a:cubicBezTo>
                  <a:close/>
                </a:path>
              </a:pathLst>
            </a:custGeom>
            <a:solidFill>
              <a:srgbClr val="A4B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8274;p73">
              <a:extLst>
                <a:ext uri="{FF2B5EF4-FFF2-40B4-BE49-F238E27FC236}">
                  <a16:creationId xmlns:a16="http://schemas.microsoft.com/office/drawing/2014/main" id="{8C2885C1-3BC7-8EE8-386B-494CEF2A2A86}"/>
                </a:ext>
              </a:extLst>
            </p:cNvPr>
            <p:cNvSpPr/>
            <p:nvPr/>
          </p:nvSpPr>
          <p:spPr>
            <a:xfrm>
              <a:off x="6908402" y="2099049"/>
              <a:ext cx="21615" cy="19624"/>
            </a:xfrm>
            <a:custGeom>
              <a:avLst/>
              <a:gdLst/>
              <a:ahLst/>
              <a:cxnLst/>
              <a:rect l="l" t="t" r="r" b="b"/>
              <a:pathLst>
                <a:path w="825" h="749" extrusionOk="0">
                  <a:moveTo>
                    <a:pt x="0" y="1"/>
                  </a:moveTo>
                  <a:cubicBezTo>
                    <a:pt x="192" y="1"/>
                    <a:pt x="336" y="145"/>
                    <a:pt x="336" y="336"/>
                  </a:cubicBezTo>
                  <a:lnTo>
                    <a:pt x="336" y="413"/>
                  </a:lnTo>
                  <a:cubicBezTo>
                    <a:pt x="336" y="595"/>
                    <a:pt x="192" y="749"/>
                    <a:pt x="0" y="749"/>
                  </a:cubicBezTo>
                  <a:lnTo>
                    <a:pt x="489" y="749"/>
                  </a:lnTo>
                  <a:cubicBezTo>
                    <a:pt x="671" y="749"/>
                    <a:pt x="825" y="605"/>
                    <a:pt x="825" y="413"/>
                  </a:cubicBezTo>
                  <a:lnTo>
                    <a:pt x="825" y="336"/>
                  </a:lnTo>
                  <a:cubicBezTo>
                    <a:pt x="825" y="145"/>
                    <a:pt x="671" y="1"/>
                    <a:pt x="489" y="1"/>
                  </a:cubicBezTo>
                  <a:close/>
                </a:path>
              </a:pathLst>
            </a:custGeom>
            <a:solidFill>
              <a:srgbClr val="9BAB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275;p73">
              <a:extLst>
                <a:ext uri="{FF2B5EF4-FFF2-40B4-BE49-F238E27FC236}">
                  <a16:creationId xmlns:a16="http://schemas.microsoft.com/office/drawing/2014/main" id="{0524692B-64F4-365B-10D3-6E8AFEB2AE16}"/>
                </a:ext>
              </a:extLst>
            </p:cNvPr>
            <p:cNvSpPr/>
            <p:nvPr/>
          </p:nvSpPr>
          <p:spPr>
            <a:xfrm>
              <a:off x="6908402" y="2133974"/>
              <a:ext cx="21615" cy="19598"/>
            </a:xfrm>
            <a:custGeom>
              <a:avLst/>
              <a:gdLst/>
              <a:ahLst/>
              <a:cxnLst/>
              <a:rect l="l" t="t" r="r" b="b"/>
              <a:pathLst>
                <a:path w="825" h="748" extrusionOk="0">
                  <a:moveTo>
                    <a:pt x="0" y="0"/>
                  </a:moveTo>
                  <a:cubicBezTo>
                    <a:pt x="192" y="0"/>
                    <a:pt x="336" y="144"/>
                    <a:pt x="336" y="326"/>
                  </a:cubicBezTo>
                  <a:lnTo>
                    <a:pt x="336" y="412"/>
                  </a:lnTo>
                  <a:cubicBezTo>
                    <a:pt x="336" y="595"/>
                    <a:pt x="192" y="748"/>
                    <a:pt x="0" y="748"/>
                  </a:cubicBezTo>
                  <a:lnTo>
                    <a:pt x="489" y="748"/>
                  </a:lnTo>
                  <a:cubicBezTo>
                    <a:pt x="671" y="748"/>
                    <a:pt x="825" y="595"/>
                    <a:pt x="825" y="412"/>
                  </a:cubicBezTo>
                  <a:lnTo>
                    <a:pt x="825" y="326"/>
                  </a:lnTo>
                  <a:cubicBezTo>
                    <a:pt x="825" y="144"/>
                    <a:pt x="671" y="0"/>
                    <a:pt x="489" y="0"/>
                  </a:cubicBezTo>
                  <a:close/>
                </a:path>
              </a:pathLst>
            </a:custGeom>
            <a:solidFill>
              <a:srgbClr val="9BAB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276;p73">
              <a:extLst>
                <a:ext uri="{FF2B5EF4-FFF2-40B4-BE49-F238E27FC236}">
                  <a16:creationId xmlns:a16="http://schemas.microsoft.com/office/drawing/2014/main" id="{D5B69B5E-8826-EF58-FF50-36DFCEB416D7}"/>
                </a:ext>
              </a:extLst>
            </p:cNvPr>
            <p:cNvSpPr/>
            <p:nvPr/>
          </p:nvSpPr>
          <p:spPr>
            <a:xfrm>
              <a:off x="6947833" y="2064151"/>
              <a:ext cx="33405" cy="89421"/>
            </a:xfrm>
            <a:custGeom>
              <a:avLst/>
              <a:gdLst/>
              <a:ahLst/>
              <a:cxnLst/>
              <a:rect l="l" t="t" r="r" b="b"/>
              <a:pathLst>
                <a:path w="1275" h="3413" extrusionOk="0">
                  <a:moveTo>
                    <a:pt x="297" y="1"/>
                  </a:moveTo>
                  <a:cubicBezTo>
                    <a:pt x="134" y="1"/>
                    <a:pt x="0" y="135"/>
                    <a:pt x="0" y="298"/>
                  </a:cubicBezTo>
                  <a:lnTo>
                    <a:pt x="0" y="3116"/>
                  </a:lnTo>
                  <a:cubicBezTo>
                    <a:pt x="0" y="3279"/>
                    <a:pt x="134" y="3413"/>
                    <a:pt x="297" y="3413"/>
                  </a:cubicBezTo>
                  <a:lnTo>
                    <a:pt x="978" y="3413"/>
                  </a:lnTo>
                  <a:cubicBezTo>
                    <a:pt x="1141" y="3413"/>
                    <a:pt x="1275" y="3279"/>
                    <a:pt x="1275" y="3116"/>
                  </a:cubicBezTo>
                  <a:lnTo>
                    <a:pt x="1275" y="298"/>
                  </a:lnTo>
                  <a:cubicBezTo>
                    <a:pt x="1275" y="135"/>
                    <a:pt x="1141" y="1"/>
                    <a:pt x="978" y="1"/>
                  </a:cubicBezTo>
                  <a:close/>
                </a:path>
              </a:pathLst>
            </a:custGeom>
            <a:solidFill>
              <a:srgbClr val="A4B3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277;p73">
              <a:extLst>
                <a:ext uri="{FF2B5EF4-FFF2-40B4-BE49-F238E27FC236}">
                  <a16:creationId xmlns:a16="http://schemas.microsoft.com/office/drawing/2014/main" id="{BFF089BD-1516-D517-0C68-33C34B44110D}"/>
                </a:ext>
              </a:extLst>
            </p:cNvPr>
            <p:cNvSpPr/>
            <p:nvPr/>
          </p:nvSpPr>
          <p:spPr>
            <a:xfrm>
              <a:off x="6960645" y="2063889"/>
              <a:ext cx="20593" cy="89683"/>
            </a:xfrm>
            <a:custGeom>
              <a:avLst/>
              <a:gdLst/>
              <a:ahLst/>
              <a:cxnLst/>
              <a:rect l="l" t="t" r="r" b="b"/>
              <a:pathLst>
                <a:path w="786" h="3423" extrusionOk="0">
                  <a:moveTo>
                    <a:pt x="0" y="1"/>
                  </a:moveTo>
                  <a:cubicBezTo>
                    <a:pt x="173" y="1"/>
                    <a:pt x="307" y="145"/>
                    <a:pt x="307" y="317"/>
                  </a:cubicBezTo>
                  <a:lnTo>
                    <a:pt x="307" y="3116"/>
                  </a:lnTo>
                  <a:cubicBezTo>
                    <a:pt x="307" y="3279"/>
                    <a:pt x="173" y="3423"/>
                    <a:pt x="0" y="3423"/>
                  </a:cubicBezTo>
                  <a:lnTo>
                    <a:pt x="479" y="3423"/>
                  </a:lnTo>
                  <a:cubicBezTo>
                    <a:pt x="652" y="3423"/>
                    <a:pt x="786" y="3279"/>
                    <a:pt x="786" y="3116"/>
                  </a:cubicBezTo>
                  <a:lnTo>
                    <a:pt x="786" y="317"/>
                  </a:lnTo>
                  <a:cubicBezTo>
                    <a:pt x="786" y="145"/>
                    <a:pt x="642" y="1"/>
                    <a:pt x="479" y="1"/>
                  </a:cubicBezTo>
                  <a:close/>
                </a:path>
              </a:pathLst>
            </a:custGeom>
            <a:solidFill>
              <a:srgbClr val="9BAB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278;p73">
              <a:extLst>
                <a:ext uri="{FF2B5EF4-FFF2-40B4-BE49-F238E27FC236}">
                  <a16:creationId xmlns:a16="http://schemas.microsoft.com/office/drawing/2014/main" id="{A6CB14D4-ED94-88B4-7CA4-C6A901C636CE}"/>
                </a:ext>
              </a:extLst>
            </p:cNvPr>
            <p:cNvSpPr/>
            <p:nvPr/>
          </p:nvSpPr>
          <p:spPr>
            <a:xfrm>
              <a:off x="6816728" y="2076203"/>
              <a:ext cx="31676" cy="11083"/>
            </a:xfrm>
            <a:custGeom>
              <a:avLst/>
              <a:gdLst/>
              <a:ahLst/>
              <a:cxnLst/>
              <a:rect l="l" t="t" r="r" b="b"/>
              <a:pathLst>
                <a:path w="1209" h="423" extrusionOk="0">
                  <a:moveTo>
                    <a:pt x="211" y="1"/>
                  </a:moveTo>
                  <a:cubicBezTo>
                    <a:pt x="96" y="1"/>
                    <a:pt x="1" y="96"/>
                    <a:pt x="1" y="212"/>
                  </a:cubicBezTo>
                  <a:cubicBezTo>
                    <a:pt x="1" y="327"/>
                    <a:pt x="96" y="422"/>
                    <a:pt x="211" y="422"/>
                  </a:cubicBezTo>
                  <a:lnTo>
                    <a:pt x="930" y="422"/>
                  </a:lnTo>
                  <a:cubicBezTo>
                    <a:pt x="1208" y="422"/>
                    <a:pt x="1208" y="1"/>
                    <a:pt x="9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279;p73">
              <a:extLst>
                <a:ext uri="{FF2B5EF4-FFF2-40B4-BE49-F238E27FC236}">
                  <a16:creationId xmlns:a16="http://schemas.microsoft.com/office/drawing/2014/main" id="{E6E07983-DF91-4B54-B4BA-21C32D0CAC0A}"/>
                </a:ext>
              </a:extLst>
            </p:cNvPr>
            <p:cNvSpPr/>
            <p:nvPr/>
          </p:nvSpPr>
          <p:spPr>
            <a:xfrm>
              <a:off x="6677842" y="2076203"/>
              <a:ext cx="15353" cy="11083"/>
            </a:xfrm>
            <a:custGeom>
              <a:avLst/>
              <a:gdLst/>
              <a:ahLst/>
              <a:cxnLst/>
              <a:rect l="l" t="t" r="r" b="b"/>
              <a:pathLst>
                <a:path w="586" h="423" extrusionOk="0">
                  <a:moveTo>
                    <a:pt x="288" y="1"/>
                  </a:moveTo>
                  <a:cubicBezTo>
                    <a:pt x="1" y="1"/>
                    <a:pt x="1" y="422"/>
                    <a:pt x="288" y="422"/>
                  </a:cubicBezTo>
                  <a:lnTo>
                    <a:pt x="308" y="422"/>
                  </a:lnTo>
                  <a:cubicBezTo>
                    <a:pt x="586" y="422"/>
                    <a:pt x="586" y="1"/>
                    <a:pt x="30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280;p73">
              <a:extLst>
                <a:ext uri="{FF2B5EF4-FFF2-40B4-BE49-F238E27FC236}">
                  <a16:creationId xmlns:a16="http://schemas.microsoft.com/office/drawing/2014/main" id="{0909CBF4-3D8C-956F-F60F-1B6E556D43E6}"/>
                </a:ext>
              </a:extLst>
            </p:cNvPr>
            <p:cNvSpPr/>
            <p:nvPr/>
          </p:nvSpPr>
          <p:spPr>
            <a:xfrm>
              <a:off x="6685126" y="2100569"/>
              <a:ext cx="155995" cy="90678"/>
            </a:xfrm>
            <a:custGeom>
              <a:avLst/>
              <a:gdLst/>
              <a:ahLst/>
              <a:cxnLst/>
              <a:rect l="l" t="t" r="r" b="b"/>
              <a:pathLst>
                <a:path w="5954" h="3461" extrusionOk="0">
                  <a:moveTo>
                    <a:pt x="2627" y="0"/>
                  </a:moveTo>
                  <a:cubicBezTo>
                    <a:pt x="2531" y="0"/>
                    <a:pt x="2445" y="68"/>
                    <a:pt x="2416" y="163"/>
                  </a:cubicBezTo>
                  <a:lnTo>
                    <a:pt x="1947" y="2445"/>
                  </a:lnTo>
                  <a:lnTo>
                    <a:pt x="1535" y="1160"/>
                  </a:lnTo>
                  <a:cubicBezTo>
                    <a:pt x="1505" y="1065"/>
                    <a:pt x="1423" y="1017"/>
                    <a:pt x="1339" y="1017"/>
                  </a:cubicBezTo>
                  <a:cubicBezTo>
                    <a:pt x="1262" y="1017"/>
                    <a:pt x="1183" y="1058"/>
                    <a:pt x="1141" y="1141"/>
                  </a:cubicBezTo>
                  <a:lnTo>
                    <a:pt x="624" y="2263"/>
                  </a:lnTo>
                  <a:lnTo>
                    <a:pt x="212" y="2263"/>
                  </a:lnTo>
                  <a:cubicBezTo>
                    <a:pt x="97" y="2263"/>
                    <a:pt x="1" y="2358"/>
                    <a:pt x="1" y="2473"/>
                  </a:cubicBezTo>
                  <a:cubicBezTo>
                    <a:pt x="1" y="2588"/>
                    <a:pt x="97" y="2684"/>
                    <a:pt x="212" y="2684"/>
                  </a:cubicBezTo>
                  <a:lnTo>
                    <a:pt x="758" y="2684"/>
                  </a:lnTo>
                  <a:cubicBezTo>
                    <a:pt x="844" y="2684"/>
                    <a:pt x="921" y="2636"/>
                    <a:pt x="950" y="2560"/>
                  </a:cubicBezTo>
                  <a:lnTo>
                    <a:pt x="1304" y="1802"/>
                  </a:lnTo>
                  <a:lnTo>
                    <a:pt x="1793" y="3317"/>
                  </a:lnTo>
                  <a:cubicBezTo>
                    <a:pt x="1822" y="3403"/>
                    <a:pt x="1908" y="3461"/>
                    <a:pt x="1995" y="3461"/>
                  </a:cubicBezTo>
                  <a:lnTo>
                    <a:pt x="2004" y="3461"/>
                  </a:lnTo>
                  <a:cubicBezTo>
                    <a:pt x="2100" y="3461"/>
                    <a:pt x="2177" y="3394"/>
                    <a:pt x="2196" y="3298"/>
                  </a:cubicBezTo>
                  <a:lnTo>
                    <a:pt x="2598" y="1362"/>
                  </a:lnTo>
                  <a:lnTo>
                    <a:pt x="2761" y="2378"/>
                  </a:lnTo>
                  <a:cubicBezTo>
                    <a:pt x="2781" y="2473"/>
                    <a:pt x="2867" y="2550"/>
                    <a:pt x="2972" y="2550"/>
                  </a:cubicBezTo>
                  <a:lnTo>
                    <a:pt x="3777" y="2550"/>
                  </a:lnTo>
                  <a:cubicBezTo>
                    <a:pt x="3873" y="2550"/>
                    <a:pt x="3960" y="2473"/>
                    <a:pt x="3979" y="2378"/>
                  </a:cubicBezTo>
                  <a:lnTo>
                    <a:pt x="4075" y="1850"/>
                  </a:lnTo>
                  <a:lnTo>
                    <a:pt x="4333" y="3020"/>
                  </a:lnTo>
                  <a:cubicBezTo>
                    <a:pt x="4353" y="3106"/>
                    <a:pt x="4429" y="3173"/>
                    <a:pt x="4516" y="3183"/>
                  </a:cubicBezTo>
                  <a:cubicBezTo>
                    <a:pt x="4523" y="3184"/>
                    <a:pt x="4530" y="3184"/>
                    <a:pt x="4537" y="3184"/>
                  </a:cubicBezTo>
                  <a:cubicBezTo>
                    <a:pt x="4616" y="3184"/>
                    <a:pt x="4691" y="3137"/>
                    <a:pt x="4726" y="3058"/>
                  </a:cubicBezTo>
                  <a:lnTo>
                    <a:pt x="4985" y="2512"/>
                  </a:lnTo>
                  <a:lnTo>
                    <a:pt x="5666" y="2512"/>
                  </a:lnTo>
                  <a:cubicBezTo>
                    <a:pt x="5953" y="2512"/>
                    <a:pt x="5953" y="2090"/>
                    <a:pt x="5666" y="2090"/>
                  </a:cubicBezTo>
                  <a:lnTo>
                    <a:pt x="4861" y="2090"/>
                  </a:lnTo>
                  <a:cubicBezTo>
                    <a:pt x="4774" y="2090"/>
                    <a:pt x="4698" y="2138"/>
                    <a:pt x="4669" y="2215"/>
                  </a:cubicBezTo>
                  <a:lnTo>
                    <a:pt x="4611" y="2330"/>
                  </a:lnTo>
                  <a:lnTo>
                    <a:pt x="4257" y="748"/>
                  </a:lnTo>
                  <a:cubicBezTo>
                    <a:pt x="4233" y="640"/>
                    <a:pt x="4146" y="587"/>
                    <a:pt x="4058" y="587"/>
                  </a:cubicBezTo>
                  <a:cubicBezTo>
                    <a:pt x="3966" y="587"/>
                    <a:pt x="3874" y="645"/>
                    <a:pt x="3854" y="758"/>
                  </a:cubicBezTo>
                  <a:lnTo>
                    <a:pt x="3595" y="2128"/>
                  </a:lnTo>
                  <a:lnTo>
                    <a:pt x="3145" y="2128"/>
                  </a:lnTo>
                  <a:lnTo>
                    <a:pt x="2829" y="173"/>
                  </a:lnTo>
                  <a:cubicBezTo>
                    <a:pt x="2819" y="77"/>
                    <a:pt x="2733" y="0"/>
                    <a:pt x="262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8223;p73">
            <a:extLst>
              <a:ext uri="{FF2B5EF4-FFF2-40B4-BE49-F238E27FC236}">
                <a16:creationId xmlns:a16="http://schemas.microsoft.com/office/drawing/2014/main" id="{B0F27223-381B-6A35-69E2-5AAA3269C389}"/>
              </a:ext>
            </a:extLst>
          </p:cNvPr>
          <p:cNvGrpSpPr/>
          <p:nvPr/>
        </p:nvGrpSpPr>
        <p:grpSpPr>
          <a:xfrm>
            <a:off x="4073912" y="1291750"/>
            <a:ext cx="810322" cy="466344"/>
            <a:chOff x="7955145" y="2019192"/>
            <a:chExt cx="365176" cy="271013"/>
          </a:xfrm>
        </p:grpSpPr>
        <p:sp>
          <p:nvSpPr>
            <p:cNvPr id="46" name="Google Shape;8224;p73">
              <a:extLst>
                <a:ext uri="{FF2B5EF4-FFF2-40B4-BE49-F238E27FC236}">
                  <a16:creationId xmlns:a16="http://schemas.microsoft.com/office/drawing/2014/main" id="{004A48DF-CA5D-BABB-906F-33D2EA8FB356}"/>
                </a:ext>
              </a:extLst>
            </p:cNvPr>
            <p:cNvSpPr/>
            <p:nvPr/>
          </p:nvSpPr>
          <p:spPr>
            <a:xfrm>
              <a:off x="7977729" y="2019192"/>
              <a:ext cx="320243" cy="271013"/>
            </a:xfrm>
            <a:custGeom>
              <a:avLst/>
              <a:gdLst/>
              <a:ahLst/>
              <a:cxnLst/>
              <a:rect l="l" t="t" r="r" b="b"/>
              <a:pathLst>
                <a:path w="12223" h="10344" extrusionOk="0">
                  <a:moveTo>
                    <a:pt x="8676" y="1"/>
                  </a:moveTo>
                  <a:cubicBezTo>
                    <a:pt x="7707" y="1"/>
                    <a:pt x="6778" y="394"/>
                    <a:pt x="6107" y="1103"/>
                  </a:cubicBezTo>
                  <a:cubicBezTo>
                    <a:pt x="5428" y="385"/>
                    <a:pt x="4496" y="5"/>
                    <a:pt x="3546" y="5"/>
                  </a:cubicBezTo>
                  <a:cubicBezTo>
                    <a:pt x="3101" y="5"/>
                    <a:pt x="2653" y="88"/>
                    <a:pt x="2225" y="260"/>
                  </a:cubicBezTo>
                  <a:cubicBezTo>
                    <a:pt x="883" y="796"/>
                    <a:pt x="1" y="2100"/>
                    <a:pt x="1" y="3547"/>
                  </a:cubicBezTo>
                  <a:cubicBezTo>
                    <a:pt x="1" y="5541"/>
                    <a:pt x="1372" y="6921"/>
                    <a:pt x="2570" y="7909"/>
                  </a:cubicBezTo>
                  <a:cubicBezTo>
                    <a:pt x="3087" y="8330"/>
                    <a:pt x="3624" y="8733"/>
                    <a:pt x="4180" y="9097"/>
                  </a:cubicBezTo>
                  <a:lnTo>
                    <a:pt x="6107" y="10343"/>
                  </a:lnTo>
                  <a:lnTo>
                    <a:pt x="8033" y="9097"/>
                  </a:lnTo>
                  <a:cubicBezTo>
                    <a:pt x="8589" y="8733"/>
                    <a:pt x="9126" y="8340"/>
                    <a:pt x="9644" y="7909"/>
                  </a:cubicBezTo>
                  <a:cubicBezTo>
                    <a:pt x="10842" y="6931"/>
                    <a:pt x="12222" y="5531"/>
                    <a:pt x="12222" y="3547"/>
                  </a:cubicBezTo>
                  <a:cubicBezTo>
                    <a:pt x="12222" y="1889"/>
                    <a:pt x="11072" y="451"/>
                    <a:pt x="9452" y="87"/>
                  </a:cubicBezTo>
                  <a:cubicBezTo>
                    <a:pt x="9193" y="30"/>
                    <a:pt x="8934" y="1"/>
                    <a:pt x="8676"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225;p73">
              <a:extLst>
                <a:ext uri="{FF2B5EF4-FFF2-40B4-BE49-F238E27FC236}">
                  <a16:creationId xmlns:a16="http://schemas.microsoft.com/office/drawing/2014/main" id="{16F182E8-A44D-EDBB-FD37-B170CB3FD14C}"/>
                </a:ext>
              </a:extLst>
            </p:cNvPr>
            <p:cNvSpPr/>
            <p:nvPr/>
          </p:nvSpPr>
          <p:spPr>
            <a:xfrm>
              <a:off x="8084468" y="2023226"/>
              <a:ext cx="213504" cy="266978"/>
            </a:xfrm>
            <a:custGeom>
              <a:avLst/>
              <a:gdLst/>
              <a:ahLst/>
              <a:cxnLst/>
              <a:rect l="l" t="t" r="r" b="b"/>
              <a:pathLst>
                <a:path w="8149" h="10190" extrusionOk="0">
                  <a:moveTo>
                    <a:pt x="5618" y="0"/>
                  </a:moveTo>
                  <a:lnTo>
                    <a:pt x="5618" y="0"/>
                  </a:lnTo>
                  <a:cubicBezTo>
                    <a:pt x="6020" y="2166"/>
                    <a:pt x="6298" y="7400"/>
                    <a:pt x="1" y="8876"/>
                  </a:cubicBezTo>
                  <a:cubicBezTo>
                    <a:pt x="58" y="8905"/>
                    <a:pt x="87" y="8934"/>
                    <a:pt x="106" y="8943"/>
                  </a:cubicBezTo>
                  <a:lnTo>
                    <a:pt x="2033" y="10189"/>
                  </a:lnTo>
                  <a:lnTo>
                    <a:pt x="3959" y="8943"/>
                  </a:lnTo>
                  <a:cubicBezTo>
                    <a:pt x="4515" y="8579"/>
                    <a:pt x="5052" y="8186"/>
                    <a:pt x="5570" y="7764"/>
                  </a:cubicBezTo>
                  <a:cubicBezTo>
                    <a:pt x="6768" y="6777"/>
                    <a:pt x="8139" y="5387"/>
                    <a:pt x="8139" y="3403"/>
                  </a:cubicBezTo>
                  <a:cubicBezTo>
                    <a:pt x="8148" y="1831"/>
                    <a:pt x="7113" y="451"/>
                    <a:pt x="5618" y="0"/>
                  </a:cubicBezTo>
                  <a:close/>
                </a:path>
              </a:pathLst>
            </a:custGeom>
            <a:solidFill>
              <a:srgbClr val="5A70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8226;p73">
              <a:extLst>
                <a:ext uri="{FF2B5EF4-FFF2-40B4-BE49-F238E27FC236}">
                  <a16:creationId xmlns:a16="http://schemas.microsoft.com/office/drawing/2014/main" id="{FE9E777C-CF6F-54AA-760B-6FAD5E5AA116}"/>
                </a:ext>
              </a:extLst>
            </p:cNvPr>
            <p:cNvSpPr/>
            <p:nvPr/>
          </p:nvSpPr>
          <p:spPr>
            <a:xfrm>
              <a:off x="8182377" y="2136437"/>
              <a:ext cx="95735" cy="76163"/>
            </a:xfrm>
            <a:custGeom>
              <a:avLst/>
              <a:gdLst/>
              <a:ahLst/>
              <a:cxnLst/>
              <a:rect l="l" t="t" r="r" b="b"/>
              <a:pathLst>
                <a:path w="3654" h="2907" extrusionOk="0">
                  <a:moveTo>
                    <a:pt x="2082" y="1"/>
                  </a:moveTo>
                  <a:cubicBezTo>
                    <a:pt x="2076" y="1"/>
                    <a:pt x="2069" y="1"/>
                    <a:pt x="2063" y="2"/>
                  </a:cubicBezTo>
                  <a:cubicBezTo>
                    <a:pt x="1977" y="2"/>
                    <a:pt x="1909" y="60"/>
                    <a:pt x="1881" y="136"/>
                  </a:cubicBezTo>
                  <a:lnTo>
                    <a:pt x="1238" y="2140"/>
                  </a:lnTo>
                  <a:lnTo>
                    <a:pt x="443" y="318"/>
                  </a:lnTo>
                  <a:cubicBezTo>
                    <a:pt x="406" y="231"/>
                    <a:pt x="336" y="194"/>
                    <a:pt x="265" y="194"/>
                  </a:cubicBezTo>
                  <a:cubicBezTo>
                    <a:pt x="134" y="194"/>
                    <a:pt x="1" y="320"/>
                    <a:pt x="69" y="481"/>
                  </a:cubicBezTo>
                  <a:lnTo>
                    <a:pt x="1085" y="2791"/>
                  </a:lnTo>
                  <a:cubicBezTo>
                    <a:pt x="1114" y="2859"/>
                    <a:pt x="1191" y="2906"/>
                    <a:pt x="1267" y="2906"/>
                  </a:cubicBezTo>
                  <a:lnTo>
                    <a:pt x="1277" y="2906"/>
                  </a:lnTo>
                  <a:cubicBezTo>
                    <a:pt x="1363" y="2906"/>
                    <a:pt x="1440" y="2849"/>
                    <a:pt x="1459" y="2772"/>
                  </a:cubicBezTo>
                  <a:lnTo>
                    <a:pt x="2120" y="731"/>
                  </a:lnTo>
                  <a:lnTo>
                    <a:pt x="2657" y="1814"/>
                  </a:lnTo>
                  <a:cubicBezTo>
                    <a:pt x="2686" y="1881"/>
                    <a:pt x="2753" y="1929"/>
                    <a:pt x="2830" y="1929"/>
                  </a:cubicBezTo>
                  <a:lnTo>
                    <a:pt x="3366" y="1929"/>
                  </a:lnTo>
                  <a:cubicBezTo>
                    <a:pt x="3462" y="1795"/>
                    <a:pt x="3558" y="1660"/>
                    <a:pt x="3654" y="1517"/>
                  </a:cubicBezTo>
                  <a:lnTo>
                    <a:pt x="2954" y="1517"/>
                  </a:lnTo>
                  <a:lnTo>
                    <a:pt x="2254" y="108"/>
                  </a:lnTo>
                  <a:cubicBezTo>
                    <a:pt x="2219" y="46"/>
                    <a:pt x="2152" y="1"/>
                    <a:pt x="2082" y="1"/>
                  </a:cubicBezTo>
                  <a:close/>
                </a:path>
              </a:pathLst>
            </a:custGeom>
            <a:solidFill>
              <a:srgbClr val="5A70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8227;p73">
              <a:extLst>
                <a:ext uri="{FF2B5EF4-FFF2-40B4-BE49-F238E27FC236}">
                  <a16:creationId xmlns:a16="http://schemas.microsoft.com/office/drawing/2014/main" id="{4E949DE7-4D20-DE05-DEE0-9C2D91E6D61C}"/>
                </a:ext>
              </a:extLst>
            </p:cNvPr>
            <p:cNvSpPr/>
            <p:nvPr/>
          </p:nvSpPr>
          <p:spPr>
            <a:xfrm>
              <a:off x="7997327" y="2098866"/>
              <a:ext cx="191601" cy="125026"/>
            </a:xfrm>
            <a:custGeom>
              <a:avLst/>
              <a:gdLst/>
              <a:ahLst/>
              <a:cxnLst/>
              <a:rect l="l" t="t" r="r" b="b"/>
              <a:pathLst>
                <a:path w="7313" h="4772" extrusionOk="0">
                  <a:moveTo>
                    <a:pt x="6600" y="1"/>
                  </a:moveTo>
                  <a:cubicBezTo>
                    <a:pt x="6523" y="1"/>
                    <a:pt x="6447" y="41"/>
                    <a:pt x="6413" y="123"/>
                  </a:cubicBezTo>
                  <a:lnTo>
                    <a:pt x="5464" y="2471"/>
                  </a:lnTo>
                  <a:lnTo>
                    <a:pt x="4659" y="1129"/>
                  </a:lnTo>
                  <a:cubicBezTo>
                    <a:pt x="4621" y="1062"/>
                    <a:pt x="4555" y="1029"/>
                    <a:pt x="4489" y="1029"/>
                  </a:cubicBezTo>
                  <a:cubicBezTo>
                    <a:pt x="4405" y="1029"/>
                    <a:pt x="4322" y="1081"/>
                    <a:pt x="4295" y="1177"/>
                  </a:cubicBezTo>
                  <a:lnTo>
                    <a:pt x="3480" y="3909"/>
                  </a:lnTo>
                  <a:lnTo>
                    <a:pt x="2445" y="861"/>
                  </a:lnTo>
                  <a:cubicBezTo>
                    <a:pt x="2416" y="784"/>
                    <a:pt x="2349" y="736"/>
                    <a:pt x="2272" y="727"/>
                  </a:cubicBezTo>
                  <a:cubicBezTo>
                    <a:pt x="2186" y="727"/>
                    <a:pt x="2109" y="775"/>
                    <a:pt x="2071" y="851"/>
                  </a:cubicBezTo>
                  <a:lnTo>
                    <a:pt x="1045" y="2951"/>
                  </a:lnTo>
                  <a:lnTo>
                    <a:pt x="0" y="2951"/>
                  </a:lnTo>
                  <a:cubicBezTo>
                    <a:pt x="96" y="3094"/>
                    <a:pt x="192" y="3229"/>
                    <a:pt x="298" y="3363"/>
                  </a:cubicBezTo>
                  <a:lnTo>
                    <a:pt x="1170" y="3363"/>
                  </a:lnTo>
                  <a:cubicBezTo>
                    <a:pt x="1256" y="3353"/>
                    <a:pt x="1323" y="3315"/>
                    <a:pt x="1352" y="3238"/>
                  </a:cubicBezTo>
                  <a:lnTo>
                    <a:pt x="2224" y="1465"/>
                  </a:lnTo>
                  <a:lnTo>
                    <a:pt x="3298" y="4638"/>
                  </a:lnTo>
                  <a:cubicBezTo>
                    <a:pt x="3327" y="4714"/>
                    <a:pt x="3403" y="4772"/>
                    <a:pt x="3490" y="4772"/>
                  </a:cubicBezTo>
                  <a:cubicBezTo>
                    <a:pt x="3576" y="4772"/>
                    <a:pt x="3653" y="4714"/>
                    <a:pt x="3681" y="4628"/>
                  </a:cubicBezTo>
                  <a:lnTo>
                    <a:pt x="4534" y="1733"/>
                  </a:lnTo>
                  <a:lnTo>
                    <a:pt x="5301" y="3027"/>
                  </a:lnTo>
                  <a:cubicBezTo>
                    <a:pt x="5341" y="3094"/>
                    <a:pt x="5409" y="3126"/>
                    <a:pt x="5476" y="3126"/>
                  </a:cubicBezTo>
                  <a:cubicBezTo>
                    <a:pt x="5553" y="3126"/>
                    <a:pt x="5630" y="3085"/>
                    <a:pt x="5665" y="3008"/>
                  </a:cubicBezTo>
                  <a:lnTo>
                    <a:pt x="6595" y="727"/>
                  </a:lnTo>
                  <a:lnTo>
                    <a:pt x="6864" y="1359"/>
                  </a:lnTo>
                  <a:cubicBezTo>
                    <a:pt x="6904" y="1447"/>
                    <a:pt x="6976" y="1484"/>
                    <a:pt x="7048" y="1484"/>
                  </a:cubicBezTo>
                  <a:cubicBezTo>
                    <a:pt x="7181" y="1484"/>
                    <a:pt x="7312" y="1358"/>
                    <a:pt x="7237" y="1196"/>
                  </a:cubicBezTo>
                  <a:lnTo>
                    <a:pt x="6787" y="123"/>
                  </a:lnTo>
                  <a:cubicBezTo>
                    <a:pt x="6753" y="41"/>
                    <a:pt x="6677" y="1"/>
                    <a:pt x="6600" y="1"/>
                  </a:cubicBezTo>
                  <a:close/>
                </a:path>
              </a:pathLst>
            </a:custGeom>
            <a:solidFill>
              <a:srgbClr val="5A70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8228;p73">
              <a:extLst>
                <a:ext uri="{FF2B5EF4-FFF2-40B4-BE49-F238E27FC236}">
                  <a16:creationId xmlns:a16="http://schemas.microsoft.com/office/drawing/2014/main" id="{68A04AB9-1008-5992-DD62-5F1984EEFEB5}"/>
                </a:ext>
              </a:extLst>
            </p:cNvPr>
            <p:cNvSpPr/>
            <p:nvPr/>
          </p:nvSpPr>
          <p:spPr>
            <a:xfrm>
              <a:off x="8182220" y="2122917"/>
              <a:ext cx="138100" cy="76373"/>
            </a:xfrm>
            <a:custGeom>
              <a:avLst/>
              <a:gdLst/>
              <a:ahLst/>
              <a:cxnLst/>
              <a:rect l="l" t="t" r="r" b="b"/>
              <a:pathLst>
                <a:path w="5271" h="2915" extrusionOk="0">
                  <a:moveTo>
                    <a:pt x="2059" y="1"/>
                  </a:moveTo>
                  <a:cubicBezTo>
                    <a:pt x="1983" y="10"/>
                    <a:pt x="1915" y="68"/>
                    <a:pt x="1887" y="144"/>
                  </a:cubicBezTo>
                  <a:lnTo>
                    <a:pt x="1244" y="2138"/>
                  </a:lnTo>
                  <a:lnTo>
                    <a:pt x="449" y="326"/>
                  </a:lnTo>
                  <a:cubicBezTo>
                    <a:pt x="408" y="239"/>
                    <a:pt x="336" y="202"/>
                    <a:pt x="264" y="202"/>
                  </a:cubicBezTo>
                  <a:cubicBezTo>
                    <a:pt x="132" y="202"/>
                    <a:pt x="0" y="328"/>
                    <a:pt x="75" y="489"/>
                  </a:cubicBezTo>
                  <a:lnTo>
                    <a:pt x="1081" y="2799"/>
                  </a:lnTo>
                  <a:cubicBezTo>
                    <a:pt x="1120" y="2867"/>
                    <a:pt x="1187" y="2914"/>
                    <a:pt x="1273" y="2914"/>
                  </a:cubicBezTo>
                  <a:lnTo>
                    <a:pt x="1283" y="2914"/>
                  </a:lnTo>
                  <a:cubicBezTo>
                    <a:pt x="1359" y="2905"/>
                    <a:pt x="1436" y="2847"/>
                    <a:pt x="1465" y="2771"/>
                  </a:cubicBezTo>
                  <a:lnTo>
                    <a:pt x="2117" y="739"/>
                  </a:lnTo>
                  <a:lnTo>
                    <a:pt x="2653" y="1812"/>
                  </a:lnTo>
                  <a:cubicBezTo>
                    <a:pt x="2682" y="1879"/>
                    <a:pt x="2759" y="1927"/>
                    <a:pt x="2836" y="1927"/>
                  </a:cubicBezTo>
                  <a:lnTo>
                    <a:pt x="5002" y="1927"/>
                  </a:lnTo>
                  <a:cubicBezTo>
                    <a:pt x="5270" y="1927"/>
                    <a:pt x="5270" y="1525"/>
                    <a:pt x="5002" y="1525"/>
                  </a:cubicBezTo>
                  <a:lnTo>
                    <a:pt x="2960" y="1525"/>
                  </a:lnTo>
                  <a:lnTo>
                    <a:pt x="2260" y="116"/>
                  </a:lnTo>
                  <a:cubicBezTo>
                    <a:pt x="2222" y="39"/>
                    <a:pt x="2145" y="1"/>
                    <a:pt x="2059" y="1"/>
                  </a:cubicBezTo>
                  <a:close/>
                </a:path>
              </a:pathLst>
            </a:custGeom>
            <a:solidFill>
              <a:srgbClr val="B8C6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8229;p73">
              <a:extLst>
                <a:ext uri="{FF2B5EF4-FFF2-40B4-BE49-F238E27FC236}">
                  <a16:creationId xmlns:a16="http://schemas.microsoft.com/office/drawing/2014/main" id="{101ABCE7-0CC9-722D-663B-393FFE1CF570}"/>
                </a:ext>
              </a:extLst>
            </p:cNvPr>
            <p:cNvSpPr/>
            <p:nvPr/>
          </p:nvSpPr>
          <p:spPr>
            <a:xfrm>
              <a:off x="7955145" y="2085504"/>
              <a:ext cx="234123" cy="125341"/>
            </a:xfrm>
            <a:custGeom>
              <a:avLst/>
              <a:gdLst/>
              <a:ahLst/>
              <a:cxnLst/>
              <a:rect l="l" t="t" r="r" b="b"/>
              <a:pathLst>
                <a:path w="8936" h="4784" extrusionOk="0">
                  <a:moveTo>
                    <a:pt x="8205" y="0"/>
                  </a:moveTo>
                  <a:cubicBezTo>
                    <a:pt x="8129" y="0"/>
                    <a:pt x="8052" y="48"/>
                    <a:pt x="8023" y="125"/>
                  </a:cubicBezTo>
                  <a:lnTo>
                    <a:pt x="7074" y="2483"/>
                  </a:lnTo>
                  <a:lnTo>
                    <a:pt x="6279" y="1131"/>
                  </a:lnTo>
                  <a:cubicBezTo>
                    <a:pt x="6244" y="1071"/>
                    <a:pt x="6171" y="1034"/>
                    <a:pt x="6101" y="1034"/>
                  </a:cubicBezTo>
                  <a:cubicBezTo>
                    <a:pt x="6093" y="1034"/>
                    <a:pt x="6085" y="1035"/>
                    <a:pt x="6077" y="1036"/>
                  </a:cubicBezTo>
                  <a:cubicBezTo>
                    <a:pt x="6001" y="1045"/>
                    <a:pt x="5934" y="1103"/>
                    <a:pt x="5905" y="1179"/>
                  </a:cubicBezTo>
                  <a:lnTo>
                    <a:pt x="5100" y="3911"/>
                  </a:lnTo>
                  <a:lnTo>
                    <a:pt x="4064" y="863"/>
                  </a:lnTo>
                  <a:cubicBezTo>
                    <a:pt x="4036" y="786"/>
                    <a:pt x="3969" y="738"/>
                    <a:pt x="3882" y="729"/>
                  </a:cubicBezTo>
                  <a:cubicBezTo>
                    <a:pt x="3806" y="729"/>
                    <a:pt x="3729" y="777"/>
                    <a:pt x="3691" y="853"/>
                  </a:cubicBezTo>
                  <a:lnTo>
                    <a:pt x="2665" y="2953"/>
                  </a:lnTo>
                  <a:lnTo>
                    <a:pt x="269" y="2953"/>
                  </a:lnTo>
                  <a:cubicBezTo>
                    <a:pt x="0" y="2953"/>
                    <a:pt x="0" y="3355"/>
                    <a:pt x="269" y="3355"/>
                  </a:cubicBezTo>
                  <a:lnTo>
                    <a:pt x="2790" y="3355"/>
                  </a:lnTo>
                  <a:cubicBezTo>
                    <a:pt x="2866" y="3355"/>
                    <a:pt x="2943" y="3307"/>
                    <a:pt x="2972" y="3240"/>
                  </a:cubicBezTo>
                  <a:lnTo>
                    <a:pt x="3844" y="1457"/>
                  </a:lnTo>
                  <a:lnTo>
                    <a:pt x="4917" y="4640"/>
                  </a:lnTo>
                  <a:cubicBezTo>
                    <a:pt x="4946" y="4716"/>
                    <a:pt x="5023" y="4774"/>
                    <a:pt x="5109" y="4774"/>
                  </a:cubicBezTo>
                  <a:cubicBezTo>
                    <a:pt x="5109" y="4774"/>
                    <a:pt x="5109" y="4783"/>
                    <a:pt x="5109" y="4783"/>
                  </a:cubicBezTo>
                  <a:cubicBezTo>
                    <a:pt x="5205" y="4774"/>
                    <a:pt x="5282" y="4716"/>
                    <a:pt x="5301" y="4640"/>
                  </a:cubicBezTo>
                  <a:lnTo>
                    <a:pt x="6154" y="1726"/>
                  </a:lnTo>
                  <a:lnTo>
                    <a:pt x="6930" y="3020"/>
                  </a:lnTo>
                  <a:cubicBezTo>
                    <a:pt x="6969" y="3087"/>
                    <a:pt x="7045" y="3125"/>
                    <a:pt x="7113" y="3125"/>
                  </a:cubicBezTo>
                  <a:cubicBezTo>
                    <a:pt x="7189" y="3116"/>
                    <a:pt x="7256" y="3068"/>
                    <a:pt x="7285" y="3000"/>
                  </a:cubicBezTo>
                  <a:lnTo>
                    <a:pt x="8215" y="729"/>
                  </a:lnTo>
                  <a:lnTo>
                    <a:pt x="8493" y="1352"/>
                  </a:lnTo>
                  <a:cubicBezTo>
                    <a:pt x="8530" y="1439"/>
                    <a:pt x="8600" y="1476"/>
                    <a:pt x="8671" y="1476"/>
                  </a:cubicBezTo>
                  <a:cubicBezTo>
                    <a:pt x="8802" y="1476"/>
                    <a:pt x="8935" y="1351"/>
                    <a:pt x="8867" y="1189"/>
                  </a:cubicBezTo>
                  <a:lnTo>
                    <a:pt x="8397" y="125"/>
                  </a:lnTo>
                  <a:cubicBezTo>
                    <a:pt x="8368" y="48"/>
                    <a:pt x="8292" y="0"/>
                    <a:pt x="8205" y="0"/>
                  </a:cubicBezTo>
                  <a:close/>
                </a:path>
              </a:pathLst>
            </a:custGeom>
            <a:solidFill>
              <a:srgbClr val="B8C6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7238;p72">
            <a:extLst>
              <a:ext uri="{FF2B5EF4-FFF2-40B4-BE49-F238E27FC236}">
                <a16:creationId xmlns:a16="http://schemas.microsoft.com/office/drawing/2014/main" id="{986D3B41-0B25-D50F-2320-55EBDE57F92D}"/>
              </a:ext>
            </a:extLst>
          </p:cNvPr>
          <p:cNvGrpSpPr/>
          <p:nvPr/>
        </p:nvGrpSpPr>
        <p:grpSpPr>
          <a:xfrm>
            <a:off x="7050345" y="1321547"/>
            <a:ext cx="813816" cy="466344"/>
            <a:chOff x="1430832" y="2773689"/>
            <a:chExt cx="294515" cy="349897"/>
          </a:xfrm>
        </p:grpSpPr>
        <p:sp>
          <p:nvSpPr>
            <p:cNvPr id="53" name="Google Shape;7239;p72">
              <a:extLst>
                <a:ext uri="{FF2B5EF4-FFF2-40B4-BE49-F238E27FC236}">
                  <a16:creationId xmlns:a16="http://schemas.microsoft.com/office/drawing/2014/main" id="{73AC90A0-AEEB-2ED6-F0A6-F86CA6D333B4}"/>
                </a:ext>
              </a:extLst>
            </p:cNvPr>
            <p:cNvSpPr/>
            <p:nvPr/>
          </p:nvSpPr>
          <p:spPr>
            <a:xfrm>
              <a:off x="1430832" y="2794996"/>
              <a:ext cx="90062" cy="149648"/>
            </a:xfrm>
            <a:custGeom>
              <a:avLst/>
              <a:gdLst/>
              <a:ahLst/>
              <a:cxnLst/>
              <a:rect l="l" t="t" r="r" b="b"/>
              <a:pathLst>
                <a:path w="3428" h="5696" extrusionOk="0">
                  <a:moveTo>
                    <a:pt x="604" y="1"/>
                  </a:moveTo>
                  <a:cubicBezTo>
                    <a:pt x="271" y="1"/>
                    <a:pt x="1" y="271"/>
                    <a:pt x="8" y="597"/>
                  </a:cubicBezTo>
                  <a:lnTo>
                    <a:pt x="8" y="1423"/>
                  </a:lnTo>
                  <a:cubicBezTo>
                    <a:pt x="8" y="3406"/>
                    <a:pt x="1020" y="3816"/>
                    <a:pt x="1839" y="4149"/>
                  </a:cubicBezTo>
                  <a:cubicBezTo>
                    <a:pt x="2290" y="4336"/>
                    <a:pt x="2685" y="4495"/>
                    <a:pt x="2879" y="4891"/>
                  </a:cubicBezTo>
                  <a:cubicBezTo>
                    <a:pt x="2935" y="4981"/>
                    <a:pt x="2921" y="5106"/>
                    <a:pt x="2844" y="5182"/>
                  </a:cubicBezTo>
                  <a:cubicBezTo>
                    <a:pt x="2770" y="5257"/>
                    <a:pt x="2670" y="5299"/>
                    <a:pt x="2568" y="5299"/>
                  </a:cubicBezTo>
                  <a:cubicBezTo>
                    <a:pt x="2528" y="5299"/>
                    <a:pt x="2488" y="5293"/>
                    <a:pt x="2449" y="5279"/>
                  </a:cubicBezTo>
                  <a:cubicBezTo>
                    <a:pt x="2303" y="5217"/>
                    <a:pt x="2283" y="5043"/>
                    <a:pt x="2290" y="4905"/>
                  </a:cubicBezTo>
                  <a:cubicBezTo>
                    <a:pt x="2297" y="4768"/>
                    <a:pt x="2193" y="4696"/>
                    <a:pt x="2091" y="4696"/>
                  </a:cubicBezTo>
                  <a:cubicBezTo>
                    <a:pt x="1996" y="4696"/>
                    <a:pt x="1901" y="4757"/>
                    <a:pt x="1894" y="4884"/>
                  </a:cubicBezTo>
                  <a:cubicBezTo>
                    <a:pt x="1887" y="5057"/>
                    <a:pt x="1908" y="5480"/>
                    <a:pt x="2290" y="5640"/>
                  </a:cubicBezTo>
                  <a:cubicBezTo>
                    <a:pt x="2373" y="5681"/>
                    <a:pt x="2470" y="5695"/>
                    <a:pt x="2560" y="5695"/>
                  </a:cubicBezTo>
                  <a:cubicBezTo>
                    <a:pt x="2775" y="5695"/>
                    <a:pt x="2983" y="5605"/>
                    <a:pt x="3136" y="5453"/>
                  </a:cubicBezTo>
                  <a:cubicBezTo>
                    <a:pt x="3323" y="5258"/>
                    <a:pt x="3365" y="4960"/>
                    <a:pt x="3240" y="4717"/>
                  </a:cubicBezTo>
                  <a:cubicBezTo>
                    <a:pt x="2983" y="4183"/>
                    <a:pt x="2477" y="3982"/>
                    <a:pt x="1984" y="3781"/>
                  </a:cubicBezTo>
                  <a:cubicBezTo>
                    <a:pt x="1596" y="3628"/>
                    <a:pt x="1194" y="3462"/>
                    <a:pt x="902" y="3136"/>
                  </a:cubicBezTo>
                  <a:cubicBezTo>
                    <a:pt x="562" y="2761"/>
                    <a:pt x="403" y="2199"/>
                    <a:pt x="403" y="1423"/>
                  </a:cubicBezTo>
                  <a:lnTo>
                    <a:pt x="403" y="597"/>
                  </a:lnTo>
                  <a:cubicBezTo>
                    <a:pt x="403" y="486"/>
                    <a:pt x="493" y="396"/>
                    <a:pt x="604" y="396"/>
                  </a:cubicBezTo>
                  <a:cubicBezTo>
                    <a:pt x="916" y="403"/>
                    <a:pt x="1208" y="556"/>
                    <a:pt x="1381" y="812"/>
                  </a:cubicBezTo>
                  <a:lnTo>
                    <a:pt x="1534" y="1034"/>
                  </a:lnTo>
                  <a:cubicBezTo>
                    <a:pt x="1693" y="1270"/>
                    <a:pt x="1964" y="1409"/>
                    <a:pt x="2241" y="1409"/>
                  </a:cubicBezTo>
                  <a:lnTo>
                    <a:pt x="3170" y="1409"/>
                  </a:lnTo>
                  <a:cubicBezTo>
                    <a:pt x="3427" y="1409"/>
                    <a:pt x="3427" y="1013"/>
                    <a:pt x="3170" y="1013"/>
                  </a:cubicBezTo>
                  <a:lnTo>
                    <a:pt x="2241" y="1013"/>
                  </a:lnTo>
                  <a:cubicBezTo>
                    <a:pt x="2088" y="1013"/>
                    <a:pt x="1950" y="937"/>
                    <a:pt x="1860" y="812"/>
                  </a:cubicBezTo>
                  <a:lnTo>
                    <a:pt x="1707" y="590"/>
                  </a:lnTo>
                  <a:cubicBezTo>
                    <a:pt x="1457" y="223"/>
                    <a:pt x="1041" y="8"/>
                    <a:pt x="60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240;p72">
              <a:extLst>
                <a:ext uri="{FF2B5EF4-FFF2-40B4-BE49-F238E27FC236}">
                  <a16:creationId xmlns:a16="http://schemas.microsoft.com/office/drawing/2014/main" id="{B5883FD9-AF74-5D72-6771-92CB1C53BC84}"/>
                </a:ext>
              </a:extLst>
            </p:cNvPr>
            <p:cNvSpPr/>
            <p:nvPr/>
          </p:nvSpPr>
          <p:spPr>
            <a:xfrm>
              <a:off x="1635127" y="2795180"/>
              <a:ext cx="90220" cy="149464"/>
            </a:xfrm>
            <a:custGeom>
              <a:avLst/>
              <a:gdLst/>
              <a:ahLst/>
              <a:cxnLst/>
              <a:rect l="l" t="t" r="r" b="b"/>
              <a:pathLst>
                <a:path w="3434" h="5689" extrusionOk="0">
                  <a:moveTo>
                    <a:pt x="2837" y="1"/>
                  </a:moveTo>
                  <a:cubicBezTo>
                    <a:pt x="2393" y="1"/>
                    <a:pt x="1977" y="216"/>
                    <a:pt x="1727" y="583"/>
                  </a:cubicBezTo>
                  <a:lnTo>
                    <a:pt x="1575" y="805"/>
                  </a:lnTo>
                  <a:cubicBezTo>
                    <a:pt x="1484" y="930"/>
                    <a:pt x="1346" y="1006"/>
                    <a:pt x="1193" y="1006"/>
                  </a:cubicBezTo>
                  <a:lnTo>
                    <a:pt x="264" y="1006"/>
                  </a:lnTo>
                  <a:cubicBezTo>
                    <a:pt x="0" y="1006"/>
                    <a:pt x="0" y="1402"/>
                    <a:pt x="264" y="1402"/>
                  </a:cubicBezTo>
                  <a:lnTo>
                    <a:pt x="1193" y="1402"/>
                  </a:lnTo>
                  <a:cubicBezTo>
                    <a:pt x="1477" y="1402"/>
                    <a:pt x="1741" y="1263"/>
                    <a:pt x="1901" y="1027"/>
                  </a:cubicBezTo>
                  <a:lnTo>
                    <a:pt x="2060" y="805"/>
                  </a:lnTo>
                  <a:cubicBezTo>
                    <a:pt x="2234" y="549"/>
                    <a:pt x="2525" y="396"/>
                    <a:pt x="2837" y="396"/>
                  </a:cubicBezTo>
                  <a:cubicBezTo>
                    <a:pt x="2948" y="396"/>
                    <a:pt x="3038" y="486"/>
                    <a:pt x="3038" y="597"/>
                  </a:cubicBezTo>
                  <a:lnTo>
                    <a:pt x="3038" y="1423"/>
                  </a:lnTo>
                  <a:cubicBezTo>
                    <a:pt x="3038" y="2192"/>
                    <a:pt x="2872" y="2754"/>
                    <a:pt x="2539" y="3129"/>
                  </a:cubicBezTo>
                  <a:cubicBezTo>
                    <a:pt x="2240" y="3455"/>
                    <a:pt x="1838" y="3621"/>
                    <a:pt x="1450" y="3781"/>
                  </a:cubicBezTo>
                  <a:cubicBezTo>
                    <a:pt x="964" y="3975"/>
                    <a:pt x="465" y="4183"/>
                    <a:pt x="201" y="4710"/>
                  </a:cubicBezTo>
                  <a:cubicBezTo>
                    <a:pt x="69" y="4953"/>
                    <a:pt x="118" y="5251"/>
                    <a:pt x="305" y="5446"/>
                  </a:cubicBezTo>
                  <a:cubicBezTo>
                    <a:pt x="458" y="5605"/>
                    <a:pt x="659" y="5688"/>
                    <a:pt x="874" y="5688"/>
                  </a:cubicBezTo>
                  <a:cubicBezTo>
                    <a:pt x="971" y="5688"/>
                    <a:pt x="1061" y="5674"/>
                    <a:pt x="1145" y="5633"/>
                  </a:cubicBezTo>
                  <a:cubicBezTo>
                    <a:pt x="1526" y="5473"/>
                    <a:pt x="1554" y="5050"/>
                    <a:pt x="1540" y="4877"/>
                  </a:cubicBezTo>
                  <a:cubicBezTo>
                    <a:pt x="1537" y="4750"/>
                    <a:pt x="1444" y="4689"/>
                    <a:pt x="1349" y="4689"/>
                  </a:cubicBezTo>
                  <a:cubicBezTo>
                    <a:pt x="1246" y="4689"/>
                    <a:pt x="1141" y="4761"/>
                    <a:pt x="1145" y="4898"/>
                  </a:cubicBezTo>
                  <a:cubicBezTo>
                    <a:pt x="1151" y="5036"/>
                    <a:pt x="1131" y="5210"/>
                    <a:pt x="992" y="5272"/>
                  </a:cubicBezTo>
                  <a:cubicBezTo>
                    <a:pt x="953" y="5286"/>
                    <a:pt x="912" y="5292"/>
                    <a:pt x="872" y="5292"/>
                  </a:cubicBezTo>
                  <a:cubicBezTo>
                    <a:pt x="768" y="5292"/>
                    <a:pt x="666" y="5250"/>
                    <a:pt x="597" y="5175"/>
                  </a:cubicBezTo>
                  <a:cubicBezTo>
                    <a:pt x="513" y="5099"/>
                    <a:pt x="499" y="4974"/>
                    <a:pt x="562" y="4884"/>
                  </a:cubicBezTo>
                  <a:cubicBezTo>
                    <a:pt x="749" y="4495"/>
                    <a:pt x="1145" y="4329"/>
                    <a:pt x="1602" y="4148"/>
                  </a:cubicBezTo>
                  <a:cubicBezTo>
                    <a:pt x="2414" y="3816"/>
                    <a:pt x="3433" y="3399"/>
                    <a:pt x="3433" y="1423"/>
                  </a:cubicBezTo>
                  <a:lnTo>
                    <a:pt x="3433" y="597"/>
                  </a:lnTo>
                  <a:cubicBezTo>
                    <a:pt x="3433" y="264"/>
                    <a:pt x="3163" y="1"/>
                    <a:pt x="283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241;p72">
              <a:extLst>
                <a:ext uri="{FF2B5EF4-FFF2-40B4-BE49-F238E27FC236}">
                  <a16:creationId xmlns:a16="http://schemas.microsoft.com/office/drawing/2014/main" id="{CA57CC7E-AC40-C63F-9918-BFEEDF6C6D0B}"/>
                </a:ext>
              </a:extLst>
            </p:cNvPr>
            <p:cNvSpPr/>
            <p:nvPr/>
          </p:nvSpPr>
          <p:spPr>
            <a:xfrm>
              <a:off x="1566609" y="2972861"/>
              <a:ext cx="22988" cy="104249"/>
            </a:xfrm>
            <a:custGeom>
              <a:avLst/>
              <a:gdLst/>
              <a:ahLst/>
              <a:cxnLst/>
              <a:rect l="l" t="t" r="r" b="b"/>
              <a:pathLst>
                <a:path w="875" h="3968" extrusionOk="0">
                  <a:moveTo>
                    <a:pt x="0" y="0"/>
                  </a:moveTo>
                  <a:lnTo>
                    <a:pt x="0" y="3968"/>
                  </a:lnTo>
                  <a:lnTo>
                    <a:pt x="874" y="3968"/>
                  </a:lnTo>
                  <a:lnTo>
                    <a:pt x="874"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242;p72">
              <a:extLst>
                <a:ext uri="{FF2B5EF4-FFF2-40B4-BE49-F238E27FC236}">
                  <a16:creationId xmlns:a16="http://schemas.microsoft.com/office/drawing/2014/main" id="{3E41D5BD-1FCE-842A-CCC5-A7DF038A2D45}"/>
                </a:ext>
              </a:extLst>
            </p:cNvPr>
            <p:cNvSpPr/>
            <p:nvPr/>
          </p:nvSpPr>
          <p:spPr>
            <a:xfrm>
              <a:off x="1493703" y="2785354"/>
              <a:ext cx="168775" cy="206108"/>
            </a:xfrm>
            <a:custGeom>
              <a:avLst/>
              <a:gdLst/>
              <a:ahLst/>
              <a:cxnLst/>
              <a:rect l="l" t="t" r="r" b="b"/>
              <a:pathLst>
                <a:path w="6424" h="7845" extrusionOk="0">
                  <a:moveTo>
                    <a:pt x="1" y="0"/>
                  </a:moveTo>
                  <a:lnTo>
                    <a:pt x="1" y="2573"/>
                  </a:lnTo>
                  <a:cubicBezTo>
                    <a:pt x="8" y="4398"/>
                    <a:pt x="875" y="6118"/>
                    <a:pt x="2345" y="7200"/>
                  </a:cubicBezTo>
                  <a:lnTo>
                    <a:pt x="3219" y="7845"/>
                  </a:lnTo>
                  <a:lnTo>
                    <a:pt x="4086" y="7200"/>
                  </a:lnTo>
                  <a:cubicBezTo>
                    <a:pt x="5556" y="6111"/>
                    <a:pt x="6424" y="4398"/>
                    <a:pt x="6424" y="2573"/>
                  </a:cubicBezTo>
                  <a:lnTo>
                    <a:pt x="6424"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243;p72">
              <a:extLst>
                <a:ext uri="{FF2B5EF4-FFF2-40B4-BE49-F238E27FC236}">
                  <a16:creationId xmlns:a16="http://schemas.microsoft.com/office/drawing/2014/main" id="{DE387D7C-EF9E-9357-E8D2-ED2FB43C8B76}"/>
                </a:ext>
              </a:extLst>
            </p:cNvPr>
            <p:cNvSpPr/>
            <p:nvPr/>
          </p:nvSpPr>
          <p:spPr>
            <a:xfrm>
              <a:off x="1562037" y="2785354"/>
              <a:ext cx="100440" cy="206108"/>
            </a:xfrm>
            <a:custGeom>
              <a:avLst/>
              <a:gdLst/>
              <a:ahLst/>
              <a:cxnLst/>
              <a:rect l="l" t="t" r="r" b="b"/>
              <a:pathLst>
                <a:path w="3823" h="7845" extrusionOk="0">
                  <a:moveTo>
                    <a:pt x="2609" y="0"/>
                  </a:moveTo>
                  <a:lnTo>
                    <a:pt x="2609" y="2573"/>
                  </a:lnTo>
                  <a:cubicBezTo>
                    <a:pt x="2609" y="4398"/>
                    <a:pt x="1735" y="6118"/>
                    <a:pt x="264" y="7200"/>
                  </a:cubicBezTo>
                  <a:lnTo>
                    <a:pt x="1" y="7394"/>
                  </a:lnTo>
                  <a:lnTo>
                    <a:pt x="611" y="7845"/>
                  </a:lnTo>
                  <a:lnTo>
                    <a:pt x="1485" y="7200"/>
                  </a:lnTo>
                  <a:cubicBezTo>
                    <a:pt x="2955" y="6111"/>
                    <a:pt x="3823" y="4398"/>
                    <a:pt x="3823" y="2573"/>
                  </a:cubicBezTo>
                  <a:lnTo>
                    <a:pt x="3823"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244;p72">
              <a:extLst>
                <a:ext uri="{FF2B5EF4-FFF2-40B4-BE49-F238E27FC236}">
                  <a16:creationId xmlns:a16="http://schemas.microsoft.com/office/drawing/2014/main" id="{4DFFF435-AAA2-DF0E-E5D2-BA68723525C1}"/>
                </a:ext>
              </a:extLst>
            </p:cNvPr>
            <p:cNvSpPr/>
            <p:nvPr/>
          </p:nvSpPr>
          <p:spPr>
            <a:xfrm>
              <a:off x="1482773" y="2773689"/>
              <a:ext cx="190817" cy="23172"/>
            </a:xfrm>
            <a:custGeom>
              <a:avLst/>
              <a:gdLst/>
              <a:ahLst/>
              <a:cxnLst/>
              <a:rect l="l" t="t" r="r" b="b"/>
              <a:pathLst>
                <a:path w="7263" h="882" extrusionOk="0">
                  <a:moveTo>
                    <a:pt x="181" y="0"/>
                  </a:moveTo>
                  <a:cubicBezTo>
                    <a:pt x="84" y="0"/>
                    <a:pt x="0" y="83"/>
                    <a:pt x="0" y="181"/>
                  </a:cubicBezTo>
                  <a:lnTo>
                    <a:pt x="0" y="701"/>
                  </a:lnTo>
                  <a:cubicBezTo>
                    <a:pt x="0" y="805"/>
                    <a:pt x="84" y="881"/>
                    <a:pt x="181" y="881"/>
                  </a:cubicBezTo>
                  <a:lnTo>
                    <a:pt x="7075" y="881"/>
                  </a:lnTo>
                  <a:cubicBezTo>
                    <a:pt x="7079" y="881"/>
                    <a:pt x="7083" y="881"/>
                    <a:pt x="7087" y="881"/>
                  </a:cubicBezTo>
                  <a:cubicBezTo>
                    <a:pt x="7179" y="881"/>
                    <a:pt x="7256" y="801"/>
                    <a:pt x="7263" y="708"/>
                  </a:cubicBezTo>
                  <a:lnTo>
                    <a:pt x="7263" y="187"/>
                  </a:lnTo>
                  <a:cubicBezTo>
                    <a:pt x="7263" y="83"/>
                    <a:pt x="7179" y="0"/>
                    <a:pt x="707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245;p72">
              <a:extLst>
                <a:ext uri="{FF2B5EF4-FFF2-40B4-BE49-F238E27FC236}">
                  <a16:creationId xmlns:a16="http://schemas.microsoft.com/office/drawing/2014/main" id="{8A479CC0-1F82-B741-77C4-11A84B7E7F37}"/>
                </a:ext>
              </a:extLst>
            </p:cNvPr>
            <p:cNvSpPr/>
            <p:nvPr/>
          </p:nvSpPr>
          <p:spPr>
            <a:xfrm>
              <a:off x="1641669" y="2773689"/>
              <a:ext cx="31921" cy="23172"/>
            </a:xfrm>
            <a:custGeom>
              <a:avLst/>
              <a:gdLst/>
              <a:ahLst/>
              <a:cxnLst/>
              <a:rect l="l" t="t" r="r" b="b"/>
              <a:pathLst>
                <a:path w="1215" h="882" extrusionOk="0">
                  <a:moveTo>
                    <a:pt x="1" y="0"/>
                  </a:moveTo>
                  <a:lnTo>
                    <a:pt x="1" y="881"/>
                  </a:lnTo>
                  <a:lnTo>
                    <a:pt x="1020" y="881"/>
                  </a:lnTo>
                  <a:cubicBezTo>
                    <a:pt x="1024" y="881"/>
                    <a:pt x="1029" y="881"/>
                    <a:pt x="1033" y="881"/>
                  </a:cubicBezTo>
                  <a:cubicBezTo>
                    <a:pt x="1131" y="881"/>
                    <a:pt x="1208" y="801"/>
                    <a:pt x="1215" y="708"/>
                  </a:cubicBezTo>
                  <a:lnTo>
                    <a:pt x="1215" y="187"/>
                  </a:lnTo>
                  <a:cubicBezTo>
                    <a:pt x="1215" y="83"/>
                    <a:pt x="1124" y="0"/>
                    <a:pt x="102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246;p72">
              <a:extLst>
                <a:ext uri="{FF2B5EF4-FFF2-40B4-BE49-F238E27FC236}">
                  <a16:creationId xmlns:a16="http://schemas.microsoft.com/office/drawing/2014/main" id="{BCE40E0F-8819-890B-7D1A-9C73C19CE355}"/>
                </a:ext>
              </a:extLst>
            </p:cNvPr>
            <p:cNvSpPr/>
            <p:nvPr/>
          </p:nvSpPr>
          <p:spPr>
            <a:xfrm>
              <a:off x="1536343" y="2836060"/>
              <a:ext cx="83494" cy="78975"/>
            </a:xfrm>
            <a:custGeom>
              <a:avLst/>
              <a:gdLst/>
              <a:ahLst/>
              <a:cxnLst/>
              <a:rect l="l" t="t" r="r" b="b"/>
              <a:pathLst>
                <a:path w="3178" h="3006" extrusionOk="0">
                  <a:moveTo>
                    <a:pt x="1589" y="0"/>
                  </a:moveTo>
                  <a:cubicBezTo>
                    <a:pt x="1575" y="0"/>
                    <a:pt x="1561" y="9"/>
                    <a:pt x="1554" y="26"/>
                  </a:cubicBezTo>
                  <a:lnTo>
                    <a:pt x="1097" y="949"/>
                  </a:lnTo>
                  <a:cubicBezTo>
                    <a:pt x="1090" y="956"/>
                    <a:pt x="1083" y="969"/>
                    <a:pt x="1069" y="969"/>
                  </a:cubicBezTo>
                  <a:lnTo>
                    <a:pt x="49" y="1115"/>
                  </a:lnTo>
                  <a:cubicBezTo>
                    <a:pt x="15" y="1122"/>
                    <a:pt x="1" y="1164"/>
                    <a:pt x="28" y="1184"/>
                  </a:cubicBezTo>
                  <a:lnTo>
                    <a:pt x="764" y="1906"/>
                  </a:lnTo>
                  <a:cubicBezTo>
                    <a:pt x="771" y="1913"/>
                    <a:pt x="778" y="1927"/>
                    <a:pt x="778" y="1940"/>
                  </a:cubicBezTo>
                  <a:lnTo>
                    <a:pt x="604" y="2953"/>
                  </a:lnTo>
                  <a:cubicBezTo>
                    <a:pt x="598" y="2982"/>
                    <a:pt x="621" y="3005"/>
                    <a:pt x="644" y="3005"/>
                  </a:cubicBezTo>
                  <a:cubicBezTo>
                    <a:pt x="649" y="3005"/>
                    <a:pt x="655" y="3004"/>
                    <a:pt x="660" y="3002"/>
                  </a:cubicBezTo>
                  <a:lnTo>
                    <a:pt x="1568" y="2516"/>
                  </a:lnTo>
                  <a:cubicBezTo>
                    <a:pt x="1575" y="2513"/>
                    <a:pt x="1582" y="2511"/>
                    <a:pt x="1589" y="2511"/>
                  </a:cubicBezTo>
                  <a:cubicBezTo>
                    <a:pt x="1596" y="2511"/>
                    <a:pt x="1603" y="2513"/>
                    <a:pt x="1610" y="2516"/>
                  </a:cubicBezTo>
                  <a:lnTo>
                    <a:pt x="2519" y="3002"/>
                  </a:lnTo>
                  <a:cubicBezTo>
                    <a:pt x="2525" y="3004"/>
                    <a:pt x="2531" y="3005"/>
                    <a:pt x="2537" y="3005"/>
                  </a:cubicBezTo>
                  <a:cubicBezTo>
                    <a:pt x="2564" y="3005"/>
                    <a:pt x="2587" y="2982"/>
                    <a:pt x="2581" y="2953"/>
                  </a:cubicBezTo>
                  <a:lnTo>
                    <a:pt x="2408" y="1940"/>
                  </a:lnTo>
                  <a:cubicBezTo>
                    <a:pt x="2401" y="1927"/>
                    <a:pt x="2408" y="1913"/>
                    <a:pt x="2414" y="1906"/>
                  </a:cubicBezTo>
                  <a:lnTo>
                    <a:pt x="3157" y="1184"/>
                  </a:lnTo>
                  <a:cubicBezTo>
                    <a:pt x="3177" y="1164"/>
                    <a:pt x="3164" y="1122"/>
                    <a:pt x="3129" y="1115"/>
                  </a:cubicBezTo>
                  <a:lnTo>
                    <a:pt x="2109" y="969"/>
                  </a:lnTo>
                  <a:cubicBezTo>
                    <a:pt x="2095" y="969"/>
                    <a:pt x="2088" y="956"/>
                    <a:pt x="2082" y="949"/>
                  </a:cubicBezTo>
                  <a:lnTo>
                    <a:pt x="1624" y="26"/>
                  </a:lnTo>
                  <a:cubicBezTo>
                    <a:pt x="1617" y="9"/>
                    <a:pt x="1603" y="0"/>
                    <a:pt x="158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247;p72">
              <a:extLst>
                <a:ext uri="{FF2B5EF4-FFF2-40B4-BE49-F238E27FC236}">
                  <a16:creationId xmlns:a16="http://schemas.microsoft.com/office/drawing/2014/main" id="{4F88492E-BFC3-9848-6E2B-7FAB3AD18741}"/>
                </a:ext>
              </a:extLst>
            </p:cNvPr>
            <p:cNvSpPr/>
            <p:nvPr/>
          </p:nvSpPr>
          <p:spPr>
            <a:xfrm>
              <a:off x="1556205" y="2977958"/>
              <a:ext cx="43770" cy="21543"/>
            </a:xfrm>
            <a:custGeom>
              <a:avLst/>
              <a:gdLst/>
              <a:ahLst/>
              <a:cxnLst/>
              <a:rect l="l" t="t" r="r" b="b"/>
              <a:pathLst>
                <a:path w="1666" h="820" extrusionOk="0">
                  <a:moveTo>
                    <a:pt x="341" y="1"/>
                  </a:moveTo>
                  <a:cubicBezTo>
                    <a:pt x="153" y="1"/>
                    <a:pt x="1" y="153"/>
                    <a:pt x="1" y="340"/>
                  </a:cubicBezTo>
                  <a:lnTo>
                    <a:pt x="1" y="486"/>
                  </a:lnTo>
                  <a:cubicBezTo>
                    <a:pt x="1" y="666"/>
                    <a:pt x="153" y="819"/>
                    <a:pt x="341" y="819"/>
                  </a:cubicBezTo>
                  <a:lnTo>
                    <a:pt x="1326" y="819"/>
                  </a:lnTo>
                  <a:cubicBezTo>
                    <a:pt x="1513" y="819"/>
                    <a:pt x="1665" y="666"/>
                    <a:pt x="1665" y="486"/>
                  </a:cubicBezTo>
                  <a:lnTo>
                    <a:pt x="1665" y="340"/>
                  </a:lnTo>
                  <a:cubicBezTo>
                    <a:pt x="1665" y="153"/>
                    <a:pt x="1513" y="1"/>
                    <a:pt x="132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248;p72">
              <a:extLst>
                <a:ext uri="{FF2B5EF4-FFF2-40B4-BE49-F238E27FC236}">
                  <a16:creationId xmlns:a16="http://schemas.microsoft.com/office/drawing/2014/main" id="{24D4B8E3-0D4F-0BE6-503F-C36F1F42C818}"/>
                </a:ext>
              </a:extLst>
            </p:cNvPr>
            <p:cNvSpPr/>
            <p:nvPr/>
          </p:nvSpPr>
          <p:spPr>
            <a:xfrm>
              <a:off x="1533427" y="3061609"/>
              <a:ext cx="89326" cy="30818"/>
            </a:xfrm>
            <a:custGeom>
              <a:avLst/>
              <a:gdLst/>
              <a:ahLst/>
              <a:cxnLst/>
              <a:rect l="l" t="t" r="r" b="b"/>
              <a:pathLst>
                <a:path w="3400" h="1173" extrusionOk="0">
                  <a:moveTo>
                    <a:pt x="452" y="0"/>
                  </a:moveTo>
                  <a:cubicBezTo>
                    <a:pt x="202" y="0"/>
                    <a:pt x="1" y="201"/>
                    <a:pt x="1" y="451"/>
                  </a:cubicBezTo>
                  <a:lnTo>
                    <a:pt x="1" y="1173"/>
                  </a:lnTo>
                  <a:lnTo>
                    <a:pt x="3399" y="1173"/>
                  </a:lnTo>
                  <a:lnTo>
                    <a:pt x="3399" y="451"/>
                  </a:lnTo>
                  <a:cubicBezTo>
                    <a:pt x="3399" y="201"/>
                    <a:pt x="3198" y="0"/>
                    <a:pt x="294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249;p72">
              <a:extLst>
                <a:ext uri="{FF2B5EF4-FFF2-40B4-BE49-F238E27FC236}">
                  <a16:creationId xmlns:a16="http://schemas.microsoft.com/office/drawing/2014/main" id="{6D2A6D50-EA66-0922-6DAD-143829E7D11D}"/>
                </a:ext>
              </a:extLst>
            </p:cNvPr>
            <p:cNvSpPr/>
            <p:nvPr/>
          </p:nvSpPr>
          <p:spPr>
            <a:xfrm>
              <a:off x="1591200" y="3061609"/>
              <a:ext cx="31737" cy="30818"/>
            </a:xfrm>
            <a:custGeom>
              <a:avLst/>
              <a:gdLst/>
              <a:ahLst/>
              <a:cxnLst/>
              <a:rect l="l" t="t" r="r" b="b"/>
              <a:pathLst>
                <a:path w="1208" h="1173" extrusionOk="0">
                  <a:moveTo>
                    <a:pt x="0" y="0"/>
                  </a:moveTo>
                  <a:lnTo>
                    <a:pt x="0" y="1173"/>
                  </a:lnTo>
                  <a:lnTo>
                    <a:pt x="1207" y="1173"/>
                  </a:lnTo>
                  <a:lnTo>
                    <a:pt x="1207" y="451"/>
                  </a:lnTo>
                  <a:cubicBezTo>
                    <a:pt x="1200" y="201"/>
                    <a:pt x="999" y="0"/>
                    <a:pt x="7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7250;p72">
              <a:extLst>
                <a:ext uri="{FF2B5EF4-FFF2-40B4-BE49-F238E27FC236}">
                  <a16:creationId xmlns:a16="http://schemas.microsoft.com/office/drawing/2014/main" id="{E903B137-E9A6-A8E9-342F-C840A51350D0}"/>
                </a:ext>
              </a:extLst>
            </p:cNvPr>
            <p:cNvSpPr/>
            <p:nvPr/>
          </p:nvSpPr>
          <p:spPr>
            <a:xfrm>
              <a:off x="1501006" y="3084756"/>
              <a:ext cx="154193" cy="38831"/>
            </a:xfrm>
            <a:custGeom>
              <a:avLst/>
              <a:gdLst/>
              <a:ahLst/>
              <a:cxnLst/>
              <a:rect l="l" t="t" r="r" b="b"/>
              <a:pathLst>
                <a:path w="5869" h="1478" extrusionOk="0">
                  <a:moveTo>
                    <a:pt x="472" y="0"/>
                  </a:moveTo>
                  <a:cubicBezTo>
                    <a:pt x="354" y="0"/>
                    <a:pt x="250" y="90"/>
                    <a:pt x="222" y="208"/>
                  </a:cubicBezTo>
                  <a:lnTo>
                    <a:pt x="35" y="1179"/>
                  </a:lnTo>
                  <a:cubicBezTo>
                    <a:pt x="0" y="1332"/>
                    <a:pt x="125" y="1478"/>
                    <a:pt x="284" y="1478"/>
                  </a:cubicBezTo>
                  <a:lnTo>
                    <a:pt x="5591" y="1478"/>
                  </a:lnTo>
                  <a:cubicBezTo>
                    <a:pt x="5750" y="1478"/>
                    <a:pt x="5868" y="1332"/>
                    <a:pt x="5833" y="1179"/>
                  </a:cubicBezTo>
                  <a:lnTo>
                    <a:pt x="5646" y="208"/>
                  </a:lnTo>
                  <a:cubicBezTo>
                    <a:pt x="5618" y="90"/>
                    <a:pt x="5514" y="0"/>
                    <a:pt x="539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7251;p72">
              <a:extLst>
                <a:ext uri="{FF2B5EF4-FFF2-40B4-BE49-F238E27FC236}">
                  <a16:creationId xmlns:a16="http://schemas.microsoft.com/office/drawing/2014/main" id="{6A581E99-75A4-5881-3308-7C2B0FE9CADA}"/>
                </a:ext>
              </a:extLst>
            </p:cNvPr>
            <p:cNvSpPr/>
            <p:nvPr/>
          </p:nvSpPr>
          <p:spPr>
            <a:xfrm>
              <a:off x="1616159" y="3084756"/>
              <a:ext cx="38857" cy="38647"/>
            </a:xfrm>
            <a:custGeom>
              <a:avLst/>
              <a:gdLst/>
              <a:ahLst/>
              <a:cxnLst/>
              <a:rect l="l" t="t" r="r" b="b"/>
              <a:pathLst>
                <a:path w="1479" h="1471" extrusionOk="0">
                  <a:moveTo>
                    <a:pt x="1" y="0"/>
                  </a:moveTo>
                  <a:lnTo>
                    <a:pt x="292" y="1471"/>
                  </a:lnTo>
                  <a:lnTo>
                    <a:pt x="1208" y="1471"/>
                  </a:lnTo>
                  <a:cubicBezTo>
                    <a:pt x="1360" y="1471"/>
                    <a:pt x="1478" y="1332"/>
                    <a:pt x="1450" y="1179"/>
                  </a:cubicBezTo>
                  <a:lnTo>
                    <a:pt x="1263" y="201"/>
                  </a:lnTo>
                  <a:cubicBezTo>
                    <a:pt x="1242" y="83"/>
                    <a:pt x="1138" y="0"/>
                    <a:pt x="10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0" name="Google Shape;7767;p72">
            <a:extLst>
              <a:ext uri="{FF2B5EF4-FFF2-40B4-BE49-F238E27FC236}">
                <a16:creationId xmlns:a16="http://schemas.microsoft.com/office/drawing/2014/main" id="{099FA7F0-F9E3-F055-B785-7AF0B4563707}"/>
              </a:ext>
            </a:extLst>
          </p:cNvPr>
          <p:cNvGrpSpPr/>
          <p:nvPr/>
        </p:nvGrpSpPr>
        <p:grpSpPr>
          <a:xfrm>
            <a:off x="1205569" y="3067746"/>
            <a:ext cx="813816" cy="466344"/>
            <a:chOff x="830742" y="2763601"/>
            <a:chExt cx="384734" cy="381556"/>
          </a:xfrm>
        </p:grpSpPr>
        <p:sp>
          <p:nvSpPr>
            <p:cNvPr id="1091" name="Google Shape;7768;p72">
              <a:extLst>
                <a:ext uri="{FF2B5EF4-FFF2-40B4-BE49-F238E27FC236}">
                  <a16:creationId xmlns:a16="http://schemas.microsoft.com/office/drawing/2014/main" id="{8529568D-53B3-4869-FD13-51F59E369A90}"/>
                </a:ext>
              </a:extLst>
            </p:cNvPr>
            <p:cNvSpPr/>
            <p:nvPr/>
          </p:nvSpPr>
          <p:spPr>
            <a:xfrm>
              <a:off x="830742" y="2881012"/>
              <a:ext cx="174423" cy="83678"/>
            </a:xfrm>
            <a:custGeom>
              <a:avLst/>
              <a:gdLst/>
              <a:ahLst/>
              <a:cxnLst/>
              <a:rect l="l" t="t" r="r" b="b"/>
              <a:pathLst>
                <a:path w="6639" h="3185" extrusionOk="0">
                  <a:moveTo>
                    <a:pt x="6639" y="1"/>
                  </a:moveTo>
                  <a:lnTo>
                    <a:pt x="5189" y="125"/>
                  </a:lnTo>
                  <a:cubicBezTo>
                    <a:pt x="3289" y="285"/>
                    <a:pt x="1506" y="1110"/>
                    <a:pt x="160" y="2456"/>
                  </a:cubicBezTo>
                  <a:cubicBezTo>
                    <a:pt x="1" y="2616"/>
                    <a:pt x="105" y="2886"/>
                    <a:pt x="327" y="2907"/>
                  </a:cubicBezTo>
                  <a:lnTo>
                    <a:pt x="3462" y="3184"/>
                  </a:lnTo>
                  <a:lnTo>
                    <a:pt x="6639" y="1"/>
                  </a:lnTo>
                  <a:close/>
                </a:path>
              </a:pathLst>
            </a:custGeom>
            <a:solidFill>
              <a:srgbClr val="C0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7769;p72">
              <a:extLst>
                <a:ext uri="{FF2B5EF4-FFF2-40B4-BE49-F238E27FC236}">
                  <a16:creationId xmlns:a16="http://schemas.microsoft.com/office/drawing/2014/main" id="{66837850-1037-D265-31E7-0E2F54BE1F5A}"/>
                </a:ext>
              </a:extLst>
            </p:cNvPr>
            <p:cNvSpPr/>
            <p:nvPr/>
          </p:nvSpPr>
          <p:spPr>
            <a:xfrm>
              <a:off x="1013520" y="2973045"/>
              <a:ext cx="83494" cy="172111"/>
            </a:xfrm>
            <a:custGeom>
              <a:avLst/>
              <a:gdLst/>
              <a:ahLst/>
              <a:cxnLst/>
              <a:rect l="l" t="t" r="r" b="b"/>
              <a:pathLst>
                <a:path w="3178" h="6551" extrusionOk="0">
                  <a:moveTo>
                    <a:pt x="3178" y="0"/>
                  </a:moveTo>
                  <a:lnTo>
                    <a:pt x="1" y="3177"/>
                  </a:lnTo>
                  <a:lnTo>
                    <a:pt x="278" y="6305"/>
                  </a:lnTo>
                  <a:cubicBezTo>
                    <a:pt x="292" y="6457"/>
                    <a:pt x="415" y="6550"/>
                    <a:pt x="543" y="6550"/>
                  </a:cubicBezTo>
                  <a:cubicBezTo>
                    <a:pt x="608" y="6550"/>
                    <a:pt x="675" y="6526"/>
                    <a:pt x="729" y="6472"/>
                  </a:cubicBezTo>
                  <a:cubicBezTo>
                    <a:pt x="2075" y="5126"/>
                    <a:pt x="2900" y="3344"/>
                    <a:pt x="3053" y="1443"/>
                  </a:cubicBezTo>
                  <a:lnTo>
                    <a:pt x="3178" y="0"/>
                  </a:lnTo>
                  <a:close/>
                </a:path>
              </a:pathLst>
            </a:custGeom>
            <a:solidFill>
              <a:srgbClr val="C0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7770;p72">
              <a:extLst>
                <a:ext uri="{FF2B5EF4-FFF2-40B4-BE49-F238E27FC236}">
                  <a16:creationId xmlns:a16="http://schemas.microsoft.com/office/drawing/2014/main" id="{5AAD468F-D465-6DCA-D6E6-176995F85A97}"/>
                </a:ext>
              </a:extLst>
            </p:cNvPr>
            <p:cNvSpPr/>
            <p:nvPr/>
          </p:nvSpPr>
          <p:spPr>
            <a:xfrm>
              <a:off x="830742" y="2885557"/>
              <a:ext cx="125583" cy="72932"/>
            </a:xfrm>
            <a:custGeom>
              <a:avLst/>
              <a:gdLst/>
              <a:ahLst/>
              <a:cxnLst/>
              <a:rect l="l" t="t" r="r" b="b"/>
              <a:pathLst>
                <a:path w="4780" h="2776" extrusionOk="0">
                  <a:moveTo>
                    <a:pt x="4780" y="1"/>
                  </a:moveTo>
                  <a:lnTo>
                    <a:pt x="4780" y="1"/>
                  </a:lnTo>
                  <a:cubicBezTo>
                    <a:pt x="3032" y="237"/>
                    <a:pt x="1409" y="1034"/>
                    <a:pt x="160" y="2283"/>
                  </a:cubicBezTo>
                  <a:cubicBezTo>
                    <a:pt x="1" y="2443"/>
                    <a:pt x="105" y="2713"/>
                    <a:pt x="327" y="2734"/>
                  </a:cubicBezTo>
                  <a:lnTo>
                    <a:pt x="791" y="2775"/>
                  </a:lnTo>
                  <a:cubicBezTo>
                    <a:pt x="646" y="2664"/>
                    <a:pt x="625" y="2449"/>
                    <a:pt x="750" y="2318"/>
                  </a:cubicBezTo>
                  <a:cubicBezTo>
                    <a:pt x="1867" y="1201"/>
                    <a:pt x="3261" y="403"/>
                    <a:pt x="4780"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7771;p72">
              <a:extLst>
                <a:ext uri="{FF2B5EF4-FFF2-40B4-BE49-F238E27FC236}">
                  <a16:creationId xmlns:a16="http://schemas.microsoft.com/office/drawing/2014/main" id="{B3EA4059-B9B9-6652-004B-3C34045FF9EF}"/>
                </a:ext>
              </a:extLst>
            </p:cNvPr>
            <p:cNvSpPr/>
            <p:nvPr/>
          </p:nvSpPr>
          <p:spPr>
            <a:xfrm>
              <a:off x="1013520" y="3041012"/>
              <a:ext cx="24460" cy="104144"/>
            </a:xfrm>
            <a:custGeom>
              <a:avLst/>
              <a:gdLst/>
              <a:ahLst/>
              <a:cxnLst/>
              <a:rect l="l" t="t" r="r" b="b"/>
              <a:pathLst>
                <a:path w="931" h="3964" extrusionOk="0">
                  <a:moveTo>
                    <a:pt x="583" y="1"/>
                  </a:moveTo>
                  <a:lnTo>
                    <a:pt x="1" y="590"/>
                  </a:lnTo>
                  <a:lnTo>
                    <a:pt x="278" y="3718"/>
                  </a:lnTo>
                  <a:cubicBezTo>
                    <a:pt x="292" y="3870"/>
                    <a:pt x="415" y="3963"/>
                    <a:pt x="543" y="3963"/>
                  </a:cubicBezTo>
                  <a:cubicBezTo>
                    <a:pt x="608" y="3963"/>
                    <a:pt x="675" y="3939"/>
                    <a:pt x="729" y="3885"/>
                  </a:cubicBezTo>
                  <a:cubicBezTo>
                    <a:pt x="798" y="3815"/>
                    <a:pt x="861" y="3746"/>
                    <a:pt x="930" y="3677"/>
                  </a:cubicBezTo>
                  <a:cubicBezTo>
                    <a:pt x="909" y="3642"/>
                    <a:pt x="902" y="3607"/>
                    <a:pt x="902" y="3573"/>
                  </a:cubicBezTo>
                  <a:lnTo>
                    <a:pt x="583" y="1"/>
                  </a:ln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7772;p72">
              <a:extLst>
                <a:ext uri="{FF2B5EF4-FFF2-40B4-BE49-F238E27FC236}">
                  <a16:creationId xmlns:a16="http://schemas.microsoft.com/office/drawing/2014/main" id="{B1FC8F55-6A5E-DEC4-60E9-6732C792E392}"/>
                </a:ext>
              </a:extLst>
            </p:cNvPr>
            <p:cNvSpPr/>
            <p:nvPr/>
          </p:nvSpPr>
          <p:spPr>
            <a:xfrm>
              <a:off x="903281" y="2763601"/>
              <a:ext cx="312038" cy="310383"/>
            </a:xfrm>
            <a:custGeom>
              <a:avLst/>
              <a:gdLst/>
              <a:ahLst/>
              <a:cxnLst/>
              <a:rect l="l" t="t" r="r" b="b"/>
              <a:pathLst>
                <a:path w="11877" h="11814" extrusionOk="0">
                  <a:moveTo>
                    <a:pt x="11644" y="0"/>
                  </a:moveTo>
                  <a:cubicBezTo>
                    <a:pt x="11624" y="0"/>
                    <a:pt x="11604" y="3"/>
                    <a:pt x="11584" y="10"/>
                  </a:cubicBezTo>
                  <a:lnTo>
                    <a:pt x="9080" y="745"/>
                  </a:lnTo>
                  <a:lnTo>
                    <a:pt x="7228" y="1286"/>
                  </a:lnTo>
                  <a:cubicBezTo>
                    <a:pt x="7075" y="1327"/>
                    <a:pt x="6937" y="1411"/>
                    <a:pt x="6826" y="1522"/>
                  </a:cubicBezTo>
                  <a:lnTo>
                    <a:pt x="91" y="8257"/>
                  </a:lnTo>
                  <a:cubicBezTo>
                    <a:pt x="0" y="8340"/>
                    <a:pt x="0" y="8479"/>
                    <a:pt x="91" y="8569"/>
                  </a:cubicBezTo>
                  <a:lnTo>
                    <a:pt x="1436" y="9914"/>
                  </a:lnTo>
                  <a:lnTo>
                    <a:pt x="1929" y="10414"/>
                  </a:lnTo>
                  <a:lnTo>
                    <a:pt x="3267" y="11746"/>
                  </a:lnTo>
                  <a:cubicBezTo>
                    <a:pt x="3312" y="11791"/>
                    <a:pt x="3373" y="11813"/>
                    <a:pt x="3435" y="11813"/>
                  </a:cubicBezTo>
                  <a:cubicBezTo>
                    <a:pt x="3496" y="11813"/>
                    <a:pt x="3559" y="11791"/>
                    <a:pt x="3607" y="11746"/>
                  </a:cubicBezTo>
                  <a:lnTo>
                    <a:pt x="7374" y="7965"/>
                  </a:lnTo>
                  <a:lnTo>
                    <a:pt x="10308" y="5038"/>
                  </a:lnTo>
                  <a:cubicBezTo>
                    <a:pt x="10432" y="4913"/>
                    <a:pt x="10523" y="4761"/>
                    <a:pt x="10571" y="4594"/>
                  </a:cubicBezTo>
                  <a:lnTo>
                    <a:pt x="11840" y="259"/>
                  </a:lnTo>
                  <a:cubicBezTo>
                    <a:pt x="11876" y="127"/>
                    <a:pt x="11772" y="0"/>
                    <a:pt x="11644" y="0"/>
                  </a:cubicBezTo>
                  <a:close/>
                </a:path>
              </a:pathLst>
            </a:custGeom>
            <a:solidFill>
              <a:srgbClr val="E5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7773;p72">
              <a:extLst>
                <a:ext uri="{FF2B5EF4-FFF2-40B4-BE49-F238E27FC236}">
                  <a16:creationId xmlns:a16="http://schemas.microsoft.com/office/drawing/2014/main" id="{65E0B875-441E-CE44-2D3A-752FF44D70E0}"/>
                </a:ext>
              </a:extLst>
            </p:cNvPr>
            <p:cNvSpPr/>
            <p:nvPr/>
          </p:nvSpPr>
          <p:spPr>
            <a:xfrm>
              <a:off x="903281" y="2763601"/>
              <a:ext cx="312012" cy="232065"/>
            </a:xfrm>
            <a:custGeom>
              <a:avLst/>
              <a:gdLst/>
              <a:ahLst/>
              <a:cxnLst/>
              <a:rect l="l" t="t" r="r" b="b"/>
              <a:pathLst>
                <a:path w="11876" h="8833" extrusionOk="0">
                  <a:moveTo>
                    <a:pt x="11637" y="0"/>
                  </a:moveTo>
                  <a:cubicBezTo>
                    <a:pt x="11618" y="0"/>
                    <a:pt x="11597" y="3"/>
                    <a:pt x="11577" y="10"/>
                  </a:cubicBezTo>
                  <a:lnTo>
                    <a:pt x="7207" y="1286"/>
                  </a:lnTo>
                  <a:cubicBezTo>
                    <a:pt x="7068" y="1327"/>
                    <a:pt x="6943" y="1404"/>
                    <a:pt x="6839" y="1501"/>
                  </a:cubicBezTo>
                  <a:lnTo>
                    <a:pt x="91" y="8257"/>
                  </a:lnTo>
                  <a:cubicBezTo>
                    <a:pt x="0" y="8340"/>
                    <a:pt x="0" y="8479"/>
                    <a:pt x="91" y="8569"/>
                  </a:cubicBezTo>
                  <a:lnTo>
                    <a:pt x="361" y="8832"/>
                  </a:lnTo>
                  <a:lnTo>
                    <a:pt x="1117" y="8069"/>
                  </a:lnTo>
                  <a:lnTo>
                    <a:pt x="7179" y="2007"/>
                  </a:lnTo>
                  <a:cubicBezTo>
                    <a:pt x="7269" y="1917"/>
                    <a:pt x="7387" y="1848"/>
                    <a:pt x="7512" y="1813"/>
                  </a:cubicBezTo>
                  <a:lnTo>
                    <a:pt x="11750" y="571"/>
                  </a:lnTo>
                  <a:lnTo>
                    <a:pt x="11833" y="266"/>
                  </a:lnTo>
                  <a:cubicBezTo>
                    <a:pt x="11876" y="128"/>
                    <a:pt x="11767" y="0"/>
                    <a:pt x="11637" y="0"/>
                  </a:cubicBez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7774;p72">
              <a:extLst>
                <a:ext uri="{FF2B5EF4-FFF2-40B4-BE49-F238E27FC236}">
                  <a16:creationId xmlns:a16="http://schemas.microsoft.com/office/drawing/2014/main" id="{234BD5E9-B8F9-9529-5622-2E55FBC6D5CF}"/>
                </a:ext>
              </a:extLst>
            </p:cNvPr>
            <p:cNvSpPr/>
            <p:nvPr/>
          </p:nvSpPr>
          <p:spPr>
            <a:xfrm>
              <a:off x="1060732" y="2852218"/>
              <a:ext cx="65261" cy="65261"/>
            </a:xfrm>
            <a:custGeom>
              <a:avLst/>
              <a:gdLst/>
              <a:ahLst/>
              <a:cxnLst/>
              <a:rect l="l" t="t" r="r" b="b"/>
              <a:pathLst>
                <a:path w="2484" h="2484" extrusionOk="0">
                  <a:moveTo>
                    <a:pt x="1242" y="1"/>
                  </a:moveTo>
                  <a:cubicBezTo>
                    <a:pt x="555" y="1"/>
                    <a:pt x="0" y="556"/>
                    <a:pt x="0" y="1242"/>
                  </a:cubicBezTo>
                  <a:cubicBezTo>
                    <a:pt x="0" y="1929"/>
                    <a:pt x="555" y="2484"/>
                    <a:pt x="1242" y="2484"/>
                  </a:cubicBezTo>
                  <a:cubicBezTo>
                    <a:pt x="1922" y="2484"/>
                    <a:pt x="2483" y="1929"/>
                    <a:pt x="2483" y="1242"/>
                  </a:cubicBezTo>
                  <a:cubicBezTo>
                    <a:pt x="2483" y="556"/>
                    <a:pt x="1922" y="1"/>
                    <a:pt x="1242" y="1"/>
                  </a:cubicBezTo>
                  <a:close/>
                </a:path>
              </a:pathLst>
            </a:custGeom>
            <a:solidFill>
              <a:srgbClr val="6177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7775;p72">
              <a:extLst>
                <a:ext uri="{FF2B5EF4-FFF2-40B4-BE49-F238E27FC236}">
                  <a16:creationId xmlns:a16="http://schemas.microsoft.com/office/drawing/2014/main" id="{BD4E3A43-A41C-4BDB-A04C-684C93C47040}"/>
                </a:ext>
              </a:extLst>
            </p:cNvPr>
            <p:cNvSpPr/>
            <p:nvPr/>
          </p:nvSpPr>
          <p:spPr>
            <a:xfrm>
              <a:off x="1060732" y="2852218"/>
              <a:ext cx="40302" cy="65287"/>
            </a:xfrm>
            <a:custGeom>
              <a:avLst/>
              <a:gdLst/>
              <a:ahLst/>
              <a:cxnLst/>
              <a:rect l="l" t="t" r="r" b="b"/>
              <a:pathLst>
                <a:path w="1534" h="2485" extrusionOk="0">
                  <a:moveTo>
                    <a:pt x="1239" y="0"/>
                  </a:moveTo>
                  <a:cubicBezTo>
                    <a:pt x="572" y="0"/>
                    <a:pt x="0" y="539"/>
                    <a:pt x="0" y="1242"/>
                  </a:cubicBezTo>
                  <a:cubicBezTo>
                    <a:pt x="0" y="1945"/>
                    <a:pt x="572" y="2484"/>
                    <a:pt x="1239" y="2484"/>
                  </a:cubicBezTo>
                  <a:cubicBezTo>
                    <a:pt x="1336" y="2484"/>
                    <a:pt x="1434" y="2473"/>
                    <a:pt x="1533" y="2449"/>
                  </a:cubicBezTo>
                  <a:cubicBezTo>
                    <a:pt x="590" y="2220"/>
                    <a:pt x="264" y="1048"/>
                    <a:pt x="944" y="361"/>
                  </a:cubicBezTo>
                  <a:cubicBezTo>
                    <a:pt x="1110" y="202"/>
                    <a:pt x="1311" y="91"/>
                    <a:pt x="1533" y="35"/>
                  </a:cubicBezTo>
                  <a:cubicBezTo>
                    <a:pt x="1434" y="12"/>
                    <a:pt x="1336" y="0"/>
                    <a:pt x="1239" y="0"/>
                  </a:cubicBezTo>
                  <a:close/>
                </a:path>
              </a:pathLst>
            </a:custGeom>
            <a:solidFill>
              <a:srgbClr val="4760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7776;p72">
              <a:extLst>
                <a:ext uri="{FF2B5EF4-FFF2-40B4-BE49-F238E27FC236}">
                  <a16:creationId xmlns:a16="http://schemas.microsoft.com/office/drawing/2014/main" id="{4040DC65-8BA3-7118-568F-F130923F08D5}"/>
                </a:ext>
              </a:extLst>
            </p:cNvPr>
            <p:cNvSpPr/>
            <p:nvPr/>
          </p:nvSpPr>
          <p:spPr>
            <a:xfrm>
              <a:off x="895084" y="2998739"/>
              <a:ext cx="84387" cy="83520"/>
            </a:xfrm>
            <a:custGeom>
              <a:avLst/>
              <a:gdLst/>
              <a:ahLst/>
              <a:cxnLst/>
              <a:rect l="l" t="t" r="r" b="b"/>
              <a:pathLst>
                <a:path w="3212" h="3179" extrusionOk="0">
                  <a:moveTo>
                    <a:pt x="833" y="0"/>
                  </a:moveTo>
                  <a:lnTo>
                    <a:pt x="125" y="701"/>
                  </a:lnTo>
                  <a:cubicBezTo>
                    <a:pt x="0" y="826"/>
                    <a:pt x="0" y="1034"/>
                    <a:pt x="125" y="1166"/>
                  </a:cubicBezTo>
                  <a:lnTo>
                    <a:pt x="1082" y="2123"/>
                  </a:lnTo>
                  <a:lnTo>
                    <a:pt x="2046" y="3080"/>
                  </a:lnTo>
                  <a:cubicBezTo>
                    <a:pt x="2109" y="3146"/>
                    <a:pt x="2192" y="3179"/>
                    <a:pt x="2276" y="3179"/>
                  </a:cubicBezTo>
                  <a:cubicBezTo>
                    <a:pt x="2360" y="3179"/>
                    <a:pt x="2445" y="3146"/>
                    <a:pt x="2511" y="3080"/>
                  </a:cubicBezTo>
                  <a:lnTo>
                    <a:pt x="3212" y="2379"/>
                  </a:lnTo>
                  <a:lnTo>
                    <a:pt x="2275" y="1436"/>
                  </a:lnTo>
                  <a:lnTo>
                    <a:pt x="1769" y="937"/>
                  </a:lnTo>
                  <a:lnTo>
                    <a:pt x="833" y="0"/>
                  </a:lnTo>
                  <a:close/>
                </a:path>
              </a:pathLst>
            </a:custGeom>
            <a:solidFill>
              <a:srgbClr val="6177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7777;p72">
              <a:extLst>
                <a:ext uri="{FF2B5EF4-FFF2-40B4-BE49-F238E27FC236}">
                  <a16:creationId xmlns:a16="http://schemas.microsoft.com/office/drawing/2014/main" id="{9149CA62-4EDF-6C60-5BED-8505F6F3C5BF}"/>
                </a:ext>
              </a:extLst>
            </p:cNvPr>
            <p:cNvSpPr/>
            <p:nvPr/>
          </p:nvSpPr>
          <p:spPr>
            <a:xfrm>
              <a:off x="895084" y="2998555"/>
              <a:ext cx="32814" cy="36650"/>
            </a:xfrm>
            <a:custGeom>
              <a:avLst/>
              <a:gdLst/>
              <a:ahLst/>
              <a:cxnLst/>
              <a:rect l="l" t="t" r="r" b="b"/>
              <a:pathLst>
                <a:path w="1249" h="1395" extrusionOk="0">
                  <a:moveTo>
                    <a:pt x="833" y="0"/>
                  </a:moveTo>
                  <a:lnTo>
                    <a:pt x="125" y="708"/>
                  </a:lnTo>
                  <a:cubicBezTo>
                    <a:pt x="0" y="833"/>
                    <a:pt x="0" y="1041"/>
                    <a:pt x="125" y="1173"/>
                  </a:cubicBezTo>
                  <a:lnTo>
                    <a:pt x="347" y="1395"/>
                  </a:lnTo>
                  <a:cubicBezTo>
                    <a:pt x="361" y="1325"/>
                    <a:pt x="396" y="1270"/>
                    <a:pt x="444" y="1221"/>
                  </a:cubicBezTo>
                  <a:lnTo>
                    <a:pt x="1249" y="417"/>
                  </a:lnTo>
                  <a:lnTo>
                    <a:pt x="833" y="0"/>
                  </a:lnTo>
                  <a:close/>
                </a:path>
              </a:pathLst>
            </a:custGeom>
            <a:solidFill>
              <a:srgbClr val="4760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7778;p72">
              <a:extLst>
                <a:ext uri="{FF2B5EF4-FFF2-40B4-BE49-F238E27FC236}">
                  <a16:creationId xmlns:a16="http://schemas.microsoft.com/office/drawing/2014/main" id="{E29E2066-0E73-37C8-F748-E805AEF3C356}"/>
                </a:ext>
              </a:extLst>
            </p:cNvPr>
            <p:cNvSpPr/>
            <p:nvPr/>
          </p:nvSpPr>
          <p:spPr>
            <a:xfrm>
              <a:off x="903281" y="2964480"/>
              <a:ext cx="110266" cy="109504"/>
            </a:xfrm>
            <a:custGeom>
              <a:avLst/>
              <a:gdLst/>
              <a:ahLst/>
              <a:cxnLst/>
              <a:rect l="l" t="t" r="r" b="b"/>
              <a:pathLst>
                <a:path w="4197" h="4168" extrusionOk="0">
                  <a:moveTo>
                    <a:pt x="694" y="0"/>
                  </a:moveTo>
                  <a:lnTo>
                    <a:pt x="91" y="611"/>
                  </a:lnTo>
                  <a:cubicBezTo>
                    <a:pt x="0" y="694"/>
                    <a:pt x="0" y="833"/>
                    <a:pt x="91" y="916"/>
                  </a:cubicBezTo>
                  <a:lnTo>
                    <a:pt x="1436" y="2268"/>
                  </a:lnTo>
                  <a:lnTo>
                    <a:pt x="1936" y="2761"/>
                  </a:lnTo>
                  <a:lnTo>
                    <a:pt x="3267" y="4100"/>
                  </a:lnTo>
                  <a:cubicBezTo>
                    <a:pt x="3312" y="4145"/>
                    <a:pt x="3373" y="4167"/>
                    <a:pt x="3435" y="4167"/>
                  </a:cubicBezTo>
                  <a:cubicBezTo>
                    <a:pt x="3496" y="4167"/>
                    <a:pt x="3559" y="4145"/>
                    <a:pt x="3607" y="4100"/>
                  </a:cubicBezTo>
                  <a:lnTo>
                    <a:pt x="4197" y="3503"/>
                  </a:lnTo>
                  <a:lnTo>
                    <a:pt x="2699" y="2005"/>
                  </a:lnTo>
                  <a:lnTo>
                    <a:pt x="2199" y="1505"/>
                  </a:lnTo>
                  <a:lnTo>
                    <a:pt x="694" y="0"/>
                  </a:lnTo>
                  <a:close/>
                </a:path>
              </a:pathLst>
            </a:custGeom>
            <a:solidFill>
              <a:srgbClr val="BBC6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7779;p72">
              <a:extLst>
                <a:ext uri="{FF2B5EF4-FFF2-40B4-BE49-F238E27FC236}">
                  <a16:creationId xmlns:a16="http://schemas.microsoft.com/office/drawing/2014/main" id="{18228E5C-4A77-F395-803E-4FFB216C9989}"/>
                </a:ext>
              </a:extLst>
            </p:cNvPr>
            <p:cNvSpPr/>
            <p:nvPr/>
          </p:nvSpPr>
          <p:spPr>
            <a:xfrm>
              <a:off x="903281" y="2964480"/>
              <a:ext cx="29557" cy="31185"/>
            </a:xfrm>
            <a:custGeom>
              <a:avLst/>
              <a:gdLst/>
              <a:ahLst/>
              <a:cxnLst/>
              <a:rect l="l" t="t" r="r" b="b"/>
              <a:pathLst>
                <a:path w="1125" h="1187" extrusionOk="0">
                  <a:moveTo>
                    <a:pt x="701" y="0"/>
                  </a:moveTo>
                  <a:lnTo>
                    <a:pt x="91" y="611"/>
                  </a:lnTo>
                  <a:cubicBezTo>
                    <a:pt x="0" y="694"/>
                    <a:pt x="0" y="833"/>
                    <a:pt x="91" y="923"/>
                  </a:cubicBezTo>
                  <a:lnTo>
                    <a:pt x="361" y="1186"/>
                  </a:lnTo>
                  <a:lnTo>
                    <a:pt x="1124" y="423"/>
                  </a:lnTo>
                  <a:lnTo>
                    <a:pt x="701" y="0"/>
                  </a:ln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7780;p72">
              <a:extLst>
                <a:ext uri="{FF2B5EF4-FFF2-40B4-BE49-F238E27FC236}">
                  <a16:creationId xmlns:a16="http://schemas.microsoft.com/office/drawing/2014/main" id="{7201F472-F0EA-3F76-53BA-1A249F3ECCA7}"/>
                </a:ext>
              </a:extLst>
            </p:cNvPr>
            <p:cNvSpPr/>
            <p:nvPr/>
          </p:nvSpPr>
          <p:spPr>
            <a:xfrm>
              <a:off x="854992" y="3038831"/>
              <a:ext cx="34154" cy="31185"/>
            </a:xfrm>
            <a:custGeom>
              <a:avLst/>
              <a:gdLst/>
              <a:ahLst/>
              <a:cxnLst/>
              <a:rect l="l" t="t" r="r" b="b"/>
              <a:pathLst>
                <a:path w="1300" h="1187" extrusionOk="0">
                  <a:moveTo>
                    <a:pt x="986" y="1"/>
                  </a:moveTo>
                  <a:cubicBezTo>
                    <a:pt x="935" y="1"/>
                    <a:pt x="881" y="21"/>
                    <a:pt x="833" y="70"/>
                  </a:cubicBezTo>
                  <a:lnTo>
                    <a:pt x="84" y="812"/>
                  </a:lnTo>
                  <a:cubicBezTo>
                    <a:pt x="0" y="895"/>
                    <a:pt x="0" y="1041"/>
                    <a:pt x="84" y="1124"/>
                  </a:cubicBezTo>
                  <a:cubicBezTo>
                    <a:pt x="129" y="1166"/>
                    <a:pt x="186" y="1186"/>
                    <a:pt x="242" y="1186"/>
                  </a:cubicBezTo>
                  <a:cubicBezTo>
                    <a:pt x="299" y="1186"/>
                    <a:pt x="354" y="1166"/>
                    <a:pt x="396" y="1124"/>
                  </a:cubicBezTo>
                  <a:lnTo>
                    <a:pt x="1145" y="375"/>
                  </a:lnTo>
                  <a:cubicBezTo>
                    <a:pt x="1299" y="221"/>
                    <a:pt x="1155" y="1"/>
                    <a:pt x="986" y="1"/>
                  </a:cubicBezTo>
                  <a:close/>
                </a:path>
              </a:pathLst>
            </a:custGeom>
            <a:solidFill>
              <a:srgbClr val="E5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7781;p72">
              <a:extLst>
                <a:ext uri="{FF2B5EF4-FFF2-40B4-BE49-F238E27FC236}">
                  <a16:creationId xmlns:a16="http://schemas.microsoft.com/office/drawing/2014/main" id="{492095A8-637C-7F58-8477-579CE706149E}"/>
                </a:ext>
              </a:extLst>
            </p:cNvPr>
            <p:cNvSpPr/>
            <p:nvPr/>
          </p:nvSpPr>
          <p:spPr>
            <a:xfrm>
              <a:off x="873934" y="3057800"/>
              <a:ext cx="34286" cy="31343"/>
            </a:xfrm>
            <a:custGeom>
              <a:avLst/>
              <a:gdLst/>
              <a:ahLst/>
              <a:cxnLst/>
              <a:rect l="l" t="t" r="r" b="b"/>
              <a:pathLst>
                <a:path w="1305" h="1193" extrusionOk="0">
                  <a:moveTo>
                    <a:pt x="987" y="0"/>
                  </a:moveTo>
                  <a:cubicBezTo>
                    <a:pt x="935" y="0"/>
                    <a:pt x="881" y="21"/>
                    <a:pt x="833" y="69"/>
                  </a:cubicBezTo>
                  <a:lnTo>
                    <a:pt x="91" y="818"/>
                  </a:lnTo>
                  <a:cubicBezTo>
                    <a:pt x="1" y="901"/>
                    <a:pt x="1" y="1040"/>
                    <a:pt x="91" y="1130"/>
                  </a:cubicBezTo>
                  <a:cubicBezTo>
                    <a:pt x="132" y="1172"/>
                    <a:pt x="188" y="1193"/>
                    <a:pt x="244" y="1193"/>
                  </a:cubicBezTo>
                  <a:cubicBezTo>
                    <a:pt x="301" y="1193"/>
                    <a:pt x="358" y="1172"/>
                    <a:pt x="403" y="1130"/>
                  </a:cubicBezTo>
                  <a:lnTo>
                    <a:pt x="1145" y="381"/>
                  </a:lnTo>
                  <a:cubicBezTo>
                    <a:pt x="1305" y="221"/>
                    <a:pt x="1158" y="0"/>
                    <a:pt x="987" y="0"/>
                  </a:cubicBezTo>
                  <a:close/>
                </a:path>
              </a:pathLst>
            </a:custGeom>
            <a:solidFill>
              <a:srgbClr val="E5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7782;p72">
              <a:extLst>
                <a:ext uri="{FF2B5EF4-FFF2-40B4-BE49-F238E27FC236}">
                  <a16:creationId xmlns:a16="http://schemas.microsoft.com/office/drawing/2014/main" id="{E99A74A9-C2FB-97ED-DE57-E70C2E7899E5}"/>
                </a:ext>
              </a:extLst>
            </p:cNvPr>
            <p:cNvSpPr/>
            <p:nvPr/>
          </p:nvSpPr>
          <p:spPr>
            <a:xfrm>
              <a:off x="912213" y="3095895"/>
              <a:ext cx="34102" cy="31343"/>
            </a:xfrm>
            <a:custGeom>
              <a:avLst/>
              <a:gdLst/>
              <a:ahLst/>
              <a:cxnLst/>
              <a:rect l="l" t="t" r="r" b="b"/>
              <a:pathLst>
                <a:path w="1298" h="1193" extrusionOk="0">
                  <a:moveTo>
                    <a:pt x="983" y="0"/>
                  </a:moveTo>
                  <a:cubicBezTo>
                    <a:pt x="932" y="0"/>
                    <a:pt x="879" y="20"/>
                    <a:pt x="833" y="69"/>
                  </a:cubicBezTo>
                  <a:lnTo>
                    <a:pt x="83" y="818"/>
                  </a:lnTo>
                  <a:cubicBezTo>
                    <a:pt x="0" y="901"/>
                    <a:pt x="0" y="1040"/>
                    <a:pt x="83" y="1130"/>
                  </a:cubicBezTo>
                  <a:cubicBezTo>
                    <a:pt x="125" y="1172"/>
                    <a:pt x="181" y="1192"/>
                    <a:pt x="237" y="1192"/>
                  </a:cubicBezTo>
                  <a:cubicBezTo>
                    <a:pt x="293" y="1192"/>
                    <a:pt x="351" y="1172"/>
                    <a:pt x="396" y="1130"/>
                  </a:cubicBezTo>
                  <a:lnTo>
                    <a:pt x="1138" y="381"/>
                  </a:lnTo>
                  <a:cubicBezTo>
                    <a:pt x="1297" y="221"/>
                    <a:pt x="1151" y="0"/>
                    <a:pt x="983" y="0"/>
                  </a:cubicBezTo>
                  <a:close/>
                </a:path>
              </a:pathLst>
            </a:custGeom>
            <a:solidFill>
              <a:srgbClr val="E5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7783;p72">
              <a:extLst>
                <a:ext uri="{FF2B5EF4-FFF2-40B4-BE49-F238E27FC236}">
                  <a16:creationId xmlns:a16="http://schemas.microsoft.com/office/drawing/2014/main" id="{E2B086CA-0EC2-E6BE-181E-ACCC7F0E886B}"/>
                </a:ext>
              </a:extLst>
            </p:cNvPr>
            <p:cNvSpPr/>
            <p:nvPr/>
          </p:nvSpPr>
          <p:spPr>
            <a:xfrm>
              <a:off x="893061" y="3076926"/>
              <a:ext cx="34312" cy="31343"/>
            </a:xfrm>
            <a:custGeom>
              <a:avLst/>
              <a:gdLst/>
              <a:ahLst/>
              <a:cxnLst/>
              <a:rect l="l" t="t" r="r" b="b"/>
              <a:pathLst>
                <a:path w="1306" h="1193" extrusionOk="0">
                  <a:moveTo>
                    <a:pt x="987" y="1"/>
                  </a:moveTo>
                  <a:cubicBezTo>
                    <a:pt x="936" y="1"/>
                    <a:pt x="882" y="21"/>
                    <a:pt x="833" y="69"/>
                  </a:cubicBezTo>
                  <a:lnTo>
                    <a:pt x="91" y="818"/>
                  </a:lnTo>
                  <a:cubicBezTo>
                    <a:pt x="1" y="902"/>
                    <a:pt x="1" y="1040"/>
                    <a:pt x="91" y="1131"/>
                  </a:cubicBezTo>
                  <a:cubicBezTo>
                    <a:pt x="133" y="1172"/>
                    <a:pt x="188" y="1193"/>
                    <a:pt x="245" y="1193"/>
                  </a:cubicBezTo>
                  <a:cubicBezTo>
                    <a:pt x="301" y="1193"/>
                    <a:pt x="358" y="1172"/>
                    <a:pt x="403" y="1131"/>
                  </a:cubicBezTo>
                  <a:lnTo>
                    <a:pt x="1145" y="381"/>
                  </a:lnTo>
                  <a:cubicBezTo>
                    <a:pt x="1305" y="222"/>
                    <a:pt x="1158" y="1"/>
                    <a:pt x="987" y="1"/>
                  </a:cubicBezTo>
                  <a:close/>
                </a:path>
              </a:pathLst>
            </a:custGeom>
            <a:solidFill>
              <a:srgbClr val="E5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7784;p72">
              <a:extLst>
                <a:ext uri="{FF2B5EF4-FFF2-40B4-BE49-F238E27FC236}">
                  <a16:creationId xmlns:a16="http://schemas.microsoft.com/office/drawing/2014/main" id="{649C4649-3476-EE68-F1A5-FC3C99C0B4E4}"/>
                </a:ext>
              </a:extLst>
            </p:cNvPr>
            <p:cNvSpPr/>
            <p:nvPr/>
          </p:nvSpPr>
          <p:spPr>
            <a:xfrm>
              <a:off x="1141809" y="2763601"/>
              <a:ext cx="73668" cy="72801"/>
            </a:xfrm>
            <a:custGeom>
              <a:avLst/>
              <a:gdLst/>
              <a:ahLst/>
              <a:cxnLst/>
              <a:rect l="l" t="t" r="r" b="b"/>
              <a:pathLst>
                <a:path w="2804" h="2771" extrusionOk="0">
                  <a:moveTo>
                    <a:pt x="2567" y="0"/>
                  </a:moveTo>
                  <a:cubicBezTo>
                    <a:pt x="2547" y="0"/>
                    <a:pt x="2526" y="3"/>
                    <a:pt x="2505" y="10"/>
                  </a:cubicBezTo>
                  <a:lnTo>
                    <a:pt x="1" y="745"/>
                  </a:lnTo>
                  <a:lnTo>
                    <a:pt x="2033" y="2770"/>
                  </a:lnTo>
                  <a:lnTo>
                    <a:pt x="2761" y="266"/>
                  </a:lnTo>
                  <a:cubicBezTo>
                    <a:pt x="2804" y="128"/>
                    <a:pt x="2700" y="0"/>
                    <a:pt x="2567"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7785;p72">
              <a:extLst>
                <a:ext uri="{FF2B5EF4-FFF2-40B4-BE49-F238E27FC236}">
                  <a16:creationId xmlns:a16="http://schemas.microsoft.com/office/drawing/2014/main" id="{DD124CB0-D56B-2385-3973-598E219D1554}"/>
                </a:ext>
              </a:extLst>
            </p:cNvPr>
            <p:cNvSpPr/>
            <p:nvPr/>
          </p:nvSpPr>
          <p:spPr>
            <a:xfrm>
              <a:off x="1141809" y="2763601"/>
              <a:ext cx="73484" cy="31974"/>
            </a:xfrm>
            <a:custGeom>
              <a:avLst/>
              <a:gdLst/>
              <a:ahLst/>
              <a:cxnLst/>
              <a:rect l="l" t="t" r="r" b="b"/>
              <a:pathLst>
                <a:path w="2797" h="1217" extrusionOk="0">
                  <a:moveTo>
                    <a:pt x="2563" y="0"/>
                  </a:moveTo>
                  <a:cubicBezTo>
                    <a:pt x="2544" y="0"/>
                    <a:pt x="2524" y="3"/>
                    <a:pt x="2505" y="10"/>
                  </a:cubicBezTo>
                  <a:lnTo>
                    <a:pt x="1686" y="245"/>
                  </a:lnTo>
                  <a:lnTo>
                    <a:pt x="1" y="745"/>
                  </a:lnTo>
                  <a:lnTo>
                    <a:pt x="472" y="1217"/>
                  </a:lnTo>
                  <a:lnTo>
                    <a:pt x="2671" y="578"/>
                  </a:lnTo>
                  <a:lnTo>
                    <a:pt x="2754" y="266"/>
                  </a:lnTo>
                  <a:cubicBezTo>
                    <a:pt x="2797" y="133"/>
                    <a:pt x="2692" y="0"/>
                    <a:pt x="2563"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7786;p72">
              <a:extLst>
                <a:ext uri="{FF2B5EF4-FFF2-40B4-BE49-F238E27FC236}">
                  <a16:creationId xmlns:a16="http://schemas.microsoft.com/office/drawing/2014/main" id="{8BE8D02E-F279-3A36-0D7D-63FB5E4F9343}"/>
                </a:ext>
              </a:extLst>
            </p:cNvPr>
            <p:cNvSpPr/>
            <p:nvPr/>
          </p:nvSpPr>
          <p:spPr>
            <a:xfrm>
              <a:off x="919491" y="2924099"/>
              <a:ext cx="135435" cy="133780"/>
            </a:xfrm>
            <a:custGeom>
              <a:avLst/>
              <a:gdLst/>
              <a:ahLst/>
              <a:cxnLst/>
              <a:rect l="l" t="t" r="r" b="b"/>
              <a:pathLst>
                <a:path w="5155" h="5092" extrusionOk="0">
                  <a:moveTo>
                    <a:pt x="4759" y="1"/>
                  </a:moveTo>
                  <a:cubicBezTo>
                    <a:pt x="4676" y="1"/>
                    <a:pt x="4592" y="32"/>
                    <a:pt x="4530" y="95"/>
                  </a:cubicBezTo>
                  <a:lnTo>
                    <a:pt x="126" y="4499"/>
                  </a:lnTo>
                  <a:cubicBezTo>
                    <a:pt x="1" y="4624"/>
                    <a:pt x="1" y="4832"/>
                    <a:pt x="126" y="4957"/>
                  </a:cubicBezTo>
                  <a:lnTo>
                    <a:pt x="160" y="4999"/>
                  </a:lnTo>
                  <a:cubicBezTo>
                    <a:pt x="222" y="5060"/>
                    <a:pt x="304" y="5091"/>
                    <a:pt x="386" y="5091"/>
                  </a:cubicBezTo>
                  <a:cubicBezTo>
                    <a:pt x="470" y="5091"/>
                    <a:pt x="555" y="5058"/>
                    <a:pt x="618" y="4992"/>
                  </a:cubicBezTo>
                  <a:lnTo>
                    <a:pt x="5022" y="587"/>
                  </a:lnTo>
                  <a:cubicBezTo>
                    <a:pt x="5154" y="462"/>
                    <a:pt x="5154" y="254"/>
                    <a:pt x="5022" y="129"/>
                  </a:cubicBezTo>
                  <a:lnTo>
                    <a:pt x="4988" y="95"/>
                  </a:lnTo>
                  <a:cubicBezTo>
                    <a:pt x="4925" y="32"/>
                    <a:pt x="4842" y="1"/>
                    <a:pt x="4759" y="1"/>
                  </a:cubicBezTo>
                  <a:close/>
                </a:path>
              </a:pathLst>
            </a:custGeom>
            <a:solidFill>
              <a:srgbClr val="C0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7787;p72">
              <a:extLst>
                <a:ext uri="{FF2B5EF4-FFF2-40B4-BE49-F238E27FC236}">
                  <a16:creationId xmlns:a16="http://schemas.microsoft.com/office/drawing/2014/main" id="{B107C941-D007-4055-0727-B4C5D42532FA}"/>
                </a:ext>
              </a:extLst>
            </p:cNvPr>
            <p:cNvSpPr/>
            <p:nvPr/>
          </p:nvSpPr>
          <p:spPr>
            <a:xfrm>
              <a:off x="919491" y="2924099"/>
              <a:ext cx="135435" cy="133780"/>
            </a:xfrm>
            <a:custGeom>
              <a:avLst/>
              <a:gdLst/>
              <a:ahLst/>
              <a:cxnLst/>
              <a:rect l="l" t="t" r="r" b="b"/>
              <a:pathLst>
                <a:path w="5155" h="5092" extrusionOk="0">
                  <a:moveTo>
                    <a:pt x="4759" y="1"/>
                  </a:moveTo>
                  <a:cubicBezTo>
                    <a:pt x="4676" y="1"/>
                    <a:pt x="4592" y="32"/>
                    <a:pt x="4530" y="95"/>
                  </a:cubicBezTo>
                  <a:lnTo>
                    <a:pt x="126" y="4499"/>
                  </a:lnTo>
                  <a:cubicBezTo>
                    <a:pt x="1" y="4624"/>
                    <a:pt x="1" y="4832"/>
                    <a:pt x="126" y="4957"/>
                  </a:cubicBezTo>
                  <a:lnTo>
                    <a:pt x="160" y="4999"/>
                  </a:lnTo>
                  <a:cubicBezTo>
                    <a:pt x="222" y="5060"/>
                    <a:pt x="304" y="5091"/>
                    <a:pt x="386" y="5091"/>
                  </a:cubicBezTo>
                  <a:cubicBezTo>
                    <a:pt x="470" y="5091"/>
                    <a:pt x="555" y="5058"/>
                    <a:pt x="618" y="4992"/>
                  </a:cubicBezTo>
                  <a:lnTo>
                    <a:pt x="5022" y="587"/>
                  </a:lnTo>
                  <a:cubicBezTo>
                    <a:pt x="5154" y="462"/>
                    <a:pt x="5154" y="254"/>
                    <a:pt x="5022" y="129"/>
                  </a:cubicBezTo>
                  <a:lnTo>
                    <a:pt x="4988" y="95"/>
                  </a:lnTo>
                  <a:cubicBezTo>
                    <a:pt x="4925" y="32"/>
                    <a:pt x="4842" y="1"/>
                    <a:pt x="4759" y="1"/>
                  </a:cubicBezTo>
                  <a:close/>
                </a:path>
              </a:pathLst>
            </a:custGeom>
            <a:solidFill>
              <a:srgbClr val="C0CA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7788;p72">
              <a:extLst>
                <a:ext uri="{FF2B5EF4-FFF2-40B4-BE49-F238E27FC236}">
                  <a16:creationId xmlns:a16="http://schemas.microsoft.com/office/drawing/2014/main" id="{06953696-CC17-23B0-64C7-D0C39FD69C81}"/>
                </a:ext>
              </a:extLst>
            </p:cNvPr>
            <p:cNvSpPr/>
            <p:nvPr/>
          </p:nvSpPr>
          <p:spPr>
            <a:xfrm>
              <a:off x="919491" y="2924152"/>
              <a:ext cx="133254" cy="133648"/>
            </a:xfrm>
            <a:custGeom>
              <a:avLst/>
              <a:gdLst/>
              <a:ahLst/>
              <a:cxnLst/>
              <a:rect l="l" t="t" r="r" b="b"/>
              <a:pathLst>
                <a:path w="5072" h="5087" extrusionOk="0">
                  <a:moveTo>
                    <a:pt x="4762" y="1"/>
                  </a:moveTo>
                  <a:cubicBezTo>
                    <a:pt x="4676" y="1"/>
                    <a:pt x="4589" y="34"/>
                    <a:pt x="4523" y="100"/>
                  </a:cubicBezTo>
                  <a:lnTo>
                    <a:pt x="132" y="4490"/>
                  </a:lnTo>
                  <a:cubicBezTo>
                    <a:pt x="1" y="4622"/>
                    <a:pt x="1" y="4837"/>
                    <a:pt x="132" y="4962"/>
                  </a:cubicBezTo>
                  <a:lnTo>
                    <a:pt x="153" y="4990"/>
                  </a:lnTo>
                  <a:cubicBezTo>
                    <a:pt x="216" y="5045"/>
                    <a:pt x="299" y="5080"/>
                    <a:pt x="382" y="5087"/>
                  </a:cubicBezTo>
                  <a:cubicBezTo>
                    <a:pt x="306" y="4955"/>
                    <a:pt x="327" y="4781"/>
                    <a:pt x="438" y="4671"/>
                  </a:cubicBezTo>
                  <a:lnTo>
                    <a:pt x="4828" y="280"/>
                  </a:lnTo>
                  <a:cubicBezTo>
                    <a:pt x="4891" y="217"/>
                    <a:pt x="4974" y="183"/>
                    <a:pt x="5071" y="183"/>
                  </a:cubicBezTo>
                  <a:cubicBezTo>
                    <a:pt x="5057" y="162"/>
                    <a:pt x="5036" y="141"/>
                    <a:pt x="5022" y="120"/>
                  </a:cubicBezTo>
                  <a:lnTo>
                    <a:pt x="5002" y="100"/>
                  </a:lnTo>
                  <a:cubicBezTo>
                    <a:pt x="4936" y="34"/>
                    <a:pt x="4849" y="1"/>
                    <a:pt x="4762"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5" name="Google Shape;10042;p74">
            <a:extLst>
              <a:ext uri="{FF2B5EF4-FFF2-40B4-BE49-F238E27FC236}">
                <a16:creationId xmlns:a16="http://schemas.microsoft.com/office/drawing/2014/main" id="{4B50CFAF-9CB4-9153-6BCD-CB314281851D}"/>
              </a:ext>
            </a:extLst>
          </p:cNvPr>
          <p:cNvGrpSpPr/>
          <p:nvPr/>
        </p:nvGrpSpPr>
        <p:grpSpPr>
          <a:xfrm>
            <a:off x="4161283" y="3067745"/>
            <a:ext cx="813816" cy="466344"/>
            <a:chOff x="2231907" y="1520731"/>
            <a:chExt cx="311627" cy="326569"/>
          </a:xfrm>
        </p:grpSpPr>
        <p:sp>
          <p:nvSpPr>
            <p:cNvPr id="1126" name="Google Shape;10043;p74">
              <a:extLst>
                <a:ext uri="{FF2B5EF4-FFF2-40B4-BE49-F238E27FC236}">
                  <a16:creationId xmlns:a16="http://schemas.microsoft.com/office/drawing/2014/main" id="{00E06A20-742D-3A86-198B-4B20FACFE0EE}"/>
                </a:ext>
              </a:extLst>
            </p:cNvPr>
            <p:cNvSpPr/>
            <p:nvPr/>
          </p:nvSpPr>
          <p:spPr>
            <a:xfrm>
              <a:off x="2382456" y="1520731"/>
              <a:ext cx="161079" cy="135790"/>
            </a:xfrm>
            <a:custGeom>
              <a:avLst/>
              <a:gdLst/>
              <a:ahLst/>
              <a:cxnLst/>
              <a:rect l="l" t="t" r="r" b="b"/>
              <a:pathLst>
                <a:path w="6134" h="5171" extrusionOk="0">
                  <a:moveTo>
                    <a:pt x="3098" y="1"/>
                  </a:moveTo>
                  <a:cubicBezTo>
                    <a:pt x="3061" y="1"/>
                    <a:pt x="3024" y="2"/>
                    <a:pt x="2986" y="3"/>
                  </a:cubicBezTo>
                  <a:cubicBezTo>
                    <a:pt x="1043" y="80"/>
                    <a:pt x="0" y="2338"/>
                    <a:pt x="1216" y="3860"/>
                  </a:cubicBezTo>
                  <a:lnTo>
                    <a:pt x="1168" y="4989"/>
                  </a:lnTo>
                  <a:cubicBezTo>
                    <a:pt x="1160" y="5095"/>
                    <a:pt x="1241" y="5170"/>
                    <a:pt x="1332" y="5170"/>
                  </a:cubicBezTo>
                  <a:cubicBezTo>
                    <a:pt x="1357" y="5170"/>
                    <a:pt x="1382" y="5165"/>
                    <a:pt x="1407" y="5152"/>
                  </a:cubicBezTo>
                  <a:lnTo>
                    <a:pt x="2431" y="4674"/>
                  </a:lnTo>
                  <a:cubicBezTo>
                    <a:pt x="2649" y="4736"/>
                    <a:pt x="2870" y="4767"/>
                    <a:pt x="3088" y="4767"/>
                  </a:cubicBezTo>
                  <a:cubicBezTo>
                    <a:pt x="3868" y="4767"/>
                    <a:pt x="4616" y="4380"/>
                    <a:pt x="5073" y="3707"/>
                  </a:cubicBezTo>
                  <a:cubicBezTo>
                    <a:pt x="6133" y="2121"/>
                    <a:pt x="4985" y="1"/>
                    <a:pt x="3098" y="1"/>
                  </a:cubicBezTo>
                  <a:close/>
                </a:path>
              </a:pathLst>
            </a:custGeom>
            <a:solidFill>
              <a:srgbClr val="E9EE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0044;p74">
              <a:extLst>
                <a:ext uri="{FF2B5EF4-FFF2-40B4-BE49-F238E27FC236}">
                  <a16:creationId xmlns:a16="http://schemas.microsoft.com/office/drawing/2014/main" id="{0C65E5DE-31BA-5B7D-2EDE-1D8595960F98}"/>
                </a:ext>
              </a:extLst>
            </p:cNvPr>
            <p:cNvSpPr/>
            <p:nvPr/>
          </p:nvSpPr>
          <p:spPr>
            <a:xfrm>
              <a:off x="2423421" y="1551140"/>
              <a:ext cx="74920" cy="65335"/>
            </a:xfrm>
            <a:custGeom>
              <a:avLst/>
              <a:gdLst/>
              <a:ahLst/>
              <a:cxnLst/>
              <a:rect l="l" t="t" r="r" b="b"/>
              <a:pathLst>
                <a:path w="2853" h="2488" extrusionOk="0">
                  <a:moveTo>
                    <a:pt x="1391" y="1"/>
                  </a:moveTo>
                  <a:cubicBezTo>
                    <a:pt x="1381" y="1"/>
                    <a:pt x="1370" y="2"/>
                    <a:pt x="1359" y="3"/>
                  </a:cubicBezTo>
                  <a:cubicBezTo>
                    <a:pt x="373" y="204"/>
                    <a:pt x="0" y="1410"/>
                    <a:pt x="708" y="2118"/>
                  </a:cubicBezTo>
                  <a:cubicBezTo>
                    <a:pt x="961" y="2371"/>
                    <a:pt x="1279" y="2487"/>
                    <a:pt x="1591" y="2487"/>
                  </a:cubicBezTo>
                  <a:cubicBezTo>
                    <a:pt x="2154" y="2487"/>
                    <a:pt x="2700" y="2111"/>
                    <a:pt x="2823" y="1477"/>
                  </a:cubicBezTo>
                  <a:cubicBezTo>
                    <a:pt x="2852" y="1353"/>
                    <a:pt x="2756" y="1238"/>
                    <a:pt x="2632" y="1238"/>
                  </a:cubicBezTo>
                  <a:lnTo>
                    <a:pt x="1799" y="1238"/>
                  </a:lnTo>
                  <a:cubicBezTo>
                    <a:pt x="1685" y="1238"/>
                    <a:pt x="1598" y="1152"/>
                    <a:pt x="1598" y="1046"/>
                  </a:cubicBezTo>
                  <a:lnTo>
                    <a:pt x="1598" y="204"/>
                  </a:lnTo>
                  <a:cubicBezTo>
                    <a:pt x="1598" y="91"/>
                    <a:pt x="1503" y="1"/>
                    <a:pt x="1391" y="1"/>
                  </a:cubicBezTo>
                  <a:close/>
                </a:path>
              </a:pathLst>
            </a:custGeom>
            <a:solidFill>
              <a:srgbClr val="BBC6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0045;p74">
              <a:extLst>
                <a:ext uri="{FF2B5EF4-FFF2-40B4-BE49-F238E27FC236}">
                  <a16:creationId xmlns:a16="http://schemas.microsoft.com/office/drawing/2014/main" id="{FD47B4E3-55BE-D296-11A2-5E609A3F5D4A}"/>
                </a:ext>
              </a:extLst>
            </p:cNvPr>
            <p:cNvSpPr/>
            <p:nvPr/>
          </p:nvSpPr>
          <p:spPr>
            <a:xfrm>
              <a:off x="2248241" y="1565530"/>
              <a:ext cx="266171" cy="266171"/>
            </a:xfrm>
            <a:custGeom>
              <a:avLst/>
              <a:gdLst/>
              <a:ahLst/>
              <a:cxnLst/>
              <a:rect l="l" t="t" r="r" b="b"/>
              <a:pathLst>
                <a:path w="10136" h="10136" extrusionOk="0">
                  <a:moveTo>
                    <a:pt x="3283" y="1"/>
                  </a:moveTo>
                  <a:lnTo>
                    <a:pt x="1" y="3283"/>
                  </a:lnTo>
                  <a:lnTo>
                    <a:pt x="1637" y="4920"/>
                  </a:lnTo>
                  <a:cubicBezTo>
                    <a:pt x="2085" y="5368"/>
                    <a:pt x="2678" y="5601"/>
                    <a:pt x="3277" y="5601"/>
                  </a:cubicBezTo>
                  <a:cubicBezTo>
                    <a:pt x="3690" y="5601"/>
                    <a:pt x="4105" y="5491"/>
                    <a:pt x="4480" y="5264"/>
                  </a:cubicBezTo>
                  <a:lnTo>
                    <a:pt x="4862" y="5647"/>
                  </a:lnTo>
                  <a:cubicBezTo>
                    <a:pt x="4307" y="6566"/>
                    <a:pt x="4451" y="7734"/>
                    <a:pt x="5207" y="8490"/>
                  </a:cubicBezTo>
                  <a:lnTo>
                    <a:pt x="6853" y="10136"/>
                  </a:lnTo>
                  <a:lnTo>
                    <a:pt x="10136" y="6853"/>
                  </a:lnTo>
                  <a:lnTo>
                    <a:pt x="8490" y="5207"/>
                  </a:lnTo>
                  <a:cubicBezTo>
                    <a:pt x="8042" y="4760"/>
                    <a:pt x="7451" y="4530"/>
                    <a:pt x="6853" y="4530"/>
                  </a:cubicBezTo>
                  <a:cubicBezTo>
                    <a:pt x="6439" y="4530"/>
                    <a:pt x="6022" y="4640"/>
                    <a:pt x="5647" y="4863"/>
                  </a:cubicBezTo>
                  <a:lnTo>
                    <a:pt x="5264" y="4480"/>
                  </a:lnTo>
                  <a:cubicBezTo>
                    <a:pt x="5819" y="3571"/>
                    <a:pt x="5676" y="2393"/>
                    <a:pt x="4920" y="1637"/>
                  </a:cubicBezTo>
                  <a:lnTo>
                    <a:pt x="3283" y="1"/>
                  </a:lnTo>
                  <a:close/>
                </a:path>
              </a:pathLst>
            </a:custGeom>
            <a:solidFill>
              <a:srgbClr val="EAEF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0046;p74">
              <a:extLst>
                <a:ext uri="{FF2B5EF4-FFF2-40B4-BE49-F238E27FC236}">
                  <a16:creationId xmlns:a16="http://schemas.microsoft.com/office/drawing/2014/main" id="{86767678-5B90-8E1E-CDB2-994D435D7F82}"/>
                </a:ext>
              </a:extLst>
            </p:cNvPr>
            <p:cNvSpPr/>
            <p:nvPr/>
          </p:nvSpPr>
          <p:spPr>
            <a:xfrm>
              <a:off x="2321375" y="1565530"/>
              <a:ext cx="192801" cy="192801"/>
            </a:xfrm>
            <a:custGeom>
              <a:avLst/>
              <a:gdLst/>
              <a:ahLst/>
              <a:cxnLst/>
              <a:rect l="l" t="t" r="r" b="b"/>
              <a:pathLst>
                <a:path w="7342" h="7342" extrusionOk="0">
                  <a:moveTo>
                    <a:pt x="498" y="1"/>
                  </a:moveTo>
                  <a:lnTo>
                    <a:pt x="1" y="498"/>
                  </a:lnTo>
                  <a:lnTo>
                    <a:pt x="1647" y="2135"/>
                  </a:lnTo>
                  <a:cubicBezTo>
                    <a:pt x="2336" y="2824"/>
                    <a:pt x="2518" y="3867"/>
                    <a:pt x="2106" y="4748"/>
                  </a:cubicBezTo>
                  <a:cubicBezTo>
                    <a:pt x="2049" y="4891"/>
                    <a:pt x="2077" y="5054"/>
                    <a:pt x="2183" y="5159"/>
                  </a:cubicBezTo>
                  <a:cubicBezTo>
                    <a:pt x="2252" y="5229"/>
                    <a:pt x="2347" y="5265"/>
                    <a:pt x="2444" y="5265"/>
                  </a:cubicBezTo>
                  <a:cubicBezTo>
                    <a:pt x="2494" y="5265"/>
                    <a:pt x="2545" y="5255"/>
                    <a:pt x="2594" y="5236"/>
                  </a:cubicBezTo>
                  <a:cubicBezTo>
                    <a:pt x="2904" y="5091"/>
                    <a:pt x="3234" y="5021"/>
                    <a:pt x="3562" y="5021"/>
                  </a:cubicBezTo>
                  <a:cubicBezTo>
                    <a:pt x="4165" y="5021"/>
                    <a:pt x="4760" y="5258"/>
                    <a:pt x="5207" y="5705"/>
                  </a:cubicBezTo>
                  <a:lnTo>
                    <a:pt x="6853" y="7341"/>
                  </a:lnTo>
                  <a:lnTo>
                    <a:pt x="7341" y="6853"/>
                  </a:lnTo>
                  <a:lnTo>
                    <a:pt x="5705" y="5207"/>
                  </a:lnTo>
                  <a:cubicBezTo>
                    <a:pt x="5257" y="4760"/>
                    <a:pt x="4666" y="4530"/>
                    <a:pt x="4068" y="4530"/>
                  </a:cubicBezTo>
                  <a:cubicBezTo>
                    <a:pt x="3654" y="4530"/>
                    <a:pt x="3237" y="4640"/>
                    <a:pt x="2862" y="4863"/>
                  </a:cubicBezTo>
                  <a:lnTo>
                    <a:pt x="2479" y="4480"/>
                  </a:lnTo>
                  <a:cubicBezTo>
                    <a:pt x="3034" y="3571"/>
                    <a:pt x="2891" y="2393"/>
                    <a:pt x="2135" y="1637"/>
                  </a:cubicBezTo>
                  <a:lnTo>
                    <a:pt x="498" y="1"/>
                  </a:lnTo>
                  <a:close/>
                </a:path>
              </a:pathLst>
            </a:custGeom>
            <a:solidFill>
              <a:srgbClr val="ACB9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0047;p74">
              <a:extLst>
                <a:ext uri="{FF2B5EF4-FFF2-40B4-BE49-F238E27FC236}">
                  <a16:creationId xmlns:a16="http://schemas.microsoft.com/office/drawing/2014/main" id="{AB8BBAD3-84E9-1C70-138B-A54B3000432E}"/>
                </a:ext>
              </a:extLst>
            </p:cNvPr>
            <p:cNvSpPr/>
            <p:nvPr/>
          </p:nvSpPr>
          <p:spPr>
            <a:xfrm>
              <a:off x="2231907" y="1549748"/>
              <a:ext cx="118643" cy="117592"/>
            </a:xfrm>
            <a:custGeom>
              <a:avLst/>
              <a:gdLst/>
              <a:ahLst/>
              <a:cxnLst/>
              <a:rect l="l" t="t" r="r" b="b"/>
              <a:pathLst>
                <a:path w="4518" h="4478" extrusionOk="0">
                  <a:moveTo>
                    <a:pt x="3906" y="0"/>
                  </a:moveTo>
                  <a:cubicBezTo>
                    <a:pt x="3857" y="0"/>
                    <a:pt x="3809" y="19"/>
                    <a:pt x="3771" y="56"/>
                  </a:cubicBezTo>
                  <a:lnTo>
                    <a:pt x="87" y="3750"/>
                  </a:lnTo>
                  <a:cubicBezTo>
                    <a:pt x="1" y="3827"/>
                    <a:pt x="1" y="3951"/>
                    <a:pt x="87" y="4028"/>
                  </a:cubicBezTo>
                  <a:lnTo>
                    <a:pt x="470" y="4420"/>
                  </a:lnTo>
                  <a:cubicBezTo>
                    <a:pt x="508" y="4459"/>
                    <a:pt x="561" y="4478"/>
                    <a:pt x="613" y="4478"/>
                  </a:cubicBezTo>
                  <a:cubicBezTo>
                    <a:pt x="666" y="4478"/>
                    <a:pt x="718" y="4459"/>
                    <a:pt x="757" y="4420"/>
                  </a:cubicBezTo>
                  <a:lnTo>
                    <a:pt x="4441" y="736"/>
                  </a:lnTo>
                  <a:cubicBezTo>
                    <a:pt x="4518" y="659"/>
                    <a:pt x="4518" y="525"/>
                    <a:pt x="4441" y="449"/>
                  </a:cubicBezTo>
                  <a:lnTo>
                    <a:pt x="4049" y="66"/>
                  </a:lnTo>
                  <a:cubicBezTo>
                    <a:pt x="4009" y="22"/>
                    <a:pt x="3957" y="0"/>
                    <a:pt x="3906" y="0"/>
                  </a:cubicBezTo>
                  <a:close/>
                </a:path>
              </a:pathLst>
            </a:custGeom>
            <a:solidFill>
              <a:srgbClr val="6177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0048;p74">
              <a:extLst>
                <a:ext uri="{FF2B5EF4-FFF2-40B4-BE49-F238E27FC236}">
                  <a16:creationId xmlns:a16="http://schemas.microsoft.com/office/drawing/2014/main" id="{2D3622BC-D94B-1F4C-B030-C40D5131D706}"/>
                </a:ext>
              </a:extLst>
            </p:cNvPr>
            <p:cNvSpPr/>
            <p:nvPr/>
          </p:nvSpPr>
          <p:spPr>
            <a:xfrm>
              <a:off x="2239208" y="1556497"/>
              <a:ext cx="111342" cy="110843"/>
            </a:xfrm>
            <a:custGeom>
              <a:avLst/>
              <a:gdLst/>
              <a:ahLst/>
              <a:cxnLst/>
              <a:rect l="l" t="t" r="r" b="b"/>
              <a:pathLst>
                <a:path w="4240" h="4221" extrusionOk="0">
                  <a:moveTo>
                    <a:pt x="3972" y="0"/>
                  </a:moveTo>
                  <a:lnTo>
                    <a:pt x="0" y="3972"/>
                  </a:lnTo>
                  <a:lnTo>
                    <a:pt x="192" y="4163"/>
                  </a:lnTo>
                  <a:cubicBezTo>
                    <a:pt x="230" y="4202"/>
                    <a:pt x="283" y="4221"/>
                    <a:pt x="335" y="4221"/>
                  </a:cubicBezTo>
                  <a:cubicBezTo>
                    <a:pt x="388" y="4221"/>
                    <a:pt x="440" y="4202"/>
                    <a:pt x="479" y="4163"/>
                  </a:cubicBezTo>
                  <a:lnTo>
                    <a:pt x="4163" y="469"/>
                  </a:lnTo>
                  <a:cubicBezTo>
                    <a:pt x="4240" y="393"/>
                    <a:pt x="4240" y="268"/>
                    <a:pt x="4163" y="192"/>
                  </a:cubicBezTo>
                  <a:lnTo>
                    <a:pt x="3972" y="0"/>
                  </a:ln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0049;p74">
              <a:extLst>
                <a:ext uri="{FF2B5EF4-FFF2-40B4-BE49-F238E27FC236}">
                  <a16:creationId xmlns:a16="http://schemas.microsoft.com/office/drawing/2014/main" id="{20BA11E7-6CC8-4E2F-8444-2003CA689CB5}"/>
                </a:ext>
              </a:extLst>
            </p:cNvPr>
            <p:cNvSpPr/>
            <p:nvPr/>
          </p:nvSpPr>
          <p:spPr>
            <a:xfrm>
              <a:off x="2412103" y="1729892"/>
              <a:ext cx="118406" cy="117408"/>
            </a:xfrm>
            <a:custGeom>
              <a:avLst/>
              <a:gdLst/>
              <a:ahLst/>
              <a:cxnLst/>
              <a:rect l="l" t="t" r="r" b="b"/>
              <a:pathLst>
                <a:path w="4509" h="4471" extrusionOk="0">
                  <a:moveTo>
                    <a:pt x="3900" y="1"/>
                  </a:moveTo>
                  <a:cubicBezTo>
                    <a:pt x="3850" y="1"/>
                    <a:pt x="3800" y="20"/>
                    <a:pt x="3762" y="58"/>
                  </a:cubicBezTo>
                  <a:lnTo>
                    <a:pt x="77" y="3743"/>
                  </a:lnTo>
                  <a:cubicBezTo>
                    <a:pt x="1" y="3819"/>
                    <a:pt x="1" y="3944"/>
                    <a:pt x="77" y="4030"/>
                  </a:cubicBezTo>
                  <a:lnTo>
                    <a:pt x="460" y="4413"/>
                  </a:lnTo>
                  <a:cubicBezTo>
                    <a:pt x="498" y="4451"/>
                    <a:pt x="551" y="4470"/>
                    <a:pt x="603" y="4470"/>
                  </a:cubicBezTo>
                  <a:cubicBezTo>
                    <a:pt x="656" y="4470"/>
                    <a:pt x="709" y="4451"/>
                    <a:pt x="747" y="4413"/>
                  </a:cubicBezTo>
                  <a:lnTo>
                    <a:pt x="4432" y="728"/>
                  </a:lnTo>
                  <a:cubicBezTo>
                    <a:pt x="4508" y="652"/>
                    <a:pt x="4508" y="518"/>
                    <a:pt x="4432" y="441"/>
                  </a:cubicBezTo>
                  <a:lnTo>
                    <a:pt x="4039" y="58"/>
                  </a:lnTo>
                  <a:cubicBezTo>
                    <a:pt x="4001" y="20"/>
                    <a:pt x="3951" y="1"/>
                    <a:pt x="3900" y="1"/>
                  </a:cubicBezTo>
                  <a:close/>
                </a:path>
              </a:pathLst>
            </a:custGeom>
            <a:solidFill>
              <a:srgbClr val="6177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0050;p74">
              <a:extLst>
                <a:ext uri="{FF2B5EF4-FFF2-40B4-BE49-F238E27FC236}">
                  <a16:creationId xmlns:a16="http://schemas.microsoft.com/office/drawing/2014/main" id="{6210B051-5B53-E940-6821-77ED866D7374}"/>
                </a:ext>
              </a:extLst>
            </p:cNvPr>
            <p:cNvSpPr/>
            <p:nvPr/>
          </p:nvSpPr>
          <p:spPr>
            <a:xfrm>
              <a:off x="2419141" y="1736430"/>
              <a:ext cx="111369" cy="110870"/>
            </a:xfrm>
            <a:custGeom>
              <a:avLst/>
              <a:gdLst/>
              <a:ahLst/>
              <a:cxnLst/>
              <a:rect l="l" t="t" r="r" b="b"/>
              <a:pathLst>
                <a:path w="4241" h="4222" extrusionOk="0">
                  <a:moveTo>
                    <a:pt x="3972" y="1"/>
                  </a:moveTo>
                  <a:lnTo>
                    <a:pt x="1" y="3972"/>
                  </a:lnTo>
                  <a:lnTo>
                    <a:pt x="192" y="4164"/>
                  </a:lnTo>
                  <a:cubicBezTo>
                    <a:pt x="230" y="4202"/>
                    <a:pt x="283" y="4221"/>
                    <a:pt x="335" y="4221"/>
                  </a:cubicBezTo>
                  <a:cubicBezTo>
                    <a:pt x="388" y="4221"/>
                    <a:pt x="441" y="4202"/>
                    <a:pt x="479" y="4164"/>
                  </a:cubicBezTo>
                  <a:lnTo>
                    <a:pt x="4164" y="479"/>
                  </a:lnTo>
                  <a:cubicBezTo>
                    <a:pt x="4240" y="403"/>
                    <a:pt x="4240" y="269"/>
                    <a:pt x="4164" y="192"/>
                  </a:cubicBezTo>
                  <a:lnTo>
                    <a:pt x="3972" y="1"/>
                  </a:ln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0051;p74">
              <a:extLst>
                <a:ext uri="{FF2B5EF4-FFF2-40B4-BE49-F238E27FC236}">
                  <a16:creationId xmlns:a16="http://schemas.microsoft.com/office/drawing/2014/main" id="{1E0B8AEE-CED9-46C8-46B3-B262F31C0858}"/>
                </a:ext>
              </a:extLst>
            </p:cNvPr>
            <p:cNvSpPr/>
            <p:nvPr/>
          </p:nvSpPr>
          <p:spPr>
            <a:xfrm>
              <a:off x="2291964" y="1669572"/>
              <a:ext cx="78701" cy="29175"/>
            </a:xfrm>
            <a:custGeom>
              <a:avLst/>
              <a:gdLst/>
              <a:ahLst/>
              <a:cxnLst/>
              <a:rect l="l" t="t" r="r" b="b"/>
              <a:pathLst>
                <a:path w="2997" h="1111" extrusionOk="0">
                  <a:moveTo>
                    <a:pt x="259" y="1"/>
                  </a:moveTo>
                  <a:cubicBezTo>
                    <a:pt x="97" y="1"/>
                    <a:pt x="1" y="192"/>
                    <a:pt x="106" y="326"/>
                  </a:cubicBezTo>
                  <a:lnTo>
                    <a:pt x="250" y="499"/>
                  </a:lnTo>
                  <a:cubicBezTo>
                    <a:pt x="596" y="909"/>
                    <a:pt x="1044" y="1111"/>
                    <a:pt x="1494" y="1111"/>
                  </a:cubicBezTo>
                  <a:cubicBezTo>
                    <a:pt x="1977" y="1111"/>
                    <a:pt x="2462" y="878"/>
                    <a:pt x="2824" y="422"/>
                  </a:cubicBezTo>
                  <a:lnTo>
                    <a:pt x="2901" y="326"/>
                  </a:lnTo>
                  <a:cubicBezTo>
                    <a:pt x="2996" y="192"/>
                    <a:pt x="2910" y="1"/>
                    <a:pt x="2738" y="1"/>
                  </a:cubicBezTo>
                  <a:close/>
                </a:path>
              </a:pathLst>
            </a:custGeom>
            <a:solidFill>
              <a:srgbClr val="BBC6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0052;p74">
              <a:extLst>
                <a:ext uri="{FF2B5EF4-FFF2-40B4-BE49-F238E27FC236}">
                  <a16:creationId xmlns:a16="http://schemas.microsoft.com/office/drawing/2014/main" id="{E457F149-E110-44EC-A27F-1D20504DE380}"/>
                </a:ext>
              </a:extLst>
            </p:cNvPr>
            <p:cNvSpPr/>
            <p:nvPr/>
          </p:nvSpPr>
          <p:spPr>
            <a:xfrm>
              <a:off x="2381694" y="1751005"/>
              <a:ext cx="82456" cy="46769"/>
            </a:xfrm>
            <a:custGeom>
              <a:avLst/>
              <a:gdLst/>
              <a:ahLst/>
              <a:cxnLst/>
              <a:rect l="l" t="t" r="r" b="b"/>
              <a:pathLst>
                <a:path w="3140" h="1781" extrusionOk="0">
                  <a:moveTo>
                    <a:pt x="1" y="1"/>
                  </a:moveTo>
                  <a:cubicBezTo>
                    <a:pt x="10" y="240"/>
                    <a:pt x="106" y="479"/>
                    <a:pt x="278" y="661"/>
                  </a:cubicBezTo>
                  <a:lnTo>
                    <a:pt x="1350" y="1723"/>
                  </a:lnTo>
                  <a:cubicBezTo>
                    <a:pt x="1388" y="1762"/>
                    <a:pt x="1438" y="1781"/>
                    <a:pt x="1489" y="1781"/>
                  </a:cubicBezTo>
                  <a:cubicBezTo>
                    <a:pt x="1539" y="1781"/>
                    <a:pt x="1589" y="1762"/>
                    <a:pt x="1628" y="1723"/>
                  </a:cubicBezTo>
                  <a:lnTo>
                    <a:pt x="3015" y="345"/>
                  </a:lnTo>
                  <a:cubicBezTo>
                    <a:pt x="3140" y="211"/>
                    <a:pt x="3053" y="1"/>
                    <a:pt x="2872" y="1"/>
                  </a:cubicBezTo>
                  <a:close/>
                </a:path>
              </a:pathLst>
            </a:custGeom>
            <a:solidFill>
              <a:srgbClr val="BBC6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6" name="Google Shape;10763;p74">
            <a:extLst>
              <a:ext uri="{FF2B5EF4-FFF2-40B4-BE49-F238E27FC236}">
                <a16:creationId xmlns:a16="http://schemas.microsoft.com/office/drawing/2014/main" id="{879BD692-5056-EDAB-8AFB-AD67F19963D0}"/>
              </a:ext>
            </a:extLst>
          </p:cNvPr>
          <p:cNvGrpSpPr/>
          <p:nvPr/>
        </p:nvGrpSpPr>
        <p:grpSpPr>
          <a:xfrm>
            <a:off x="7033260" y="3092419"/>
            <a:ext cx="731520" cy="457200"/>
            <a:chOff x="6657846" y="2007591"/>
            <a:chExt cx="348103" cy="295714"/>
          </a:xfrm>
        </p:grpSpPr>
        <p:sp>
          <p:nvSpPr>
            <p:cNvPr id="1137" name="Google Shape;10764;p74">
              <a:extLst>
                <a:ext uri="{FF2B5EF4-FFF2-40B4-BE49-F238E27FC236}">
                  <a16:creationId xmlns:a16="http://schemas.microsoft.com/office/drawing/2014/main" id="{B70E5B35-BFDA-C693-F4B4-C15C5058AF87}"/>
                </a:ext>
              </a:extLst>
            </p:cNvPr>
            <p:cNvSpPr/>
            <p:nvPr/>
          </p:nvSpPr>
          <p:spPr>
            <a:xfrm>
              <a:off x="6820186" y="2082984"/>
              <a:ext cx="179224" cy="163153"/>
            </a:xfrm>
            <a:custGeom>
              <a:avLst/>
              <a:gdLst/>
              <a:ahLst/>
              <a:cxnLst/>
              <a:rect l="l" t="t" r="r" b="b"/>
              <a:pathLst>
                <a:path w="6825" h="6213" extrusionOk="0">
                  <a:moveTo>
                    <a:pt x="4298" y="1"/>
                  </a:moveTo>
                  <a:lnTo>
                    <a:pt x="2987" y="1006"/>
                  </a:lnTo>
                  <a:lnTo>
                    <a:pt x="1896" y="642"/>
                  </a:lnTo>
                  <a:lnTo>
                    <a:pt x="1" y="2183"/>
                  </a:lnTo>
                  <a:lnTo>
                    <a:pt x="2920" y="6212"/>
                  </a:lnTo>
                  <a:lnTo>
                    <a:pt x="6824" y="3437"/>
                  </a:lnTo>
                  <a:lnTo>
                    <a:pt x="4298"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0765;p74">
              <a:extLst>
                <a:ext uri="{FF2B5EF4-FFF2-40B4-BE49-F238E27FC236}">
                  <a16:creationId xmlns:a16="http://schemas.microsoft.com/office/drawing/2014/main" id="{36654F80-B060-C175-9457-BA338A68B6B3}"/>
                </a:ext>
              </a:extLst>
            </p:cNvPr>
            <p:cNvSpPr/>
            <p:nvPr/>
          </p:nvSpPr>
          <p:spPr>
            <a:xfrm>
              <a:off x="6900620" y="2007591"/>
              <a:ext cx="105329" cy="193431"/>
            </a:xfrm>
            <a:custGeom>
              <a:avLst/>
              <a:gdLst/>
              <a:ahLst/>
              <a:cxnLst/>
              <a:rect l="l" t="t" r="r" b="b"/>
              <a:pathLst>
                <a:path w="4011" h="7366" extrusionOk="0">
                  <a:moveTo>
                    <a:pt x="4010" y="1"/>
                  </a:moveTo>
                  <a:lnTo>
                    <a:pt x="115" y="2767"/>
                  </a:lnTo>
                  <a:cubicBezTo>
                    <a:pt x="19" y="2834"/>
                    <a:pt x="0" y="2968"/>
                    <a:pt x="67" y="3063"/>
                  </a:cubicBezTo>
                  <a:lnTo>
                    <a:pt x="3340" y="7284"/>
                  </a:lnTo>
                  <a:cubicBezTo>
                    <a:pt x="3384" y="7339"/>
                    <a:pt x="3444" y="7365"/>
                    <a:pt x="3505" y="7365"/>
                  </a:cubicBezTo>
                  <a:cubicBezTo>
                    <a:pt x="3550" y="7365"/>
                    <a:pt x="3596" y="7351"/>
                    <a:pt x="3637" y="7322"/>
                  </a:cubicBezTo>
                  <a:lnTo>
                    <a:pt x="4010" y="7025"/>
                  </a:lnTo>
                  <a:lnTo>
                    <a:pt x="4010"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0766;p74">
              <a:extLst>
                <a:ext uri="{FF2B5EF4-FFF2-40B4-BE49-F238E27FC236}">
                  <a16:creationId xmlns:a16="http://schemas.microsoft.com/office/drawing/2014/main" id="{3B656B77-2862-2AFB-B2EC-153E02C5D39D}"/>
                </a:ext>
              </a:extLst>
            </p:cNvPr>
            <p:cNvSpPr/>
            <p:nvPr/>
          </p:nvSpPr>
          <p:spPr>
            <a:xfrm>
              <a:off x="6972494" y="2152862"/>
              <a:ext cx="32930" cy="48292"/>
            </a:xfrm>
            <a:custGeom>
              <a:avLst/>
              <a:gdLst/>
              <a:ahLst/>
              <a:cxnLst/>
              <a:rect l="l" t="t" r="r" b="b"/>
              <a:pathLst>
                <a:path w="1254" h="1839" extrusionOk="0">
                  <a:moveTo>
                    <a:pt x="1254" y="1"/>
                  </a:moveTo>
                  <a:lnTo>
                    <a:pt x="0" y="977"/>
                  </a:lnTo>
                  <a:lnTo>
                    <a:pt x="594" y="1761"/>
                  </a:lnTo>
                  <a:cubicBezTo>
                    <a:pt x="632" y="1811"/>
                    <a:pt x="692" y="1838"/>
                    <a:pt x="755" y="1838"/>
                  </a:cubicBezTo>
                  <a:cubicBezTo>
                    <a:pt x="801" y="1838"/>
                    <a:pt x="849" y="1823"/>
                    <a:pt x="890" y="1790"/>
                  </a:cubicBezTo>
                  <a:lnTo>
                    <a:pt x="1254" y="1503"/>
                  </a:lnTo>
                  <a:lnTo>
                    <a:pt x="1254"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0767;p74">
              <a:extLst>
                <a:ext uri="{FF2B5EF4-FFF2-40B4-BE49-F238E27FC236}">
                  <a16:creationId xmlns:a16="http://schemas.microsoft.com/office/drawing/2014/main" id="{F7083F4E-4C40-9138-B74F-C4CE89AD6F46}"/>
                </a:ext>
              </a:extLst>
            </p:cNvPr>
            <p:cNvSpPr/>
            <p:nvPr/>
          </p:nvSpPr>
          <p:spPr>
            <a:xfrm>
              <a:off x="6832003" y="2137027"/>
              <a:ext cx="136237" cy="90439"/>
            </a:xfrm>
            <a:custGeom>
              <a:avLst/>
              <a:gdLst/>
              <a:ahLst/>
              <a:cxnLst/>
              <a:rect l="l" t="t" r="r" b="b"/>
              <a:pathLst>
                <a:path w="5188" h="3444" extrusionOk="0">
                  <a:moveTo>
                    <a:pt x="594" y="1"/>
                  </a:moveTo>
                  <a:lnTo>
                    <a:pt x="0" y="1092"/>
                  </a:lnTo>
                  <a:lnTo>
                    <a:pt x="4183" y="3369"/>
                  </a:lnTo>
                  <a:cubicBezTo>
                    <a:pt x="4274" y="3419"/>
                    <a:pt x="4373" y="3443"/>
                    <a:pt x="4472" y="3443"/>
                  </a:cubicBezTo>
                  <a:cubicBezTo>
                    <a:pt x="4694" y="3443"/>
                    <a:pt x="4912" y="3323"/>
                    <a:pt x="5025" y="3111"/>
                  </a:cubicBezTo>
                  <a:cubicBezTo>
                    <a:pt x="5188" y="2814"/>
                    <a:pt x="5073" y="2441"/>
                    <a:pt x="4776" y="2278"/>
                  </a:cubicBezTo>
                  <a:lnTo>
                    <a:pt x="594"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0768;p74">
              <a:extLst>
                <a:ext uri="{FF2B5EF4-FFF2-40B4-BE49-F238E27FC236}">
                  <a16:creationId xmlns:a16="http://schemas.microsoft.com/office/drawing/2014/main" id="{3D1B9CFD-FFE3-5015-03C4-62BDFC4602F3}"/>
                </a:ext>
              </a:extLst>
            </p:cNvPr>
            <p:cNvSpPr/>
            <p:nvPr/>
          </p:nvSpPr>
          <p:spPr>
            <a:xfrm>
              <a:off x="6885284" y="2182509"/>
              <a:ext cx="79935" cy="44957"/>
            </a:xfrm>
            <a:custGeom>
              <a:avLst/>
              <a:gdLst/>
              <a:ahLst/>
              <a:cxnLst/>
              <a:rect l="l" t="t" r="r" b="b"/>
              <a:pathLst>
                <a:path w="3044" h="1712" extrusionOk="0">
                  <a:moveTo>
                    <a:pt x="268" y="1"/>
                  </a:moveTo>
                  <a:lnTo>
                    <a:pt x="0" y="460"/>
                  </a:lnTo>
                  <a:lnTo>
                    <a:pt x="2154" y="1637"/>
                  </a:lnTo>
                  <a:cubicBezTo>
                    <a:pt x="2250" y="1688"/>
                    <a:pt x="2352" y="1712"/>
                    <a:pt x="2452" y="1712"/>
                  </a:cubicBezTo>
                  <a:cubicBezTo>
                    <a:pt x="2710" y="1712"/>
                    <a:pt x="2954" y="1552"/>
                    <a:pt x="3044" y="1283"/>
                  </a:cubicBezTo>
                  <a:lnTo>
                    <a:pt x="3044" y="1283"/>
                  </a:lnTo>
                  <a:cubicBezTo>
                    <a:pt x="2976" y="1307"/>
                    <a:pt x="2905" y="1319"/>
                    <a:pt x="2834" y="1319"/>
                  </a:cubicBezTo>
                  <a:cubicBezTo>
                    <a:pt x="2735" y="1319"/>
                    <a:pt x="2635" y="1295"/>
                    <a:pt x="2546" y="1245"/>
                  </a:cubicBezTo>
                  <a:lnTo>
                    <a:pt x="268"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0769;p74">
              <a:extLst>
                <a:ext uri="{FF2B5EF4-FFF2-40B4-BE49-F238E27FC236}">
                  <a16:creationId xmlns:a16="http://schemas.microsoft.com/office/drawing/2014/main" id="{3D57E716-F3A1-9E5B-5FC9-DEBFDD0CB1F9}"/>
                </a:ext>
              </a:extLst>
            </p:cNvPr>
            <p:cNvSpPr/>
            <p:nvPr/>
          </p:nvSpPr>
          <p:spPr>
            <a:xfrm>
              <a:off x="6806872" y="2160661"/>
              <a:ext cx="136237" cy="90229"/>
            </a:xfrm>
            <a:custGeom>
              <a:avLst/>
              <a:gdLst/>
              <a:ahLst/>
              <a:cxnLst/>
              <a:rect l="l" t="t" r="r" b="b"/>
              <a:pathLst>
                <a:path w="5188" h="3436" extrusionOk="0">
                  <a:moveTo>
                    <a:pt x="594" y="0"/>
                  </a:moveTo>
                  <a:lnTo>
                    <a:pt x="0" y="1091"/>
                  </a:lnTo>
                  <a:lnTo>
                    <a:pt x="4183" y="3359"/>
                  </a:lnTo>
                  <a:cubicBezTo>
                    <a:pt x="4276" y="3411"/>
                    <a:pt x="4379" y="3435"/>
                    <a:pt x="4480" y="3435"/>
                  </a:cubicBezTo>
                  <a:cubicBezTo>
                    <a:pt x="4699" y="3435"/>
                    <a:pt x="4914" y="3320"/>
                    <a:pt x="5025" y="3111"/>
                  </a:cubicBezTo>
                  <a:cubicBezTo>
                    <a:pt x="5187" y="2804"/>
                    <a:pt x="5073" y="2431"/>
                    <a:pt x="4776" y="2268"/>
                  </a:cubicBezTo>
                  <a:lnTo>
                    <a:pt x="59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0770;p74">
              <a:extLst>
                <a:ext uri="{FF2B5EF4-FFF2-40B4-BE49-F238E27FC236}">
                  <a16:creationId xmlns:a16="http://schemas.microsoft.com/office/drawing/2014/main" id="{3FA7DA3E-FF1B-32C3-AD5E-827F0FB4F992}"/>
                </a:ext>
              </a:extLst>
            </p:cNvPr>
            <p:cNvSpPr/>
            <p:nvPr/>
          </p:nvSpPr>
          <p:spPr>
            <a:xfrm>
              <a:off x="6868688" y="2211920"/>
              <a:ext cx="71165" cy="38944"/>
            </a:xfrm>
            <a:custGeom>
              <a:avLst/>
              <a:gdLst/>
              <a:ahLst/>
              <a:cxnLst/>
              <a:rect l="l" t="t" r="r" b="b"/>
              <a:pathLst>
                <a:path w="2710" h="1483" extrusionOk="0">
                  <a:moveTo>
                    <a:pt x="240" y="1"/>
                  </a:moveTo>
                  <a:lnTo>
                    <a:pt x="1" y="422"/>
                  </a:lnTo>
                  <a:lnTo>
                    <a:pt x="1819" y="1407"/>
                  </a:lnTo>
                  <a:cubicBezTo>
                    <a:pt x="1913" y="1458"/>
                    <a:pt x="2014" y="1482"/>
                    <a:pt x="2114" y="1482"/>
                  </a:cubicBezTo>
                  <a:cubicBezTo>
                    <a:pt x="2371" y="1482"/>
                    <a:pt x="2620" y="1325"/>
                    <a:pt x="2709" y="1063"/>
                  </a:cubicBezTo>
                  <a:lnTo>
                    <a:pt x="2709" y="1063"/>
                  </a:lnTo>
                  <a:cubicBezTo>
                    <a:pt x="2623" y="1099"/>
                    <a:pt x="2533" y="1118"/>
                    <a:pt x="2444" y="1118"/>
                  </a:cubicBezTo>
                  <a:cubicBezTo>
                    <a:pt x="2344" y="1118"/>
                    <a:pt x="2245" y="1094"/>
                    <a:pt x="2154" y="1044"/>
                  </a:cubicBezTo>
                  <a:lnTo>
                    <a:pt x="24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0771;p74">
              <a:extLst>
                <a:ext uri="{FF2B5EF4-FFF2-40B4-BE49-F238E27FC236}">
                  <a16:creationId xmlns:a16="http://schemas.microsoft.com/office/drawing/2014/main" id="{C0DE6EB9-D9B8-884C-8DAD-3E7D4EF0DD40}"/>
                </a:ext>
              </a:extLst>
            </p:cNvPr>
            <p:cNvSpPr/>
            <p:nvPr/>
          </p:nvSpPr>
          <p:spPr>
            <a:xfrm>
              <a:off x="6781741" y="2184032"/>
              <a:ext cx="136237" cy="90334"/>
            </a:xfrm>
            <a:custGeom>
              <a:avLst/>
              <a:gdLst/>
              <a:ahLst/>
              <a:cxnLst/>
              <a:rect l="l" t="t" r="r" b="b"/>
              <a:pathLst>
                <a:path w="5188" h="3440" extrusionOk="0">
                  <a:moveTo>
                    <a:pt x="594" y="0"/>
                  </a:moveTo>
                  <a:lnTo>
                    <a:pt x="0" y="1091"/>
                  </a:lnTo>
                  <a:lnTo>
                    <a:pt x="4183" y="3359"/>
                  </a:lnTo>
                  <a:cubicBezTo>
                    <a:pt x="4277" y="3414"/>
                    <a:pt x="4379" y="3440"/>
                    <a:pt x="4481" y="3440"/>
                  </a:cubicBezTo>
                  <a:cubicBezTo>
                    <a:pt x="4700" y="3440"/>
                    <a:pt x="4914" y="3320"/>
                    <a:pt x="5025" y="3111"/>
                  </a:cubicBezTo>
                  <a:cubicBezTo>
                    <a:pt x="5187" y="2814"/>
                    <a:pt x="5073" y="2441"/>
                    <a:pt x="4776" y="2268"/>
                  </a:cubicBezTo>
                  <a:lnTo>
                    <a:pt x="59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0772;p74">
              <a:extLst>
                <a:ext uri="{FF2B5EF4-FFF2-40B4-BE49-F238E27FC236}">
                  <a16:creationId xmlns:a16="http://schemas.microsoft.com/office/drawing/2014/main" id="{36F8423E-72B1-3268-0073-6710B46B4113}"/>
                </a:ext>
              </a:extLst>
            </p:cNvPr>
            <p:cNvSpPr/>
            <p:nvPr/>
          </p:nvSpPr>
          <p:spPr>
            <a:xfrm>
              <a:off x="6852354" y="2240570"/>
              <a:ext cx="61842" cy="33770"/>
            </a:xfrm>
            <a:custGeom>
              <a:avLst/>
              <a:gdLst/>
              <a:ahLst/>
              <a:cxnLst/>
              <a:rect l="l" t="t" r="r" b="b"/>
              <a:pathLst>
                <a:path w="2355" h="1286" extrusionOk="0">
                  <a:moveTo>
                    <a:pt x="240" y="1"/>
                  </a:moveTo>
                  <a:lnTo>
                    <a:pt x="1" y="402"/>
                  </a:lnTo>
                  <a:lnTo>
                    <a:pt x="1484" y="1206"/>
                  </a:lnTo>
                  <a:cubicBezTo>
                    <a:pt x="1580" y="1260"/>
                    <a:pt x="1684" y="1286"/>
                    <a:pt x="1786" y="1286"/>
                  </a:cubicBezTo>
                  <a:cubicBezTo>
                    <a:pt x="2029" y="1286"/>
                    <a:pt x="2261" y="1143"/>
                    <a:pt x="2355" y="900"/>
                  </a:cubicBezTo>
                  <a:lnTo>
                    <a:pt x="2355" y="900"/>
                  </a:lnTo>
                  <a:cubicBezTo>
                    <a:pt x="2280" y="929"/>
                    <a:pt x="2201" y="944"/>
                    <a:pt x="2122" y="944"/>
                  </a:cubicBezTo>
                  <a:cubicBezTo>
                    <a:pt x="2021" y="944"/>
                    <a:pt x="1920" y="920"/>
                    <a:pt x="1829" y="871"/>
                  </a:cubicBezTo>
                  <a:lnTo>
                    <a:pt x="24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0773;p74">
              <a:extLst>
                <a:ext uri="{FF2B5EF4-FFF2-40B4-BE49-F238E27FC236}">
                  <a16:creationId xmlns:a16="http://schemas.microsoft.com/office/drawing/2014/main" id="{C1B97469-BAB7-B521-ADEF-83F6542D50BF}"/>
                </a:ext>
              </a:extLst>
            </p:cNvPr>
            <p:cNvSpPr/>
            <p:nvPr/>
          </p:nvSpPr>
          <p:spPr>
            <a:xfrm>
              <a:off x="6756610" y="2207404"/>
              <a:ext cx="136237" cy="90413"/>
            </a:xfrm>
            <a:custGeom>
              <a:avLst/>
              <a:gdLst/>
              <a:ahLst/>
              <a:cxnLst/>
              <a:rect l="l" t="t" r="r" b="b"/>
              <a:pathLst>
                <a:path w="5188" h="3443" extrusionOk="0">
                  <a:moveTo>
                    <a:pt x="594" y="0"/>
                  </a:moveTo>
                  <a:lnTo>
                    <a:pt x="0" y="1091"/>
                  </a:lnTo>
                  <a:lnTo>
                    <a:pt x="4173" y="3369"/>
                  </a:lnTo>
                  <a:cubicBezTo>
                    <a:pt x="4267" y="3419"/>
                    <a:pt x="4369" y="3443"/>
                    <a:pt x="4469" y="3443"/>
                  </a:cubicBezTo>
                  <a:cubicBezTo>
                    <a:pt x="4694" y="3443"/>
                    <a:pt x="4912" y="3323"/>
                    <a:pt x="5025" y="3111"/>
                  </a:cubicBezTo>
                  <a:cubicBezTo>
                    <a:pt x="5187" y="2814"/>
                    <a:pt x="5073" y="2441"/>
                    <a:pt x="4776" y="2278"/>
                  </a:cubicBezTo>
                  <a:lnTo>
                    <a:pt x="59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0774;p74">
              <a:extLst>
                <a:ext uri="{FF2B5EF4-FFF2-40B4-BE49-F238E27FC236}">
                  <a16:creationId xmlns:a16="http://schemas.microsoft.com/office/drawing/2014/main" id="{35214431-2096-3555-D582-FC9F02053637}"/>
                </a:ext>
              </a:extLst>
            </p:cNvPr>
            <p:cNvSpPr/>
            <p:nvPr/>
          </p:nvSpPr>
          <p:spPr>
            <a:xfrm>
              <a:off x="6836021" y="2267723"/>
              <a:ext cx="53308" cy="29989"/>
            </a:xfrm>
            <a:custGeom>
              <a:avLst/>
              <a:gdLst/>
              <a:ahLst/>
              <a:cxnLst/>
              <a:rect l="l" t="t" r="r" b="b"/>
              <a:pathLst>
                <a:path w="2030" h="1142" extrusionOk="0">
                  <a:moveTo>
                    <a:pt x="259" y="0"/>
                  </a:moveTo>
                  <a:lnTo>
                    <a:pt x="1" y="440"/>
                  </a:lnTo>
                  <a:lnTo>
                    <a:pt x="1149" y="1072"/>
                  </a:lnTo>
                  <a:cubicBezTo>
                    <a:pt x="1243" y="1119"/>
                    <a:pt x="1344" y="1142"/>
                    <a:pt x="1444" y="1142"/>
                  </a:cubicBezTo>
                  <a:cubicBezTo>
                    <a:pt x="1666" y="1142"/>
                    <a:pt x="1879" y="1028"/>
                    <a:pt x="1991" y="823"/>
                  </a:cubicBezTo>
                  <a:cubicBezTo>
                    <a:pt x="2001" y="794"/>
                    <a:pt x="2020" y="766"/>
                    <a:pt x="2029" y="737"/>
                  </a:cubicBezTo>
                  <a:lnTo>
                    <a:pt x="2029" y="737"/>
                  </a:lnTo>
                  <a:cubicBezTo>
                    <a:pt x="1965" y="760"/>
                    <a:pt x="1898" y="770"/>
                    <a:pt x="1831" y="770"/>
                  </a:cubicBezTo>
                  <a:cubicBezTo>
                    <a:pt x="1728" y="770"/>
                    <a:pt x="1625" y="745"/>
                    <a:pt x="1532" y="699"/>
                  </a:cubicBezTo>
                  <a:lnTo>
                    <a:pt x="25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0775;p74">
              <a:extLst>
                <a:ext uri="{FF2B5EF4-FFF2-40B4-BE49-F238E27FC236}">
                  <a16:creationId xmlns:a16="http://schemas.microsoft.com/office/drawing/2014/main" id="{86F93E22-DAA7-1FB3-87DE-8AB03D457037}"/>
                </a:ext>
              </a:extLst>
            </p:cNvPr>
            <p:cNvSpPr/>
            <p:nvPr/>
          </p:nvSpPr>
          <p:spPr>
            <a:xfrm>
              <a:off x="6674180" y="2094564"/>
              <a:ext cx="173421" cy="157087"/>
            </a:xfrm>
            <a:custGeom>
              <a:avLst/>
              <a:gdLst/>
              <a:ahLst/>
              <a:cxnLst/>
              <a:rect l="l" t="t" r="r" b="b"/>
              <a:pathLst>
                <a:path w="6604" h="5982" extrusionOk="0">
                  <a:moveTo>
                    <a:pt x="2067" y="0"/>
                  </a:moveTo>
                  <a:lnTo>
                    <a:pt x="0" y="3723"/>
                  </a:lnTo>
                  <a:lnTo>
                    <a:pt x="4230" y="5982"/>
                  </a:lnTo>
                  <a:lnTo>
                    <a:pt x="6604" y="1618"/>
                  </a:lnTo>
                  <a:lnTo>
                    <a:pt x="4508" y="737"/>
                  </a:lnTo>
                  <a:cubicBezTo>
                    <a:pt x="4479" y="718"/>
                    <a:pt x="4441" y="718"/>
                    <a:pt x="4403" y="718"/>
                  </a:cubicBezTo>
                  <a:lnTo>
                    <a:pt x="3570" y="814"/>
                  </a:lnTo>
                  <a:cubicBezTo>
                    <a:pt x="3557" y="816"/>
                    <a:pt x="3544" y="817"/>
                    <a:pt x="3532" y="817"/>
                  </a:cubicBezTo>
                  <a:cubicBezTo>
                    <a:pt x="3497" y="817"/>
                    <a:pt x="3464" y="809"/>
                    <a:pt x="3436" y="795"/>
                  </a:cubicBezTo>
                  <a:lnTo>
                    <a:pt x="2067"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0776;p74">
              <a:extLst>
                <a:ext uri="{FF2B5EF4-FFF2-40B4-BE49-F238E27FC236}">
                  <a16:creationId xmlns:a16="http://schemas.microsoft.com/office/drawing/2014/main" id="{56863AF3-DFB5-BFC1-A446-272D8891C49E}"/>
                </a:ext>
              </a:extLst>
            </p:cNvPr>
            <p:cNvSpPr/>
            <p:nvPr/>
          </p:nvSpPr>
          <p:spPr>
            <a:xfrm>
              <a:off x="6657846" y="2031488"/>
              <a:ext cx="107587" cy="185606"/>
            </a:xfrm>
            <a:custGeom>
              <a:avLst/>
              <a:gdLst/>
              <a:ahLst/>
              <a:cxnLst/>
              <a:rect l="l" t="t" r="r" b="b"/>
              <a:pathLst>
                <a:path w="4097" h="7068" extrusionOk="0">
                  <a:moveTo>
                    <a:pt x="0" y="0"/>
                  </a:moveTo>
                  <a:lnTo>
                    <a:pt x="0" y="6336"/>
                  </a:lnTo>
                  <a:lnTo>
                    <a:pt x="1196" y="7034"/>
                  </a:lnTo>
                  <a:cubicBezTo>
                    <a:pt x="1235" y="7057"/>
                    <a:pt x="1278" y="7068"/>
                    <a:pt x="1319" y="7068"/>
                  </a:cubicBezTo>
                  <a:cubicBezTo>
                    <a:pt x="1400" y="7068"/>
                    <a:pt x="1478" y="7027"/>
                    <a:pt x="1522" y="6958"/>
                  </a:cubicBezTo>
                  <a:lnTo>
                    <a:pt x="4029" y="2603"/>
                  </a:lnTo>
                  <a:cubicBezTo>
                    <a:pt x="4096" y="2488"/>
                    <a:pt x="4048" y="2345"/>
                    <a:pt x="3943" y="2287"/>
                  </a:cubicBezTo>
                  <a:lnTo>
                    <a:pt x="0" y="0"/>
                  </a:lnTo>
                  <a:close/>
                </a:path>
              </a:pathLst>
            </a:cu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0777;p74">
              <a:extLst>
                <a:ext uri="{FF2B5EF4-FFF2-40B4-BE49-F238E27FC236}">
                  <a16:creationId xmlns:a16="http://schemas.microsoft.com/office/drawing/2014/main" id="{794B649A-44C9-33FB-8354-ADFB1DA82109}"/>
                </a:ext>
              </a:extLst>
            </p:cNvPr>
            <p:cNvSpPr/>
            <p:nvPr/>
          </p:nvSpPr>
          <p:spPr>
            <a:xfrm>
              <a:off x="6657846" y="2031488"/>
              <a:ext cx="82693" cy="173684"/>
            </a:xfrm>
            <a:custGeom>
              <a:avLst/>
              <a:gdLst/>
              <a:ahLst/>
              <a:cxnLst/>
              <a:rect l="l" t="t" r="r" b="b"/>
              <a:pathLst>
                <a:path w="3149" h="6614" extrusionOk="0">
                  <a:moveTo>
                    <a:pt x="0" y="0"/>
                  </a:moveTo>
                  <a:lnTo>
                    <a:pt x="0" y="6336"/>
                  </a:lnTo>
                  <a:lnTo>
                    <a:pt x="469" y="6613"/>
                  </a:lnTo>
                  <a:lnTo>
                    <a:pt x="3149" y="1828"/>
                  </a:lnTo>
                  <a:lnTo>
                    <a:pt x="0" y="0"/>
                  </a:lnTo>
                  <a:close/>
                </a:path>
              </a:pathLst>
            </a:custGeom>
            <a:solidFill>
              <a:srgbClr val="526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0778;p74">
              <a:extLst>
                <a:ext uri="{FF2B5EF4-FFF2-40B4-BE49-F238E27FC236}">
                  <a16:creationId xmlns:a16="http://schemas.microsoft.com/office/drawing/2014/main" id="{9E6CFAE1-0637-B9EC-E373-F6704926B40C}"/>
                </a:ext>
              </a:extLst>
            </p:cNvPr>
            <p:cNvSpPr/>
            <p:nvPr/>
          </p:nvSpPr>
          <p:spPr>
            <a:xfrm>
              <a:off x="6657846" y="2162158"/>
              <a:ext cx="51785" cy="54752"/>
            </a:xfrm>
            <a:custGeom>
              <a:avLst/>
              <a:gdLst/>
              <a:ahLst/>
              <a:cxnLst/>
              <a:rect l="l" t="t" r="r" b="b"/>
              <a:pathLst>
                <a:path w="1972" h="2085" extrusionOk="0">
                  <a:moveTo>
                    <a:pt x="0" y="1"/>
                  </a:moveTo>
                  <a:lnTo>
                    <a:pt x="0" y="1360"/>
                  </a:lnTo>
                  <a:lnTo>
                    <a:pt x="1196" y="2058"/>
                  </a:lnTo>
                  <a:cubicBezTo>
                    <a:pt x="1233" y="2076"/>
                    <a:pt x="1272" y="2085"/>
                    <a:pt x="1310" y="2085"/>
                  </a:cubicBezTo>
                  <a:cubicBezTo>
                    <a:pt x="1394" y="2085"/>
                    <a:pt x="1476" y="2044"/>
                    <a:pt x="1522" y="1972"/>
                  </a:cubicBezTo>
                  <a:lnTo>
                    <a:pt x="1972" y="1197"/>
                  </a:lnTo>
                  <a:lnTo>
                    <a:pt x="0" y="1"/>
                  </a:lnTo>
                  <a:close/>
                </a:path>
              </a:pathLst>
            </a:custGeom>
            <a:solidFill>
              <a:srgbClr val="E8ED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0779;p74">
              <a:extLst>
                <a:ext uri="{FF2B5EF4-FFF2-40B4-BE49-F238E27FC236}">
                  <a16:creationId xmlns:a16="http://schemas.microsoft.com/office/drawing/2014/main" id="{C5041E85-C08D-9492-B089-02E900599E66}"/>
                </a:ext>
              </a:extLst>
            </p:cNvPr>
            <p:cNvSpPr/>
            <p:nvPr/>
          </p:nvSpPr>
          <p:spPr>
            <a:xfrm>
              <a:off x="6657846" y="2162158"/>
              <a:ext cx="27153" cy="43014"/>
            </a:xfrm>
            <a:custGeom>
              <a:avLst/>
              <a:gdLst/>
              <a:ahLst/>
              <a:cxnLst/>
              <a:rect l="l" t="t" r="r" b="b"/>
              <a:pathLst>
                <a:path w="1034" h="1638" extrusionOk="0">
                  <a:moveTo>
                    <a:pt x="0" y="1"/>
                  </a:moveTo>
                  <a:lnTo>
                    <a:pt x="0" y="1360"/>
                  </a:lnTo>
                  <a:lnTo>
                    <a:pt x="469" y="1637"/>
                  </a:lnTo>
                  <a:lnTo>
                    <a:pt x="1034" y="632"/>
                  </a:lnTo>
                  <a:lnTo>
                    <a:pt x="0"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0780;p74">
              <a:extLst>
                <a:ext uri="{FF2B5EF4-FFF2-40B4-BE49-F238E27FC236}">
                  <a16:creationId xmlns:a16="http://schemas.microsoft.com/office/drawing/2014/main" id="{7BB37080-ABB0-BCB6-7A3F-D355DCCCBDAB}"/>
                </a:ext>
              </a:extLst>
            </p:cNvPr>
            <p:cNvSpPr/>
            <p:nvPr/>
          </p:nvSpPr>
          <p:spPr>
            <a:xfrm>
              <a:off x="6710104" y="2184557"/>
              <a:ext cx="73160" cy="58665"/>
            </a:xfrm>
            <a:custGeom>
              <a:avLst/>
              <a:gdLst/>
              <a:ahLst/>
              <a:cxnLst/>
              <a:rect l="l" t="t" r="r" b="b"/>
              <a:pathLst>
                <a:path w="2786" h="2234" extrusionOk="0">
                  <a:moveTo>
                    <a:pt x="2085" y="0"/>
                  </a:moveTo>
                  <a:cubicBezTo>
                    <a:pt x="1955" y="0"/>
                    <a:pt x="1825" y="41"/>
                    <a:pt x="1714" y="124"/>
                  </a:cubicBezTo>
                  <a:lnTo>
                    <a:pt x="345" y="1110"/>
                  </a:lnTo>
                  <a:cubicBezTo>
                    <a:pt x="58" y="1310"/>
                    <a:pt x="1" y="1703"/>
                    <a:pt x="202" y="1980"/>
                  </a:cubicBezTo>
                  <a:cubicBezTo>
                    <a:pt x="322" y="2147"/>
                    <a:pt x="511" y="2234"/>
                    <a:pt x="703" y="2234"/>
                  </a:cubicBezTo>
                  <a:cubicBezTo>
                    <a:pt x="832" y="2234"/>
                    <a:pt x="961" y="2195"/>
                    <a:pt x="1073" y="2114"/>
                  </a:cubicBezTo>
                  <a:lnTo>
                    <a:pt x="2441" y="1129"/>
                  </a:lnTo>
                  <a:cubicBezTo>
                    <a:pt x="2728" y="918"/>
                    <a:pt x="2786" y="516"/>
                    <a:pt x="2566" y="239"/>
                  </a:cubicBezTo>
                  <a:lnTo>
                    <a:pt x="2575" y="239"/>
                  </a:lnTo>
                  <a:cubicBezTo>
                    <a:pt x="2452" y="82"/>
                    <a:pt x="2269" y="0"/>
                    <a:pt x="20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0781;p74">
              <a:extLst>
                <a:ext uri="{FF2B5EF4-FFF2-40B4-BE49-F238E27FC236}">
                  <a16:creationId xmlns:a16="http://schemas.microsoft.com/office/drawing/2014/main" id="{770FD24B-10E8-FA0D-0676-06D8DBB6C261}"/>
                </a:ext>
              </a:extLst>
            </p:cNvPr>
            <p:cNvSpPr/>
            <p:nvPr/>
          </p:nvSpPr>
          <p:spPr>
            <a:xfrm>
              <a:off x="6713386" y="2185529"/>
              <a:ext cx="69878" cy="57536"/>
            </a:xfrm>
            <a:custGeom>
              <a:avLst/>
              <a:gdLst/>
              <a:ahLst/>
              <a:cxnLst/>
              <a:rect l="l" t="t" r="r" b="b"/>
              <a:pathLst>
                <a:path w="2661" h="2191" extrusionOk="0">
                  <a:moveTo>
                    <a:pt x="2182" y="1"/>
                  </a:moveTo>
                  <a:lnTo>
                    <a:pt x="2182" y="1"/>
                  </a:lnTo>
                  <a:cubicBezTo>
                    <a:pt x="2288" y="269"/>
                    <a:pt x="2201" y="565"/>
                    <a:pt x="1972" y="738"/>
                  </a:cubicBezTo>
                  <a:lnTo>
                    <a:pt x="594" y="1733"/>
                  </a:lnTo>
                  <a:cubicBezTo>
                    <a:pt x="488" y="1809"/>
                    <a:pt x="365" y="1849"/>
                    <a:pt x="239" y="1849"/>
                  </a:cubicBezTo>
                  <a:cubicBezTo>
                    <a:pt x="159" y="1849"/>
                    <a:pt x="78" y="1833"/>
                    <a:pt x="0" y="1800"/>
                  </a:cubicBezTo>
                  <a:lnTo>
                    <a:pt x="0" y="1800"/>
                  </a:lnTo>
                  <a:cubicBezTo>
                    <a:pt x="102" y="2048"/>
                    <a:pt x="339" y="2190"/>
                    <a:pt x="583" y="2190"/>
                  </a:cubicBezTo>
                  <a:cubicBezTo>
                    <a:pt x="705" y="2190"/>
                    <a:pt x="829" y="2154"/>
                    <a:pt x="938" y="2077"/>
                  </a:cubicBezTo>
                  <a:lnTo>
                    <a:pt x="2316" y="1082"/>
                  </a:lnTo>
                  <a:cubicBezTo>
                    <a:pt x="2594" y="881"/>
                    <a:pt x="2661" y="479"/>
                    <a:pt x="2450" y="202"/>
                  </a:cubicBezTo>
                  <a:cubicBezTo>
                    <a:pt x="2374" y="115"/>
                    <a:pt x="2288" y="49"/>
                    <a:pt x="2182"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0782;p74">
              <a:extLst>
                <a:ext uri="{FF2B5EF4-FFF2-40B4-BE49-F238E27FC236}">
                  <a16:creationId xmlns:a16="http://schemas.microsoft.com/office/drawing/2014/main" id="{86C24D63-0B12-E2DE-EF88-7A5731976B72}"/>
                </a:ext>
              </a:extLst>
            </p:cNvPr>
            <p:cNvSpPr/>
            <p:nvPr/>
          </p:nvSpPr>
          <p:spPr>
            <a:xfrm>
              <a:off x="6738018" y="2210266"/>
              <a:ext cx="65099" cy="52888"/>
            </a:xfrm>
            <a:custGeom>
              <a:avLst/>
              <a:gdLst/>
              <a:ahLst/>
              <a:cxnLst/>
              <a:rect l="l" t="t" r="r" b="b"/>
              <a:pathLst>
                <a:path w="2479" h="2014" extrusionOk="0">
                  <a:moveTo>
                    <a:pt x="1768" y="1"/>
                  </a:moveTo>
                  <a:cubicBezTo>
                    <a:pt x="1642" y="1"/>
                    <a:pt x="1515" y="40"/>
                    <a:pt x="1407" y="121"/>
                  </a:cubicBezTo>
                  <a:lnTo>
                    <a:pt x="354" y="887"/>
                  </a:lnTo>
                  <a:cubicBezTo>
                    <a:pt x="67" y="1088"/>
                    <a:pt x="0" y="1489"/>
                    <a:pt x="211" y="1767"/>
                  </a:cubicBezTo>
                  <a:cubicBezTo>
                    <a:pt x="332" y="1929"/>
                    <a:pt x="519" y="2014"/>
                    <a:pt x="710" y="2014"/>
                  </a:cubicBezTo>
                  <a:cubicBezTo>
                    <a:pt x="835" y="2014"/>
                    <a:pt x="962" y="1977"/>
                    <a:pt x="1072" y="1901"/>
                  </a:cubicBezTo>
                  <a:lnTo>
                    <a:pt x="2134" y="1126"/>
                  </a:lnTo>
                  <a:cubicBezTo>
                    <a:pt x="2421" y="925"/>
                    <a:pt x="2479" y="523"/>
                    <a:pt x="2259" y="245"/>
                  </a:cubicBezTo>
                  <a:cubicBezTo>
                    <a:pt x="2139" y="86"/>
                    <a:pt x="1955" y="1"/>
                    <a:pt x="176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0783;p74">
              <a:extLst>
                <a:ext uri="{FF2B5EF4-FFF2-40B4-BE49-F238E27FC236}">
                  <a16:creationId xmlns:a16="http://schemas.microsoft.com/office/drawing/2014/main" id="{2C616720-870F-CA73-4AE3-DF99FC6EFE24}"/>
                </a:ext>
              </a:extLst>
            </p:cNvPr>
            <p:cNvSpPr/>
            <p:nvPr/>
          </p:nvSpPr>
          <p:spPr>
            <a:xfrm>
              <a:off x="6741274" y="2211421"/>
              <a:ext cx="61842" cy="51732"/>
            </a:xfrm>
            <a:custGeom>
              <a:avLst/>
              <a:gdLst/>
              <a:ahLst/>
              <a:cxnLst/>
              <a:rect l="l" t="t" r="r" b="b"/>
              <a:pathLst>
                <a:path w="2355" h="1970" extrusionOk="0">
                  <a:moveTo>
                    <a:pt x="1876" y="0"/>
                  </a:moveTo>
                  <a:lnTo>
                    <a:pt x="1876" y="0"/>
                  </a:lnTo>
                  <a:cubicBezTo>
                    <a:pt x="1982" y="268"/>
                    <a:pt x="1895" y="575"/>
                    <a:pt x="1666" y="737"/>
                  </a:cubicBezTo>
                  <a:lnTo>
                    <a:pt x="603" y="1512"/>
                  </a:lnTo>
                  <a:cubicBezTo>
                    <a:pt x="495" y="1591"/>
                    <a:pt x="364" y="1631"/>
                    <a:pt x="231" y="1631"/>
                  </a:cubicBezTo>
                  <a:cubicBezTo>
                    <a:pt x="153" y="1631"/>
                    <a:pt x="75" y="1617"/>
                    <a:pt x="1" y="1589"/>
                  </a:cubicBezTo>
                  <a:lnTo>
                    <a:pt x="1" y="1589"/>
                  </a:lnTo>
                  <a:cubicBezTo>
                    <a:pt x="20" y="1637"/>
                    <a:pt x="48" y="1685"/>
                    <a:pt x="77" y="1723"/>
                  </a:cubicBezTo>
                  <a:cubicBezTo>
                    <a:pt x="204" y="1885"/>
                    <a:pt x="394" y="1970"/>
                    <a:pt x="583" y="1970"/>
                  </a:cubicBezTo>
                  <a:cubicBezTo>
                    <a:pt x="708" y="1970"/>
                    <a:pt x="832" y="1933"/>
                    <a:pt x="938" y="1857"/>
                  </a:cubicBezTo>
                  <a:lnTo>
                    <a:pt x="2010" y="1082"/>
                  </a:lnTo>
                  <a:cubicBezTo>
                    <a:pt x="2288" y="881"/>
                    <a:pt x="2355" y="479"/>
                    <a:pt x="2135" y="201"/>
                  </a:cubicBezTo>
                  <a:cubicBezTo>
                    <a:pt x="2068" y="115"/>
                    <a:pt x="1982" y="48"/>
                    <a:pt x="1876"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0784;p74">
              <a:extLst>
                <a:ext uri="{FF2B5EF4-FFF2-40B4-BE49-F238E27FC236}">
                  <a16:creationId xmlns:a16="http://schemas.microsoft.com/office/drawing/2014/main" id="{C4C7DD15-BA04-E3CE-A8D8-5B5C1C7A7821}"/>
                </a:ext>
              </a:extLst>
            </p:cNvPr>
            <p:cNvSpPr/>
            <p:nvPr/>
          </p:nvSpPr>
          <p:spPr>
            <a:xfrm>
              <a:off x="6765906" y="2236263"/>
              <a:ext cx="57063" cy="47084"/>
            </a:xfrm>
            <a:custGeom>
              <a:avLst/>
              <a:gdLst/>
              <a:ahLst/>
              <a:cxnLst/>
              <a:rect l="l" t="t" r="r" b="b"/>
              <a:pathLst>
                <a:path w="2173" h="1793" extrusionOk="0">
                  <a:moveTo>
                    <a:pt x="1466" y="1"/>
                  </a:moveTo>
                  <a:cubicBezTo>
                    <a:pt x="1338" y="1"/>
                    <a:pt x="1210" y="39"/>
                    <a:pt x="1101" y="117"/>
                  </a:cubicBezTo>
                  <a:lnTo>
                    <a:pt x="345" y="662"/>
                  </a:lnTo>
                  <a:cubicBezTo>
                    <a:pt x="67" y="863"/>
                    <a:pt x="0" y="1256"/>
                    <a:pt x="201" y="1533"/>
                  </a:cubicBezTo>
                  <a:cubicBezTo>
                    <a:pt x="324" y="1702"/>
                    <a:pt x="517" y="1793"/>
                    <a:pt x="712" y="1793"/>
                  </a:cubicBezTo>
                  <a:cubicBezTo>
                    <a:pt x="837" y="1793"/>
                    <a:pt x="964" y="1755"/>
                    <a:pt x="1072" y="1677"/>
                  </a:cubicBezTo>
                  <a:lnTo>
                    <a:pt x="1828" y="1122"/>
                  </a:lnTo>
                  <a:cubicBezTo>
                    <a:pt x="2115" y="921"/>
                    <a:pt x="2173" y="519"/>
                    <a:pt x="1962" y="241"/>
                  </a:cubicBezTo>
                  <a:cubicBezTo>
                    <a:pt x="1837" y="82"/>
                    <a:pt x="1652" y="1"/>
                    <a:pt x="14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0785;p74">
              <a:extLst>
                <a:ext uri="{FF2B5EF4-FFF2-40B4-BE49-F238E27FC236}">
                  <a16:creationId xmlns:a16="http://schemas.microsoft.com/office/drawing/2014/main" id="{471A868B-8435-62FE-CF0A-43D139680E03}"/>
                </a:ext>
              </a:extLst>
            </p:cNvPr>
            <p:cNvSpPr/>
            <p:nvPr/>
          </p:nvSpPr>
          <p:spPr>
            <a:xfrm>
              <a:off x="6769163" y="2237051"/>
              <a:ext cx="53807" cy="46296"/>
            </a:xfrm>
            <a:custGeom>
              <a:avLst/>
              <a:gdLst/>
              <a:ahLst/>
              <a:cxnLst/>
              <a:rect l="l" t="t" r="r" b="b"/>
              <a:pathLst>
                <a:path w="2049" h="1763" extrusionOk="0">
                  <a:moveTo>
                    <a:pt x="1551" y="1"/>
                  </a:moveTo>
                  <a:lnTo>
                    <a:pt x="1551" y="1"/>
                  </a:lnTo>
                  <a:cubicBezTo>
                    <a:pt x="1637" y="259"/>
                    <a:pt x="1551" y="556"/>
                    <a:pt x="1331" y="718"/>
                  </a:cubicBezTo>
                  <a:lnTo>
                    <a:pt x="565" y="1264"/>
                  </a:lnTo>
                  <a:cubicBezTo>
                    <a:pt x="457" y="1340"/>
                    <a:pt x="327" y="1383"/>
                    <a:pt x="196" y="1383"/>
                  </a:cubicBezTo>
                  <a:cubicBezTo>
                    <a:pt x="131" y="1383"/>
                    <a:pt x="65" y="1372"/>
                    <a:pt x="1" y="1350"/>
                  </a:cubicBezTo>
                  <a:lnTo>
                    <a:pt x="1" y="1350"/>
                  </a:lnTo>
                  <a:cubicBezTo>
                    <a:pt x="20" y="1398"/>
                    <a:pt x="39" y="1455"/>
                    <a:pt x="77" y="1503"/>
                  </a:cubicBezTo>
                  <a:cubicBezTo>
                    <a:pt x="200" y="1672"/>
                    <a:pt x="393" y="1763"/>
                    <a:pt x="588" y="1763"/>
                  </a:cubicBezTo>
                  <a:cubicBezTo>
                    <a:pt x="713" y="1763"/>
                    <a:pt x="840" y="1725"/>
                    <a:pt x="948" y="1647"/>
                  </a:cubicBezTo>
                  <a:lnTo>
                    <a:pt x="1704" y="1092"/>
                  </a:lnTo>
                  <a:cubicBezTo>
                    <a:pt x="1991" y="891"/>
                    <a:pt x="2049" y="489"/>
                    <a:pt x="1838" y="211"/>
                  </a:cubicBezTo>
                  <a:cubicBezTo>
                    <a:pt x="1762" y="115"/>
                    <a:pt x="1657" y="48"/>
                    <a:pt x="1551"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0786;p74">
              <a:extLst>
                <a:ext uri="{FF2B5EF4-FFF2-40B4-BE49-F238E27FC236}">
                  <a16:creationId xmlns:a16="http://schemas.microsoft.com/office/drawing/2014/main" id="{3519C347-27DA-AF0C-6584-2090EC4513CB}"/>
                </a:ext>
              </a:extLst>
            </p:cNvPr>
            <p:cNvSpPr/>
            <p:nvPr/>
          </p:nvSpPr>
          <p:spPr>
            <a:xfrm>
              <a:off x="6793794" y="2262156"/>
              <a:ext cx="49027" cy="41149"/>
            </a:xfrm>
            <a:custGeom>
              <a:avLst/>
              <a:gdLst/>
              <a:ahLst/>
              <a:cxnLst/>
              <a:rect l="l" t="t" r="r" b="b"/>
              <a:pathLst>
                <a:path w="1867" h="1567" extrusionOk="0">
                  <a:moveTo>
                    <a:pt x="1159" y="0"/>
                  </a:moveTo>
                  <a:cubicBezTo>
                    <a:pt x="1032" y="0"/>
                    <a:pt x="904" y="39"/>
                    <a:pt x="795" y="116"/>
                  </a:cubicBezTo>
                  <a:lnTo>
                    <a:pt x="345" y="442"/>
                  </a:lnTo>
                  <a:cubicBezTo>
                    <a:pt x="58" y="643"/>
                    <a:pt x="1" y="1035"/>
                    <a:pt x="202" y="1313"/>
                  </a:cubicBezTo>
                  <a:cubicBezTo>
                    <a:pt x="322" y="1479"/>
                    <a:pt x="511" y="1566"/>
                    <a:pt x="703" y="1566"/>
                  </a:cubicBezTo>
                  <a:cubicBezTo>
                    <a:pt x="832" y="1566"/>
                    <a:pt x="961" y="1527"/>
                    <a:pt x="1073" y="1447"/>
                  </a:cubicBezTo>
                  <a:lnTo>
                    <a:pt x="1522" y="1121"/>
                  </a:lnTo>
                  <a:cubicBezTo>
                    <a:pt x="1810" y="920"/>
                    <a:pt x="1867" y="518"/>
                    <a:pt x="1647" y="241"/>
                  </a:cubicBezTo>
                  <a:cubicBezTo>
                    <a:pt x="1528" y="82"/>
                    <a:pt x="1344" y="0"/>
                    <a:pt x="115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0787;p74">
              <a:extLst>
                <a:ext uri="{FF2B5EF4-FFF2-40B4-BE49-F238E27FC236}">
                  <a16:creationId xmlns:a16="http://schemas.microsoft.com/office/drawing/2014/main" id="{832D29A4-9C2D-6651-42CE-0A6146D7F9B2}"/>
                </a:ext>
              </a:extLst>
            </p:cNvPr>
            <p:cNvSpPr/>
            <p:nvPr/>
          </p:nvSpPr>
          <p:spPr>
            <a:xfrm>
              <a:off x="6797313" y="2263180"/>
              <a:ext cx="45509" cy="40125"/>
            </a:xfrm>
            <a:custGeom>
              <a:avLst/>
              <a:gdLst/>
              <a:ahLst/>
              <a:cxnLst/>
              <a:rect l="l" t="t" r="r" b="b"/>
              <a:pathLst>
                <a:path w="1733" h="1528" extrusionOk="0">
                  <a:moveTo>
                    <a:pt x="1254" y="1"/>
                  </a:moveTo>
                  <a:lnTo>
                    <a:pt x="1254" y="1"/>
                  </a:lnTo>
                  <a:cubicBezTo>
                    <a:pt x="1360" y="269"/>
                    <a:pt x="1264" y="566"/>
                    <a:pt x="1044" y="728"/>
                  </a:cubicBezTo>
                  <a:lnTo>
                    <a:pt x="585" y="1054"/>
                  </a:lnTo>
                  <a:cubicBezTo>
                    <a:pt x="476" y="1132"/>
                    <a:pt x="348" y="1172"/>
                    <a:pt x="221" y="1172"/>
                  </a:cubicBezTo>
                  <a:cubicBezTo>
                    <a:pt x="146" y="1172"/>
                    <a:pt x="72" y="1158"/>
                    <a:pt x="1" y="1130"/>
                  </a:cubicBezTo>
                  <a:lnTo>
                    <a:pt x="1" y="1130"/>
                  </a:lnTo>
                  <a:cubicBezTo>
                    <a:pt x="95" y="1383"/>
                    <a:pt x="332" y="1527"/>
                    <a:pt x="576" y="1527"/>
                  </a:cubicBezTo>
                  <a:cubicBezTo>
                    <a:pt x="701" y="1527"/>
                    <a:pt x="828" y="1489"/>
                    <a:pt x="939" y="1408"/>
                  </a:cubicBezTo>
                  <a:lnTo>
                    <a:pt x="1398" y="1082"/>
                  </a:lnTo>
                  <a:cubicBezTo>
                    <a:pt x="1676" y="881"/>
                    <a:pt x="1733" y="479"/>
                    <a:pt x="1522" y="202"/>
                  </a:cubicBezTo>
                  <a:cubicBezTo>
                    <a:pt x="1455" y="116"/>
                    <a:pt x="1360" y="39"/>
                    <a:pt x="1254"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0788;p74">
              <a:extLst>
                <a:ext uri="{FF2B5EF4-FFF2-40B4-BE49-F238E27FC236}">
                  <a16:creationId xmlns:a16="http://schemas.microsoft.com/office/drawing/2014/main" id="{225B5363-BC57-F32C-205F-BA357D3BACBC}"/>
                </a:ext>
              </a:extLst>
            </p:cNvPr>
            <p:cNvSpPr/>
            <p:nvPr/>
          </p:nvSpPr>
          <p:spPr>
            <a:xfrm>
              <a:off x="6799335" y="2099843"/>
              <a:ext cx="70639" cy="108848"/>
            </a:xfrm>
            <a:custGeom>
              <a:avLst/>
              <a:gdLst/>
              <a:ahLst/>
              <a:cxnLst/>
              <a:rect l="l" t="t" r="r" b="b"/>
              <a:pathLst>
                <a:path w="2690" h="4145" extrusionOk="0">
                  <a:moveTo>
                    <a:pt x="574" y="0"/>
                  </a:moveTo>
                  <a:cubicBezTo>
                    <a:pt x="479" y="0"/>
                    <a:pt x="393" y="67"/>
                    <a:pt x="374" y="163"/>
                  </a:cubicBezTo>
                  <a:lnTo>
                    <a:pt x="0" y="1665"/>
                  </a:lnTo>
                  <a:lnTo>
                    <a:pt x="0" y="3321"/>
                  </a:lnTo>
                  <a:cubicBezTo>
                    <a:pt x="0" y="3771"/>
                    <a:pt x="364" y="4144"/>
                    <a:pt x="823" y="4144"/>
                  </a:cubicBezTo>
                  <a:cubicBezTo>
                    <a:pt x="1283" y="4144"/>
                    <a:pt x="1656" y="3771"/>
                    <a:pt x="1656" y="3321"/>
                  </a:cubicBezTo>
                  <a:lnTo>
                    <a:pt x="1656" y="2077"/>
                  </a:lnTo>
                  <a:lnTo>
                    <a:pt x="2690" y="10"/>
                  </a:lnTo>
                  <a:lnTo>
                    <a:pt x="57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0789;p74">
              <a:extLst>
                <a:ext uri="{FF2B5EF4-FFF2-40B4-BE49-F238E27FC236}">
                  <a16:creationId xmlns:a16="http://schemas.microsoft.com/office/drawing/2014/main" id="{DA9B9EE7-B5F7-4EA4-BCCA-97EB94EF161E}"/>
                </a:ext>
              </a:extLst>
            </p:cNvPr>
            <p:cNvSpPr/>
            <p:nvPr/>
          </p:nvSpPr>
          <p:spPr>
            <a:xfrm>
              <a:off x="6799335" y="2100053"/>
              <a:ext cx="29936" cy="108638"/>
            </a:xfrm>
            <a:custGeom>
              <a:avLst/>
              <a:gdLst/>
              <a:ahLst/>
              <a:cxnLst/>
              <a:rect l="l" t="t" r="r" b="b"/>
              <a:pathLst>
                <a:path w="1140" h="4137" extrusionOk="0">
                  <a:moveTo>
                    <a:pt x="556" y="1"/>
                  </a:moveTo>
                  <a:cubicBezTo>
                    <a:pt x="468" y="1"/>
                    <a:pt x="391" y="65"/>
                    <a:pt x="374" y="155"/>
                  </a:cubicBezTo>
                  <a:lnTo>
                    <a:pt x="0" y="1657"/>
                  </a:lnTo>
                  <a:lnTo>
                    <a:pt x="0" y="3313"/>
                  </a:lnTo>
                  <a:cubicBezTo>
                    <a:pt x="0" y="3763"/>
                    <a:pt x="364" y="4136"/>
                    <a:pt x="823" y="4136"/>
                  </a:cubicBezTo>
                  <a:cubicBezTo>
                    <a:pt x="929" y="4136"/>
                    <a:pt x="1034" y="4117"/>
                    <a:pt x="1139" y="4079"/>
                  </a:cubicBezTo>
                  <a:cubicBezTo>
                    <a:pt x="823" y="3945"/>
                    <a:pt x="622" y="3648"/>
                    <a:pt x="622" y="3313"/>
                  </a:cubicBezTo>
                  <a:lnTo>
                    <a:pt x="622" y="1657"/>
                  </a:lnTo>
                  <a:lnTo>
                    <a:pt x="1034" y="2"/>
                  </a:lnTo>
                  <a:lnTo>
                    <a:pt x="574" y="2"/>
                  </a:lnTo>
                  <a:cubicBezTo>
                    <a:pt x="568" y="1"/>
                    <a:pt x="562" y="1"/>
                    <a:pt x="55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35"/>
          <p:cNvSpPr txBox="1">
            <a:spLocks noGrp="1"/>
          </p:cNvSpPr>
          <p:nvPr>
            <p:ph type="title"/>
          </p:nvPr>
        </p:nvSpPr>
        <p:spPr>
          <a:xfrm>
            <a:off x="1058325" y="2105655"/>
            <a:ext cx="3984000" cy="1146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Strategic Opportunity</a:t>
            </a:r>
            <a:endParaRPr dirty="0"/>
          </a:p>
        </p:txBody>
      </p:sp>
      <p:sp>
        <p:nvSpPr>
          <p:cNvPr id="632" name="Google Shape;632;p35"/>
          <p:cNvSpPr txBox="1">
            <a:spLocks noGrp="1"/>
          </p:cNvSpPr>
          <p:nvPr>
            <p:ph type="subTitle" idx="1"/>
          </p:nvPr>
        </p:nvSpPr>
        <p:spPr>
          <a:xfrm>
            <a:off x="2115575" y="3252225"/>
            <a:ext cx="29268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770"/>
              <a:buFont typeface="Arial"/>
              <a:buNone/>
            </a:pPr>
            <a:r>
              <a:rPr lang="en" dirty="0"/>
              <a:t>SGLT2 Diabetes Portfolio | Why This Opportunity | Business Potential</a:t>
            </a:r>
            <a:endParaRPr dirty="0"/>
          </a:p>
        </p:txBody>
      </p:sp>
      <p:grpSp>
        <p:nvGrpSpPr>
          <p:cNvPr id="637" name="Google Shape;637;p35"/>
          <p:cNvGrpSpPr/>
          <p:nvPr/>
        </p:nvGrpSpPr>
        <p:grpSpPr>
          <a:xfrm>
            <a:off x="143931" y="3252251"/>
            <a:ext cx="817500" cy="812700"/>
            <a:chOff x="143931" y="3252251"/>
            <a:chExt cx="817500" cy="812700"/>
          </a:xfrm>
        </p:grpSpPr>
        <p:sp>
          <p:nvSpPr>
            <p:cNvPr id="638" name="Google Shape;638;p35"/>
            <p:cNvSpPr/>
            <p:nvPr/>
          </p:nvSpPr>
          <p:spPr>
            <a:xfrm rot="2515456">
              <a:off x="248257" y="3385830"/>
              <a:ext cx="608847" cy="545541"/>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5"/>
            <p:cNvSpPr/>
            <p:nvPr/>
          </p:nvSpPr>
          <p:spPr>
            <a:xfrm rot="1928159">
              <a:off x="470029" y="3511940"/>
              <a:ext cx="219096" cy="293318"/>
            </a:xfrm>
            <a:custGeom>
              <a:avLst/>
              <a:gdLst/>
              <a:ahLst/>
              <a:cxnLst/>
              <a:rect l="l" t="t" r="r" b="b"/>
              <a:pathLst>
                <a:path w="1172" h="1569" extrusionOk="0">
                  <a:moveTo>
                    <a:pt x="481" y="1"/>
                  </a:moveTo>
                  <a:cubicBezTo>
                    <a:pt x="473" y="1"/>
                    <a:pt x="469" y="2"/>
                    <a:pt x="469" y="2"/>
                  </a:cubicBezTo>
                  <a:lnTo>
                    <a:pt x="469" y="250"/>
                  </a:lnTo>
                  <a:lnTo>
                    <a:pt x="161" y="660"/>
                  </a:lnTo>
                  <a:lnTo>
                    <a:pt x="0" y="660"/>
                  </a:lnTo>
                  <a:lnTo>
                    <a:pt x="0" y="1480"/>
                  </a:lnTo>
                  <a:lnTo>
                    <a:pt x="249" y="1480"/>
                  </a:lnTo>
                  <a:cubicBezTo>
                    <a:pt x="249" y="1480"/>
                    <a:pt x="835" y="1568"/>
                    <a:pt x="937" y="1568"/>
                  </a:cubicBezTo>
                  <a:lnTo>
                    <a:pt x="996" y="1568"/>
                  </a:lnTo>
                  <a:cubicBezTo>
                    <a:pt x="1098" y="1539"/>
                    <a:pt x="1172" y="1422"/>
                    <a:pt x="1172" y="1319"/>
                  </a:cubicBezTo>
                  <a:cubicBezTo>
                    <a:pt x="1172" y="1070"/>
                    <a:pt x="1157" y="660"/>
                    <a:pt x="1142" y="616"/>
                  </a:cubicBezTo>
                  <a:cubicBezTo>
                    <a:pt x="1098" y="587"/>
                    <a:pt x="645" y="587"/>
                    <a:pt x="645" y="587"/>
                  </a:cubicBezTo>
                  <a:cubicBezTo>
                    <a:pt x="645" y="587"/>
                    <a:pt x="643" y="597"/>
                    <a:pt x="641" y="597"/>
                  </a:cubicBezTo>
                  <a:cubicBezTo>
                    <a:pt x="638" y="597"/>
                    <a:pt x="635" y="558"/>
                    <a:pt x="645" y="324"/>
                  </a:cubicBezTo>
                  <a:cubicBezTo>
                    <a:pt x="682" y="23"/>
                    <a:pt x="526" y="1"/>
                    <a:pt x="48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5" name="Google Shape;685;p35"/>
          <p:cNvGrpSpPr/>
          <p:nvPr/>
        </p:nvGrpSpPr>
        <p:grpSpPr>
          <a:xfrm>
            <a:off x="7825375" y="2447285"/>
            <a:ext cx="785377" cy="2421158"/>
            <a:chOff x="7825375" y="2447285"/>
            <a:chExt cx="785377" cy="2421158"/>
          </a:xfrm>
        </p:grpSpPr>
        <p:sp>
          <p:nvSpPr>
            <p:cNvPr id="686" name="Google Shape;686;p35"/>
            <p:cNvSpPr/>
            <p:nvPr/>
          </p:nvSpPr>
          <p:spPr>
            <a:xfrm>
              <a:off x="7825375" y="2447285"/>
              <a:ext cx="785377" cy="1597032"/>
            </a:xfrm>
            <a:custGeom>
              <a:avLst/>
              <a:gdLst/>
              <a:ahLst/>
              <a:cxnLst/>
              <a:rect l="l" t="t" r="r" b="b"/>
              <a:pathLst>
                <a:path w="9912" h="20155" extrusionOk="0">
                  <a:moveTo>
                    <a:pt x="4109" y="1"/>
                  </a:moveTo>
                  <a:cubicBezTo>
                    <a:pt x="4004" y="1"/>
                    <a:pt x="3898" y="12"/>
                    <a:pt x="3792" y="35"/>
                  </a:cubicBezTo>
                  <a:cubicBezTo>
                    <a:pt x="2841" y="254"/>
                    <a:pt x="2343" y="1294"/>
                    <a:pt x="2006" y="2216"/>
                  </a:cubicBezTo>
                  <a:cubicBezTo>
                    <a:pt x="1758" y="2816"/>
                    <a:pt x="1538" y="3416"/>
                    <a:pt x="1304" y="4031"/>
                  </a:cubicBezTo>
                  <a:cubicBezTo>
                    <a:pt x="660" y="5715"/>
                    <a:pt x="1" y="7515"/>
                    <a:pt x="440" y="9272"/>
                  </a:cubicBezTo>
                  <a:cubicBezTo>
                    <a:pt x="791" y="10692"/>
                    <a:pt x="1787" y="11834"/>
                    <a:pt x="2621" y="13034"/>
                  </a:cubicBezTo>
                  <a:cubicBezTo>
                    <a:pt x="2782" y="13254"/>
                    <a:pt x="2929" y="13503"/>
                    <a:pt x="2914" y="13781"/>
                  </a:cubicBezTo>
                  <a:cubicBezTo>
                    <a:pt x="2885" y="14206"/>
                    <a:pt x="2446" y="14469"/>
                    <a:pt x="2021" y="14572"/>
                  </a:cubicBezTo>
                  <a:cubicBezTo>
                    <a:pt x="1597" y="14659"/>
                    <a:pt x="1157" y="14659"/>
                    <a:pt x="791" y="14879"/>
                  </a:cubicBezTo>
                  <a:cubicBezTo>
                    <a:pt x="352" y="15157"/>
                    <a:pt x="147" y="15699"/>
                    <a:pt x="191" y="16211"/>
                  </a:cubicBezTo>
                  <a:cubicBezTo>
                    <a:pt x="220" y="16724"/>
                    <a:pt x="469" y="17207"/>
                    <a:pt x="777" y="17617"/>
                  </a:cubicBezTo>
                  <a:cubicBezTo>
                    <a:pt x="777" y="17661"/>
                    <a:pt x="2138" y="19359"/>
                    <a:pt x="3690" y="19886"/>
                  </a:cubicBezTo>
                  <a:cubicBezTo>
                    <a:pt x="4186" y="20060"/>
                    <a:pt x="4718" y="20154"/>
                    <a:pt x="5244" y="20154"/>
                  </a:cubicBezTo>
                  <a:cubicBezTo>
                    <a:pt x="6177" y="20154"/>
                    <a:pt x="7090" y="19857"/>
                    <a:pt x="7745" y="19183"/>
                  </a:cubicBezTo>
                  <a:cubicBezTo>
                    <a:pt x="8770" y="18114"/>
                    <a:pt x="9033" y="16402"/>
                    <a:pt x="8345" y="15099"/>
                  </a:cubicBezTo>
                  <a:cubicBezTo>
                    <a:pt x="8023" y="14454"/>
                    <a:pt x="7496" y="13869"/>
                    <a:pt x="7511" y="13152"/>
                  </a:cubicBezTo>
                  <a:cubicBezTo>
                    <a:pt x="7526" y="12771"/>
                    <a:pt x="7716" y="12420"/>
                    <a:pt x="7935" y="12098"/>
                  </a:cubicBezTo>
                  <a:cubicBezTo>
                    <a:pt x="8345" y="11468"/>
                    <a:pt x="8902" y="10956"/>
                    <a:pt x="9282" y="10326"/>
                  </a:cubicBezTo>
                  <a:cubicBezTo>
                    <a:pt x="9663" y="9682"/>
                    <a:pt x="9912" y="8877"/>
                    <a:pt x="9590" y="8203"/>
                  </a:cubicBezTo>
                  <a:cubicBezTo>
                    <a:pt x="9004" y="6857"/>
                    <a:pt x="6925" y="6813"/>
                    <a:pt x="6296" y="5510"/>
                  </a:cubicBezTo>
                  <a:cubicBezTo>
                    <a:pt x="6003" y="4880"/>
                    <a:pt x="6120" y="4178"/>
                    <a:pt x="6193" y="3489"/>
                  </a:cubicBezTo>
                  <a:cubicBezTo>
                    <a:pt x="6267" y="2670"/>
                    <a:pt x="6223" y="1806"/>
                    <a:pt x="5827" y="1103"/>
                  </a:cubicBezTo>
                  <a:cubicBezTo>
                    <a:pt x="5471" y="480"/>
                    <a:pt x="4806" y="1"/>
                    <a:pt x="4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5"/>
            <p:cNvSpPr/>
            <p:nvPr/>
          </p:nvSpPr>
          <p:spPr>
            <a:xfrm>
              <a:off x="8200084" y="3039275"/>
              <a:ext cx="7052" cy="1260986"/>
            </a:xfrm>
            <a:custGeom>
              <a:avLst/>
              <a:gdLst/>
              <a:ahLst/>
              <a:cxnLst/>
              <a:rect l="l" t="t" r="r" b="b"/>
              <a:pathLst>
                <a:path w="89" h="15914" extrusionOk="0">
                  <a:moveTo>
                    <a:pt x="30" y="0"/>
                  </a:moveTo>
                  <a:cubicBezTo>
                    <a:pt x="15" y="0"/>
                    <a:pt x="0" y="3543"/>
                    <a:pt x="0" y="7950"/>
                  </a:cubicBezTo>
                  <a:cubicBezTo>
                    <a:pt x="0" y="12342"/>
                    <a:pt x="15" y="15914"/>
                    <a:pt x="30" y="15914"/>
                  </a:cubicBezTo>
                  <a:cubicBezTo>
                    <a:pt x="74" y="15914"/>
                    <a:pt x="88" y="12342"/>
                    <a:pt x="74" y="7950"/>
                  </a:cubicBezTo>
                  <a:cubicBezTo>
                    <a:pt x="74" y="3558"/>
                    <a:pt x="59" y="0"/>
                    <a:pt x="3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5"/>
            <p:cNvSpPr/>
            <p:nvPr/>
          </p:nvSpPr>
          <p:spPr>
            <a:xfrm>
              <a:off x="8196598" y="3199337"/>
              <a:ext cx="213538" cy="270358"/>
            </a:xfrm>
            <a:custGeom>
              <a:avLst/>
              <a:gdLst/>
              <a:ahLst/>
              <a:cxnLst/>
              <a:rect l="l" t="t" r="r" b="b"/>
              <a:pathLst>
                <a:path w="2695" h="3412" extrusionOk="0">
                  <a:moveTo>
                    <a:pt x="2694" y="1"/>
                  </a:moveTo>
                  <a:cubicBezTo>
                    <a:pt x="2694" y="1"/>
                    <a:pt x="2636" y="45"/>
                    <a:pt x="2548" y="103"/>
                  </a:cubicBezTo>
                  <a:cubicBezTo>
                    <a:pt x="2475" y="176"/>
                    <a:pt x="2372" y="293"/>
                    <a:pt x="2240" y="440"/>
                  </a:cubicBezTo>
                  <a:cubicBezTo>
                    <a:pt x="1977" y="733"/>
                    <a:pt x="1655" y="1172"/>
                    <a:pt x="1289" y="1655"/>
                  </a:cubicBezTo>
                  <a:cubicBezTo>
                    <a:pt x="981" y="2094"/>
                    <a:pt x="659" y="2475"/>
                    <a:pt x="366" y="2885"/>
                  </a:cubicBezTo>
                  <a:lnTo>
                    <a:pt x="103" y="3265"/>
                  </a:lnTo>
                  <a:cubicBezTo>
                    <a:pt x="44" y="3353"/>
                    <a:pt x="0" y="3412"/>
                    <a:pt x="0" y="3412"/>
                  </a:cubicBezTo>
                  <a:cubicBezTo>
                    <a:pt x="0" y="3412"/>
                    <a:pt x="44" y="3368"/>
                    <a:pt x="118" y="3280"/>
                  </a:cubicBezTo>
                  <a:cubicBezTo>
                    <a:pt x="205" y="3148"/>
                    <a:pt x="323" y="3046"/>
                    <a:pt x="410" y="2914"/>
                  </a:cubicBezTo>
                  <a:cubicBezTo>
                    <a:pt x="718" y="2533"/>
                    <a:pt x="1025" y="2123"/>
                    <a:pt x="1362" y="1714"/>
                  </a:cubicBezTo>
                  <a:cubicBezTo>
                    <a:pt x="1684" y="1274"/>
                    <a:pt x="2006" y="879"/>
                    <a:pt x="2299" y="484"/>
                  </a:cubicBezTo>
                  <a:cubicBezTo>
                    <a:pt x="2401" y="337"/>
                    <a:pt x="2518" y="206"/>
                    <a:pt x="2592" y="132"/>
                  </a:cubicBezTo>
                  <a:cubicBezTo>
                    <a:pt x="2665" y="59"/>
                    <a:pt x="2694" y="1"/>
                    <a:pt x="269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5"/>
            <p:cNvSpPr/>
            <p:nvPr/>
          </p:nvSpPr>
          <p:spPr>
            <a:xfrm>
              <a:off x="8042324" y="3706304"/>
              <a:ext cx="160134" cy="187951"/>
            </a:xfrm>
            <a:custGeom>
              <a:avLst/>
              <a:gdLst/>
              <a:ahLst/>
              <a:cxnLst/>
              <a:rect l="l" t="t" r="r" b="b"/>
              <a:pathLst>
                <a:path w="2021" h="2372" extrusionOk="0">
                  <a:moveTo>
                    <a:pt x="0" y="0"/>
                  </a:moveTo>
                  <a:cubicBezTo>
                    <a:pt x="0" y="15"/>
                    <a:pt x="103" y="132"/>
                    <a:pt x="308" y="337"/>
                  </a:cubicBezTo>
                  <a:cubicBezTo>
                    <a:pt x="498" y="542"/>
                    <a:pt x="762" y="820"/>
                    <a:pt x="1054" y="1142"/>
                  </a:cubicBezTo>
                  <a:cubicBezTo>
                    <a:pt x="1347" y="1479"/>
                    <a:pt x="1596" y="1772"/>
                    <a:pt x="1786" y="1991"/>
                  </a:cubicBezTo>
                  <a:cubicBezTo>
                    <a:pt x="1874" y="2094"/>
                    <a:pt x="1933" y="2196"/>
                    <a:pt x="1962" y="2269"/>
                  </a:cubicBezTo>
                  <a:cubicBezTo>
                    <a:pt x="1991" y="2328"/>
                    <a:pt x="2006" y="2372"/>
                    <a:pt x="2006" y="2372"/>
                  </a:cubicBezTo>
                  <a:cubicBezTo>
                    <a:pt x="2021" y="2372"/>
                    <a:pt x="2021" y="2167"/>
                    <a:pt x="1830" y="1933"/>
                  </a:cubicBezTo>
                  <a:cubicBezTo>
                    <a:pt x="1640" y="1698"/>
                    <a:pt x="1406" y="1406"/>
                    <a:pt x="1113" y="1069"/>
                  </a:cubicBezTo>
                  <a:cubicBezTo>
                    <a:pt x="820" y="761"/>
                    <a:pt x="542" y="483"/>
                    <a:pt x="337" y="293"/>
                  </a:cubicBezTo>
                  <a:cubicBezTo>
                    <a:pt x="132" y="103"/>
                    <a:pt x="0" y="0"/>
                    <a:pt x="0" y="0"/>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5"/>
            <p:cNvSpPr/>
            <p:nvPr/>
          </p:nvSpPr>
          <p:spPr>
            <a:xfrm>
              <a:off x="7993008" y="4381211"/>
              <a:ext cx="464000" cy="487231"/>
            </a:xfrm>
            <a:custGeom>
              <a:avLst/>
              <a:gdLst/>
              <a:ahLst/>
              <a:cxnLst/>
              <a:rect l="l" t="t" r="r" b="b"/>
              <a:pathLst>
                <a:path w="5856" h="6149" extrusionOk="0">
                  <a:moveTo>
                    <a:pt x="5856" y="0"/>
                  </a:moveTo>
                  <a:lnTo>
                    <a:pt x="0" y="908"/>
                  </a:lnTo>
                  <a:cubicBezTo>
                    <a:pt x="44" y="908"/>
                    <a:pt x="732" y="6149"/>
                    <a:pt x="732" y="6149"/>
                  </a:cubicBezTo>
                  <a:lnTo>
                    <a:pt x="4670" y="6149"/>
                  </a:lnTo>
                  <a:lnTo>
                    <a:pt x="5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5"/>
            <p:cNvSpPr/>
            <p:nvPr/>
          </p:nvSpPr>
          <p:spPr>
            <a:xfrm>
              <a:off x="7938493" y="4310451"/>
              <a:ext cx="581189" cy="142707"/>
            </a:xfrm>
            <a:custGeom>
              <a:avLst/>
              <a:gdLst/>
              <a:ahLst/>
              <a:cxnLst/>
              <a:rect l="l" t="t" r="r" b="b"/>
              <a:pathLst>
                <a:path w="7335" h="1801" extrusionOk="0">
                  <a:moveTo>
                    <a:pt x="7334" y="0"/>
                  </a:moveTo>
                  <a:lnTo>
                    <a:pt x="0" y="600"/>
                  </a:lnTo>
                  <a:lnTo>
                    <a:pt x="0" y="1801"/>
                  </a:lnTo>
                  <a:lnTo>
                    <a:pt x="7334" y="1801"/>
                  </a:lnTo>
                  <a:lnTo>
                    <a:pt x="7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5"/>
            <p:cNvSpPr/>
            <p:nvPr/>
          </p:nvSpPr>
          <p:spPr>
            <a:xfrm>
              <a:off x="7993008" y="4453080"/>
              <a:ext cx="450134" cy="72027"/>
            </a:xfrm>
            <a:custGeom>
              <a:avLst/>
              <a:gdLst/>
              <a:ahLst/>
              <a:cxnLst/>
              <a:rect l="l" t="t" r="r" b="b"/>
              <a:pathLst>
                <a:path w="5681" h="909" extrusionOk="0">
                  <a:moveTo>
                    <a:pt x="0" y="1"/>
                  </a:moveTo>
                  <a:lnTo>
                    <a:pt x="88" y="543"/>
                  </a:lnTo>
                  <a:lnTo>
                    <a:pt x="5490" y="909"/>
                  </a:lnTo>
                  <a:lnTo>
                    <a:pt x="568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 name="Group 774">
            <a:extLst>
              <a:ext uri="{FF2B5EF4-FFF2-40B4-BE49-F238E27FC236}">
                <a16:creationId xmlns:a16="http://schemas.microsoft.com/office/drawing/2014/main" id="{74C476E4-D4BD-500F-3D11-15CDB9288628}"/>
              </a:ext>
            </a:extLst>
          </p:cNvPr>
          <p:cNvGrpSpPr/>
          <p:nvPr/>
        </p:nvGrpSpPr>
        <p:grpSpPr>
          <a:xfrm>
            <a:off x="5437590" y="495300"/>
            <a:ext cx="2188905" cy="3634740"/>
            <a:chOff x="5993850" y="1122422"/>
            <a:chExt cx="2188905" cy="1671198"/>
          </a:xfrm>
        </p:grpSpPr>
        <p:grpSp>
          <p:nvGrpSpPr>
            <p:cNvPr id="2" name="Google Shape;2196;p59">
              <a:extLst>
                <a:ext uri="{FF2B5EF4-FFF2-40B4-BE49-F238E27FC236}">
                  <a16:creationId xmlns:a16="http://schemas.microsoft.com/office/drawing/2014/main" id="{498F8686-598C-5DB3-109E-A0F08E362A43}"/>
                </a:ext>
              </a:extLst>
            </p:cNvPr>
            <p:cNvGrpSpPr/>
            <p:nvPr/>
          </p:nvGrpSpPr>
          <p:grpSpPr>
            <a:xfrm>
              <a:off x="6575242" y="1122422"/>
              <a:ext cx="1046989" cy="1671198"/>
              <a:chOff x="6575242" y="1122422"/>
              <a:chExt cx="1046989" cy="1671198"/>
            </a:xfrm>
          </p:grpSpPr>
          <p:sp>
            <p:nvSpPr>
              <p:cNvPr id="3" name="Google Shape;2197;p59">
                <a:extLst>
                  <a:ext uri="{FF2B5EF4-FFF2-40B4-BE49-F238E27FC236}">
                    <a16:creationId xmlns:a16="http://schemas.microsoft.com/office/drawing/2014/main" id="{512795A6-FFD0-C0A8-D2D5-43EC02AA392D}"/>
                  </a:ext>
                </a:extLst>
              </p:cNvPr>
              <p:cNvSpPr/>
              <p:nvPr/>
            </p:nvSpPr>
            <p:spPr>
              <a:xfrm>
                <a:off x="7090397" y="2049875"/>
                <a:ext cx="12717" cy="743745"/>
              </a:xfrm>
              <a:custGeom>
                <a:avLst/>
                <a:gdLst/>
                <a:ahLst/>
                <a:cxnLst/>
                <a:rect l="l" t="t" r="r" b="b"/>
                <a:pathLst>
                  <a:path w="652" h="38131" extrusionOk="0">
                    <a:moveTo>
                      <a:pt x="319" y="0"/>
                    </a:moveTo>
                    <a:cubicBezTo>
                      <a:pt x="145" y="0"/>
                      <a:pt x="1" y="145"/>
                      <a:pt x="1" y="332"/>
                    </a:cubicBezTo>
                    <a:lnTo>
                      <a:pt x="1" y="37798"/>
                    </a:lnTo>
                    <a:cubicBezTo>
                      <a:pt x="1" y="37986"/>
                      <a:pt x="145" y="38130"/>
                      <a:pt x="319" y="38130"/>
                    </a:cubicBezTo>
                    <a:cubicBezTo>
                      <a:pt x="507" y="38130"/>
                      <a:pt x="651" y="37986"/>
                      <a:pt x="651" y="37798"/>
                    </a:cubicBezTo>
                    <a:lnTo>
                      <a:pt x="651" y="332"/>
                    </a:lnTo>
                    <a:cubicBezTo>
                      <a:pt x="651" y="145"/>
                      <a:pt x="507" y="0"/>
                      <a:pt x="3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198;p59">
                <a:extLst>
                  <a:ext uri="{FF2B5EF4-FFF2-40B4-BE49-F238E27FC236}">
                    <a16:creationId xmlns:a16="http://schemas.microsoft.com/office/drawing/2014/main" id="{D2A52CC0-091E-7D24-8313-2DBA72B35A92}"/>
                  </a:ext>
                </a:extLst>
              </p:cNvPr>
              <p:cNvSpPr/>
              <p:nvPr/>
            </p:nvSpPr>
            <p:spPr>
              <a:xfrm>
                <a:off x="7234418" y="2056624"/>
                <a:ext cx="107395" cy="693305"/>
              </a:xfrm>
              <a:custGeom>
                <a:avLst/>
                <a:gdLst/>
                <a:ahLst/>
                <a:cxnLst/>
                <a:rect l="l" t="t" r="r" b="b"/>
                <a:pathLst>
                  <a:path w="5506" h="35545" extrusionOk="0">
                    <a:moveTo>
                      <a:pt x="0" y="1"/>
                    </a:moveTo>
                    <a:lnTo>
                      <a:pt x="5505" y="3554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199;p59">
                <a:extLst>
                  <a:ext uri="{FF2B5EF4-FFF2-40B4-BE49-F238E27FC236}">
                    <a16:creationId xmlns:a16="http://schemas.microsoft.com/office/drawing/2014/main" id="{57E85998-4B8F-A2F1-2843-FD5E54F35386}"/>
                  </a:ext>
                </a:extLst>
              </p:cNvPr>
              <p:cNvSpPr/>
              <p:nvPr/>
            </p:nvSpPr>
            <p:spPr>
              <a:xfrm>
                <a:off x="7227650" y="2050051"/>
                <a:ext cx="121204" cy="705808"/>
              </a:xfrm>
              <a:custGeom>
                <a:avLst/>
                <a:gdLst/>
                <a:ahLst/>
                <a:cxnLst/>
                <a:rect l="l" t="t" r="r" b="b"/>
                <a:pathLst>
                  <a:path w="6214" h="36186" extrusionOk="0">
                    <a:moveTo>
                      <a:pt x="352" y="1"/>
                    </a:moveTo>
                    <a:cubicBezTo>
                      <a:pt x="332" y="1"/>
                      <a:pt x="311" y="2"/>
                      <a:pt x="289" y="6"/>
                    </a:cubicBezTo>
                    <a:cubicBezTo>
                      <a:pt x="116" y="49"/>
                      <a:pt x="0" y="208"/>
                      <a:pt x="44" y="396"/>
                    </a:cubicBezTo>
                    <a:lnTo>
                      <a:pt x="5549" y="35940"/>
                    </a:lnTo>
                    <a:cubicBezTo>
                      <a:pt x="5563" y="36084"/>
                      <a:pt x="5708" y="36185"/>
                      <a:pt x="5852" y="36185"/>
                    </a:cubicBezTo>
                    <a:lnTo>
                      <a:pt x="5924" y="36185"/>
                    </a:lnTo>
                    <a:cubicBezTo>
                      <a:pt x="6112" y="36156"/>
                      <a:pt x="6213" y="35983"/>
                      <a:pt x="6184" y="35810"/>
                    </a:cubicBezTo>
                    <a:lnTo>
                      <a:pt x="679" y="266"/>
                    </a:lnTo>
                    <a:cubicBezTo>
                      <a:pt x="641" y="99"/>
                      <a:pt x="512" y="1"/>
                      <a:pt x="3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200;p59">
                <a:extLst>
                  <a:ext uri="{FF2B5EF4-FFF2-40B4-BE49-F238E27FC236}">
                    <a16:creationId xmlns:a16="http://schemas.microsoft.com/office/drawing/2014/main" id="{21095883-AFCB-9EC1-5802-21DBD3F64436}"/>
                  </a:ext>
                </a:extLst>
              </p:cNvPr>
              <p:cNvSpPr/>
              <p:nvPr/>
            </p:nvSpPr>
            <p:spPr>
              <a:xfrm>
                <a:off x="6852265" y="2056624"/>
                <a:ext cx="107395" cy="693305"/>
              </a:xfrm>
              <a:custGeom>
                <a:avLst/>
                <a:gdLst/>
                <a:ahLst/>
                <a:cxnLst/>
                <a:rect l="l" t="t" r="r" b="b"/>
                <a:pathLst>
                  <a:path w="5506" h="35545" extrusionOk="0">
                    <a:moveTo>
                      <a:pt x="5506" y="1"/>
                    </a:moveTo>
                    <a:lnTo>
                      <a:pt x="1" y="3554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201;p59">
                <a:extLst>
                  <a:ext uri="{FF2B5EF4-FFF2-40B4-BE49-F238E27FC236}">
                    <a16:creationId xmlns:a16="http://schemas.microsoft.com/office/drawing/2014/main" id="{6B9E9780-84D9-5F47-FD4A-C9E2FD71F820}"/>
                  </a:ext>
                </a:extLst>
              </p:cNvPr>
              <p:cNvSpPr/>
              <p:nvPr/>
            </p:nvSpPr>
            <p:spPr>
              <a:xfrm>
                <a:off x="6845224" y="2050051"/>
                <a:ext cx="121204" cy="705808"/>
              </a:xfrm>
              <a:custGeom>
                <a:avLst/>
                <a:gdLst/>
                <a:ahLst/>
                <a:cxnLst/>
                <a:rect l="l" t="t" r="r" b="b"/>
                <a:pathLst>
                  <a:path w="6214" h="36186" extrusionOk="0">
                    <a:moveTo>
                      <a:pt x="5870" y="1"/>
                    </a:moveTo>
                    <a:cubicBezTo>
                      <a:pt x="5725" y="1"/>
                      <a:pt x="5574" y="99"/>
                      <a:pt x="5549" y="266"/>
                    </a:cubicBezTo>
                    <a:lnTo>
                      <a:pt x="29" y="35810"/>
                    </a:lnTo>
                    <a:cubicBezTo>
                      <a:pt x="0" y="35969"/>
                      <a:pt x="102" y="36156"/>
                      <a:pt x="289" y="36185"/>
                    </a:cubicBezTo>
                    <a:lnTo>
                      <a:pt x="362" y="36185"/>
                    </a:lnTo>
                    <a:cubicBezTo>
                      <a:pt x="506" y="36185"/>
                      <a:pt x="636" y="36099"/>
                      <a:pt x="665" y="35940"/>
                    </a:cubicBezTo>
                    <a:lnTo>
                      <a:pt x="6170" y="396"/>
                    </a:lnTo>
                    <a:cubicBezTo>
                      <a:pt x="6213" y="222"/>
                      <a:pt x="6098" y="49"/>
                      <a:pt x="5924" y="6"/>
                    </a:cubicBezTo>
                    <a:cubicBezTo>
                      <a:pt x="5906" y="2"/>
                      <a:pt x="5888" y="1"/>
                      <a:pt x="5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202;p59">
                <a:extLst>
                  <a:ext uri="{FF2B5EF4-FFF2-40B4-BE49-F238E27FC236}">
                    <a16:creationId xmlns:a16="http://schemas.microsoft.com/office/drawing/2014/main" id="{F79F4ABD-0AD8-F561-04BE-C99D05431187}"/>
                  </a:ext>
                </a:extLst>
              </p:cNvPr>
              <p:cNvSpPr/>
              <p:nvPr/>
            </p:nvSpPr>
            <p:spPr>
              <a:xfrm>
                <a:off x="6744054" y="2128771"/>
                <a:ext cx="700620" cy="66258"/>
              </a:xfrm>
              <a:custGeom>
                <a:avLst/>
                <a:gdLst/>
                <a:ahLst/>
                <a:cxnLst/>
                <a:rect l="l" t="t" r="r" b="b"/>
                <a:pathLst>
                  <a:path w="35920" h="3397" extrusionOk="0">
                    <a:moveTo>
                      <a:pt x="0" y="1"/>
                    </a:moveTo>
                    <a:lnTo>
                      <a:pt x="0" y="2183"/>
                    </a:lnTo>
                    <a:cubicBezTo>
                      <a:pt x="0" y="2862"/>
                      <a:pt x="549" y="3396"/>
                      <a:pt x="1214" y="3396"/>
                    </a:cubicBezTo>
                    <a:lnTo>
                      <a:pt x="34721" y="3396"/>
                    </a:lnTo>
                    <a:cubicBezTo>
                      <a:pt x="35385" y="3396"/>
                      <a:pt x="35920" y="2862"/>
                      <a:pt x="35920" y="2183"/>
                    </a:cubicBezTo>
                    <a:lnTo>
                      <a:pt x="3592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03;p59">
                <a:extLst>
                  <a:ext uri="{FF2B5EF4-FFF2-40B4-BE49-F238E27FC236}">
                    <a16:creationId xmlns:a16="http://schemas.microsoft.com/office/drawing/2014/main" id="{B8C23118-EFB6-650E-A8CE-FA9F6A052BDA}"/>
                  </a:ext>
                </a:extLst>
              </p:cNvPr>
              <p:cNvSpPr/>
              <p:nvPr/>
            </p:nvSpPr>
            <p:spPr>
              <a:xfrm>
                <a:off x="7066445" y="1122422"/>
                <a:ext cx="12698" cy="76674"/>
              </a:xfrm>
              <a:custGeom>
                <a:avLst/>
                <a:gdLst/>
                <a:ahLst/>
                <a:cxnLst/>
                <a:rect l="l" t="t" r="r" b="b"/>
                <a:pathLst>
                  <a:path w="651" h="3931" extrusionOk="0">
                    <a:moveTo>
                      <a:pt x="319" y="0"/>
                    </a:moveTo>
                    <a:cubicBezTo>
                      <a:pt x="145" y="0"/>
                      <a:pt x="1" y="145"/>
                      <a:pt x="1" y="318"/>
                    </a:cubicBezTo>
                    <a:lnTo>
                      <a:pt x="1" y="3613"/>
                    </a:lnTo>
                    <a:cubicBezTo>
                      <a:pt x="1" y="3786"/>
                      <a:pt x="145" y="3930"/>
                      <a:pt x="319" y="3930"/>
                    </a:cubicBezTo>
                    <a:cubicBezTo>
                      <a:pt x="506" y="3930"/>
                      <a:pt x="651" y="3786"/>
                      <a:pt x="651" y="3613"/>
                    </a:cubicBezTo>
                    <a:lnTo>
                      <a:pt x="651" y="318"/>
                    </a:lnTo>
                    <a:cubicBezTo>
                      <a:pt x="651" y="145"/>
                      <a:pt x="506" y="0"/>
                      <a:pt x="3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204;p59">
                <a:extLst>
                  <a:ext uri="{FF2B5EF4-FFF2-40B4-BE49-F238E27FC236}">
                    <a16:creationId xmlns:a16="http://schemas.microsoft.com/office/drawing/2014/main" id="{AA2DDB4D-7EB1-4B37-C9CB-D6F84C4689AD}"/>
                  </a:ext>
                </a:extLst>
              </p:cNvPr>
              <p:cNvSpPr/>
              <p:nvPr/>
            </p:nvSpPr>
            <p:spPr>
              <a:xfrm>
                <a:off x="6575242" y="1192872"/>
                <a:ext cx="1046989" cy="935947"/>
              </a:xfrm>
              <a:custGeom>
                <a:avLst/>
                <a:gdLst/>
                <a:ahLst/>
                <a:cxnLst/>
                <a:rect l="l" t="t" r="r" b="b"/>
                <a:pathLst>
                  <a:path w="53678" h="47985" extrusionOk="0">
                    <a:moveTo>
                      <a:pt x="1" y="1"/>
                    </a:moveTo>
                    <a:lnTo>
                      <a:pt x="1" y="47985"/>
                    </a:lnTo>
                    <a:lnTo>
                      <a:pt x="53678" y="47985"/>
                    </a:lnTo>
                    <a:lnTo>
                      <a:pt x="536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05;p59">
                <a:extLst>
                  <a:ext uri="{FF2B5EF4-FFF2-40B4-BE49-F238E27FC236}">
                    <a16:creationId xmlns:a16="http://schemas.microsoft.com/office/drawing/2014/main" id="{B315CF9C-F8FB-8CEF-B419-8184B718B01D}"/>
                  </a:ext>
                </a:extLst>
              </p:cNvPr>
              <p:cNvSpPr/>
              <p:nvPr/>
            </p:nvSpPr>
            <p:spPr>
              <a:xfrm>
                <a:off x="6624277" y="1236562"/>
                <a:ext cx="949191" cy="848585"/>
              </a:xfrm>
              <a:custGeom>
                <a:avLst/>
                <a:gdLst/>
                <a:ahLst/>
                <a:cxnLst/>
                <a:rect l="l" t="t" r="r" b="b"/>
                <a:pathLst>
                  <a:path w="48664" h="43506" extrusionOk="0">
                    <a:moveTo>
                      <a:pt x="48491" y="159"/>
                    </a:moveTo>
                    <a:lnTo>
                      <a:pt x="48491" y="43332"/>
                    </a:lnTo>
                    <a:lnTo>
                      <a:pt x="188" y="43332"/>
                    </a:lnTo>
                    <a:lnTo>
                      <a:pt x="188" y="159"/>
                    </a:lnTo>
                    <a:close/>
                    <a:moveTo>
                      <a:pt x="1" y="0"/>
                    </a:moveTo>
                    <a:lnTo>
                      <a:pt x="1" y="43505"/>
                    </a:lnTo>
                    <a:lnTo>
                      <a:pt x="48664" y="43505"/>
                    </a:lnTo>
                    <a:lnTo>
                      <a:pt x="486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206;p59">
                <a:extLst>
                  <a:ext uri="{FF2B5EF4-FFF2-40B4-BE49-F238E27FC236}">
                    <a16:creationId xmlns:a16="http://schemas.microsoft.com/office/drawing/2014/main" id="{136E314B-754B-AD5B-FA39-7350A90E553F}"/>
                  </a:ext>
                </a:extLst>
              </p:cNvPr>
              <p:cNvSpPr/>
              <p:nvPr/>
            </p:nvSpPr>
            <p:spPr>
              <a:xfrm>
                <a:off x="6853962" y="1193633"/>
                <a:ext cx="3960" cy="390"/>
              </a:xfrm>
              <a:custGeom>
                <a:avLst/>
                <a:gdLst/>
                <a:ahLst/>
                <a:cxnLst/>
                <a:rect l="l" t="t" r="r" b="b"/>
                <a:pathLst>
                  <a:path w="203" h="20" extrusionOk="0">
                    <a:moveTo>
                      <a:pt x="111" y="0"/>
                    </a:moveTo>
                    <a:cubicBezTo>
                      <a:pt x="81" y="0"/>
                      <a:pt x="44" y="5"/>
                      <a:pt x="0" y="19"/>
                    </a:cubicBezTo>
                    <a:lnTo>
                      <a:pt x="203" y="19"/>
                    </a:lnTo>
                    <a:cubicBezTo>
                      <a:pt x="203" y="19"/>
                      <a:pt x="171" y="0"/>
                      <a:pt x="111" y="0"/>
                    </a:cubicBezTo>
                    <a:close/>
                  </a:path>
                </a:pathLst>
              </a:custGeom>
              <a:solidFill>
                <a:srgbClr val="C7C7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207;p59">
                <a:extLst>
                  <a:ext uri="{FF2B5EF4-FFF2-40B4-BE49-F238E27FC236}">
                    <a16:creationId xmlns:a16="http://schemas.microsoft.com/office/drawing/2014/main" id="{87763377-BA7C-7B0B-C3C8-73F257A6D9A5}"/>
                  </a:ext>
                </a:extLst>
              </p:cNvPr>
              <p:cNvSpPr/>
              <p:nvPr/>
            </p:nvSpPr>
            <p:spPr>
              <a:xfrm>
                <a:off x="6723204" y="1343934"/>
                <a:ext cx="425287" cy="424994"/>
              </a:xfrm>
              <a:custGeom>
                <a:avLst/>
                <a:gdLst/>
                <a:ahLst/>
                <a:cxnLst/>
                <a:rect l="l" t="t" r="r" b="b"/>
                <a:pathLst>
                  <a:path w="21804" h="21789" extrusionOk="0">
                    <a:moveTo>
                      <a:pt x="10894" y="1156"/>
                    </a:moveTo>
                    <a:cubicBezTo>
                      <a:pt x="16255" y="1156"/>
                      <a:pt x="20618" y="5505"/>
                      <a:pt x="20618" y="10880"/>
                    </a:cubicBezTo>
                    <a:cubicBezTo>
                      <a:pt x="20618" y="16240"/>
                      <a:pt x="16255" y="20590"/>
                      <a:pt x="10894" y="20590"/>
                    </a:cubicBezTo>
                    <a:cubicBezTo>
                      <a:pt x="5534" y="20590"/>
                      <a:pt x="1170" y="16240"/>
                      <a:pt x="1170" y="10880"/>
                    </a:cubicBezTo>
                    <a:cubicBezTo>
                      <a:pt x="1170" y="5505"/>
                      <a:pt x="5534" y="1156"/>
                      <a:pt x="10894" y="1156"/>
                    </a:cubicBezTo>
                    <a:close/>
                    <a:moveTo>
                      <a:pt x="10894" y="0"/>
                    </a:moveTo>
                    <a:cubicBezTo>
                      <a:pt x="4898" y="0"/>
                      <a:pt x="0" y="4884"/>
                      <a:pt x="0" y="10894"/>
                    </a:cubicBezTo>
                    <a:cubicBezTo>
                      <a:pt x="0" y="16891"/>
                      <a:pt x="4884" y="21789"/>
                      <a:pt x="10894" y="21789"/>
                    </a:cubicBezTo>
                    <a:cubicBezTo>
                      <a:pt x="16905" y="21789"/>
                      <a:pt x="21803" y="16891"/>
                      <a:pt x="21789" y="10894"/>
                    </a:cubicBezTo>
                    <a:cubicBezTo>
                      <a:pt x="21789" y="4898"/>
                      <a:pt x="16905" y="0"/>
                      <a:pt x="108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208;p59">
                <a:extLst>
                  <a:ext uri="{FF2B5EF4-FFF2-40B4-BE49-F238E27FC236}">
                    <a16:creationId xmlns:a16="http://schemas.microsoft.com/office/drawing/2014/main" id="{26F69096-B934-76CF-6C98-BBF77300B14E}"/>
                  </a:ext>
                </a:extLst>
              </p:cNvPr>
              <p:cNvSpPr/>
              <p:nvPr/>
            </p:nvSpPr>
            <p:spPr>
              <a:xfrm>
                <a:off x="7047292" y="1343934"/>
                <a:ext cx="425287" cy="424994"/>
              </a:xfrm>
              <a:custGeom>
                <a:avLst/>
                <a:gdLst/>
                <a:ahLst/>
                <a:cxnLst/>
                <a:rect l="l" t="t" r="r" b="b"/>
                <a:pathLst>
                  <a:path w="21804" h="21789" extrusionOk="0">
                    <a:moveTo>
                      <a:pt x="10895" y="1156"/>
                    </a:moveTo>
                    <a:cubicBezTo>
                      <a:pt x="16255" y="1156"/>
                      <a:pt x="20619" y="5505"/>
                      <a:pt x="20619" y="10880"/>
                    </a:cubicBezTo>
                    <a:cubicBezTo>
                      <a:pt x="20619" y="16240"/>
                      <a:pt x="16255" y="20590"/>
                      <a:pt x="10895" y="20590"/>
                    </a:cubicBezTo>
                    <a:cubicBezTo>
                      <a:pt x="5534" y="20590"/>
                      <a:pt x="1185" y="16240"/>
                      <a:pt x="1185" y="10880"/>
                    </a:cubicBezTo>
                    <a:cubicBezTo>
                      <a:pt x="1185" y="5505"/>
                      <a:pt x="5534" y="1156"/>
                      <a:pt x="10895" y="1156"/>
                    </a:cubicBezTo>
                    <a:close/>
                    <a:moveTo>
                      <a:pt x="10895" y="0"/>
                    </a:moveTo>
                    <a:cubicBezTo>
                      <a:pt x="4898" y="0"/>
                      <a:pt x="0" y="4884"/>
                      <a:pt x="0" y="10894"/>
                    </a:cubicBezTo>
                    <a:cubicBezTo>
                      <a:pt x="0" y="16891"/>
                      <a:pt x="4884" y="21789"/>
                      <a:pt x="10895" y="21789"/>
                    </a:cubicBezTo>
                    <a:cubicBezTo>
                      <a:pt x="16905" y="21789"/>
                      <a:pt x="21803" y="16891"/>
                      <a:pt x="21789" y="10894"/>
                    </a:cubicBezTo>
                    <a:cubicBezTo>
                      <a:pt x="21789" y="4898"/>
                      <a:pt x="16905" y="0"/>
                      <a:pt x="1089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09;p59">
                <a:extLst>
                  <a:ext uri="{FF2B5EF4-FFF2-40B4-BE49-F238E27FC236}">
                    <a16:creationId xmlns:a16="http://schemas.microsoft.com/office/drawing/2014/main" id="{05F97746-34B4-7801-BE50-FA7310CA233A}"/>
                  </a:ext>
                </a:extLst>
              </p:cNvPr>
              <p:cNvSpPr/>
              <p:nvPr/>
            </p:nvSpPr>
            <p:spPr>
              <a:xfrm>
                <a:off x="6886086" y="1602074"/>
                <a:ext cx="424721" cy="424994"/>
              </a:xfrm>
              <a:custGeom>
                <a:avLst/>
                <a:gdLst/>
                <a:ahLst/>
                <a:cxnLst/>
                <a:rect l="l" t="t" r="r" b="b"/>
                <a:pathLst>
                  <a:path w="21775" h="21789" extrusionOk="0">
                    <a:moveTo>
                      <a:pt x="10895" y="1185"/>
                    </a:moveTo>
                    <a:cubicBezTo>
                      <a:pt x="16241" y="1185"/>
                      <a:pt x="20604" y="5534"/>
                      <a:pt x="20604" y="10894"/>
                    </a:cubicBezTo>
                    <a:cubicBezTo>
                      <a:pt x="20604" y="16255"/>
                      <a:pt x="16255" y="20618"/>
                      <a:pt x="10895" y="20618"/>
                    </a:cubicBezTo>
                    <a:cubicBezTo>
                      <a:pt x="5520" y="20618"/>
                      <a:pt x="1171" y="16255"/>
                      <a:pt x="1171" y="10894"/>
                    </a:cubicBezTo>
                    <a:cubicBezTo>
                      <a:pt x="1171" y="5534"/>
                      <a:pt x="5520" y="1185"/>
                      <a:pt x="10895" y="1185"/>
                    </a:cubicBezTo>
                    <a:close/>
                    <a:moveTo>
                      <a:pt x="10895" y="0"/>
                    </a:moveTo>
                    <a:cubicBezTo>
                      <a:pt x="4899" y="0"/>
                      <a:pt x="0" y="4884"/>
                      <a:pt x="0" y="10894"/>
                    </a:cubicBezTo>
                    <a:cubicBezTo>
                      <a:pt x="0" y="16891"/>
                      <a:pt x="4870" y="21789"/>
                      <a:pt x="10895" y="21789"/>
                    </a:cubicBezTo>
                    <a:cubicBezTo>
                      <a:pt x="16906" y="21789"/>
                      <a:pt x="21775" y="16891"/>
                      <a:pt x="21775" y="10894"/>
                    </a:cubicBezTo>
                    <a:cubicBezTo>
                      <a:pt x="21775" y="4898"/>
                      <a:pt x="16906" y="0"/>
                      <a:pt x="108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210;p59">
                <a:extLst>
                  <a:ext uri="{FF2B5EF4-FFF2-40B4-BE49-F238E27FC236}">
                    <a16:creationId xmlns:a16="http://schemas.microsoft.com/office/drawing/2014/main" id="{A10E8A41-0775-16CB-F643-5530D6DB2BB9}"/>
                  </a:ext>
                </a:extLst>
              </p:cNvPr>
              <p:cNvSpPr/>
              <p:nvPr/>
            </p:nvSpPr>
            <p:spPr>
              <a:xfrm>
                <a:off x="6806332" y="1507088"/>
                <a:ext cx="214204" cy="25396"/>
              </a:xfrm>
              <a:custGeom>
                <a:avLst/>
                <a:gdLst/>
                <a:ahLst/>
                <a:cxnLst/>
                <a:rect l="l" t="t" r="r" b="b"/>
                <a:pathLst>
                  <a:path w="10982" h="1302" extrusionOk="0">
                    <a:moveTo>
                      <a:pt x="651" y="1"/>
                    </a:moveTo>
                    <a:cubicBezTo>
                      <a:pt x="289" y="1"/>
                      <a:pt x="1" y="290"/>
                      <a:pt x="1" y="651"/>
                    </a:cubicBezTo>
                    <a:cubicBezTo>
                      <a:pt x="1" y="1012"/>
                      <a:pt x="289" y="1301"/>
                      <a:pt x="651" y="1301"/>
                    </a:cubicBezTo>
                    <a:lnTo>
                      <a:pt x="10331" y="1301"/>
                    </a:lnTo>
                    <a:cubicBezTo>
                      <a:pt x="10693" y="1301"/>
                      <a:pt x="10982" y="1012"/>
                      <a:pt x="10982" y="651"/>
                    </a:cubicBezTo>
                    <a:cubicBezTo>
                      <a:pt x="10982" y="290"/>
                      <a:pt x="10693" y="1"/>
                      <a:pt x="103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211;p59">
                <a:extLst>
                  <a:ext uri="{FF2B5EF4-FFF2-40B4-BE49-F238E27FC236}">
                    <a16:creationId xmlns:a16="http://schemas.microsoft.com/office/drawing/2014/main" id="{9ED585D6-58E1-CC94-7389-DCA487836F7F}"/>
                  </a:ext>
                </a:extLst>
              </p:cNvPr>
              <p:cNvSpPr/>
              <p:nvPr/>
            </p:nvSpPr>
            <p:spPr>
              <a:xfrm>
                <a:off x="6806332" y="1556980"/>
                <a:ext cx="100061" cy="25376"/>
              </a:xfrm>
              <a:custGeom>
                <a:avLst/>
                <a:gdLst/>
                <a:ahLst/>
                <a:cxnLst/>
                <a:rect l="l" t="t" r="r" b="b"/>
                <a:pathLst>
                  <a:path w="5130" h="1301" extrusionOk="0">
                    <a:moveTo>
                      <a:pt x="651" y="0"/>
                    </a:moveTo>
                    <a:cubicBezTo>
                      <a:pt x="289" y="0"/>
                      <a:pt x="1" y="289"/>
                      <a:pt x="1" y="651"/>
                    </a:cubicBezTo>
                    <a:cubicBezTo>
                      <a:pt x="1" y="1012"/>
                      <a:pt x="289" y="1301"/>
                      <a:pt x="651" y="1301"/>
                    </a:cubicBezTo>
                    <a:lnTo>
                      <a:pt x="4480" y="1301"/>
                    </a:lnTo>
                    <a:cubicBezTo>
                      <a:pt x="4841" y="1301"/>
                      <a:pt x="5130" y="1012"/>
                      <a:pt x="5130" y="651"/>
                    </a:cubicBezTo>
                    <a:cubicBezTo>
                      <a:pt x="5130" y="289"/>
                      <a:pt x="4841" y="0"/>
                      <a:pt x="44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212;p59">
                <a:extLst>
                  <a:ext uri="{FF2B5EF4-FFF2-40B4-BE49-F238E27FC236}">
                    <a16:creationId xmlns:a16="http://schemas.microsoft.com/office/drawing/2014/main" id="{F8261847-DD12-04B6-F8B6-2481F1D16ADB}"/>
                  </a:ext>
                </a:extLst>
              </p:cNvPr>
              <p:cNvSpPr/>
              <p:nvPr/>
            </p:nvSpPr>
            <p:spPr>
              <a:xfrm>
                <a:off x="7180293" y="1507088"/>
                <a:ext cx="60622" cy="25396"/>
              </a:xfrm>
              <a:custGeom>
                <a:avLst/>
                <a:gdLst/>
                <a:ahLst/>
                <a:cxnLst/>
                <a:rect l="l" t="t" r="r" b="b"/>
                <a:pathLst>
                  <a:path w="3108" h="1302" extrusionOk="0">
                    <a:moveTo>
                      <a:pt x="651" y="1"/>
                    </a:moveTo>
                    <a:cubicBezTo>
                      <a:pt x="290" y="1"/>
                      <a:pt x="1" y="290"/>
                      <a:pt x="1" y="651"/>
                    </a:cubicBezTo>
                    <a:cubicBezTo>
                      <a:pt x="1" y="1012"/>
                      <a:pt x="290" y="1301"/>
                      <a:pt x="651" y="1301"/>
                    </a:cubicBezTo>
                    <a:lnTo>
                      <a:pt x="2457" y="1301"/>
                    </a:lnTo>
                    <a:cubicBezTo>
                      <a:pt x="2818" y="1301"/>
                      <a:pt x="3107" y="1012"/>
                      <a:pt x="3107" y="651"/>
                    </a:cubicBezTo>
                    <a:cubicBezTo>
                      <a:pt x="3107" y="290"/>
                      <a:pt x="2818" y="1"/>
                      <a:pt x="24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213;p59">
                <a:extLst>
                  <a:ext uri="{FF2B5EF4-FFF2-40B4-BE49-F238E27FC236}">
                    <a16:creationId xmlns:a16="http://schemas.microsoft.com/office/drawing/2014/main" id="{6FCE448E-271B-3C38-04B5-DE8890B0F4D8}"/>
                  </a:ext>
                </a:extLst>
              </p:cNvPr>
              <p:cNvSpPr/>
              <p:nvPr/>
            </p:nvSpPr>
            <p:spPr>
              <a:xfrm>
                <a:off x="7180293" y="1556980"/>
                <a:ext cx="214204" cy="25376"/>
              </a:xfrm>
              <a:custGeom>
                <a:avLst/>
                <a:gdLst/>
                <a:ahLst/>
                <a:cxnLst/>
                <a:rect l="l" t="t" r="r" b="b"/>
                <a:pathLst>
                  <a:path w="10982" h="1301" extrusionOk="0">
                    <a:moveTo>
                      <a:pt x="651" y="0"/>
                    </a:moveTo>
                    <a:cubicBezTo>
                      <a:pt x="290" y="0"/>
                      <a:pt x="1" y="289"/>
                      <a:pt x="1" y="651"/>
                    </a:cubicBezTo>
                    <a:cubicBezTo>
                      <a:pt x="1" y="1012"/>
                      <a:pt x="290" y="1301"/>
                      <a:pt x="651" y="1301"/>
                    </a:cubicBezTo>
                    <a:lnTo>
                      <a:pt x="10332" y="1301"/>
                    </a:lnTo>
                    <a:cubicBezTo>
                      <a:pt x="10693" y="1301"/>
                      <a:pt x="10982" y="1012"/>
                      <a:pt x="10982" y="651"/>
                    </a:cubicBezTo>
                    <a:cubicBezTo>
                      <a:pt x="10982" y="289"/>
                      <a:pt x="10693" y="0"/>
                      <a:pt x="103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214;p59">
                <a:extLst>
                  <a:ext uri="{FF2B5EF4-FFF2-40B4-BE49-F238E27FC236}">
                    <a16:creationId xmlns:a16="http://schemas.microsoft.com/office/drawing/2014/main" id="{57A2E629-4B05-1418-F30A-73BC7B620F3D}"/>
                  </a:ext>
                </a:extLst>
              </p:cNvPr>
              <p:cNvSpPr/>
              <p:nvPr/>
            </p:nvSpPr>
            <p:spPr>
              <a:xfrm>
                <a:off x="6987549" y="1814828"/>
                <a:ext cx="128245" cy="25396"/>
              </a:xfrm>
              <a:custGeom>
                <a:avLst/>
                <a:gdLst/>
                <a:ahLst/>
                <a:cxnLst/>
                <a:rect l="l" t="t" r="r" b="b"/>
                <a:pathLst>
                  <a:path w="6575" h="1302" extrusionOk="0">
                    <a:moveTo>
                      <a:pt x="650" y="1"/>
                    </a:moveTo>
                    <a:cubicBezTo>
                      <a:pt x="289" y="1"/>
                      <a:pt x="0" y="290"/>
                      <a:pt x="0" y="651"/>
                    </a:cubicBezTo>
                    <a:cubicBezTo>
                      <a:pt x="0" y="1012"/>
                      <a:pt x="289" y="1301"/>
                      <a:pt x="650" y="1301"/>
                    </a:cubicBezTo>
                    <a:lnTo>
                      <a:pt x="5924" y="1301"/>
                    </a:lnTo>
                    <a:cubicBezTo>
                      <a:pt x="6285" y="1301"/>
                      <a:pt x="6574" y="1012"/>
                      <a:pt x="6574" y="651"/>
                    </a:cubicBezTo>
                    <a:cubicBezTo>
                      <a:pt x="6574" y="290"/>
                      <a:pt x="6285" y="1"/>
                      <a:pt x="5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215;p59">
                <a:extLst>
                  <a:ext uri="{FF2B5EF4-FFF2-40B4-BE49-F238E27FC236}">
                    <a16:creationId xmlns:a16="http://schemas.microsoft.com/office/drawing/2014/main" id="{B060E225-3C51-BE25-5B50-70E257EF50D3}"/>
                  </a:ext>
                </a:extLst>
              </p:cNvPr>
              <p:cNvSpPr/>
              <p:nvPr/>
            </p:nvSpPr>
            <p:spPr>
              <a:xfrm>
                <a:off x="6987549" y="1865286"/>
                <a:ext cx="173614" cy="25376"/>
              </a:xfrm>
              <a:custGeom>
                <a:avLst/>
                <a:gdLst/>
                <a:ahLst/>
                <a:cxnLst/>
                <a:rect l="l" t="t" r="r" b="b"/>
                <a:pathLst>
                  <a:path w="8901" h="1301" extrusionOk="0">
                    <a:moveTo>
                      <a:pt x="650" y="0"/>
                    </a:moveTo>
                    <a:cubicBezTo>
                      <a:pt x="289" y="0"/>
                      <a:pt x="0" y="289"/>
                      <a:pt x="0" y="650"/>
                    </a:cubicBezTo>
                    <a:cubicBezTo>
                      <a:pt x="0" y="1012"/>
                      <a:pt x="289" y="1301"/>
                      <a:pt x="650" y="1301"/>
                    </a:cubicBezTo>
                    <a:lnTo>
                      <a:pt x="8250" y="1301"/>
                    </a:lnTo>
                    <a:cubicBezTo>
                      <a:pt x="8611" y="1301"/>
                      <a:pt x="8900" y="1012"/>
                      <a:pt x="8900" y="650"/>
                    </a:cubicBezTo>
                    <a:cubicBezTo>
                      <a:pt x="8900" y="289"/>
                      <a:pt x="8611" y="0"/>
                      <a:pt x="82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16;p59">
              <a:extLst>
                <a:ext uri="{FF2B5EF4-FFF2-40B4-BE49-F238E27FC236}">
                  <a16:creationId xmlns:a16="http://schemas.microsoft.com/office/drawing/2014/main" id="{48433A5C-76D5-BDCF-7EBF-BF6A43448123}"/>
                </a:ext>
              </a:extLst>
            </p:cNvPr>
            <p:cNvGrpSpPr/>
            <p:nvPr/>
          </p:nvGrpSpPr>
          <p:grpSpPr>
            <a:xfrm>
              <a:off x="7374188" y="1334337"/>
              <a:ext cx="808567" cy="1417267"/>
              <a:chOff x="7374188" y="1334337"/>
              <a:chExt cx="808567" cy="1417267"/>
            </a:xfrm>
          </p:grpSpPr>
          <p:sp>
            <p:nvSpPr>
              <p:cNvPr id="23" name="Google Shape;2217;p59">
                <a:extLst>
                  <a:ext uri="{FF2B5EF4-FFF2-40B4-BE49-F238E27FC236}">
                    <a16:creationId xmlns:a16="http://schemas.microsoft.com/office/drawing/2014/main" id="{4D37954C-1E33-2978-5333-D5C9DA4865D9}"/>
                  </a:ext>
                </a:extLst>
              </p:cNvPr>
              <p:cNvSpPr/>
              <p:nvPr/>
            </p:nvSpPr>
            <p:spPr>
              <a:xfrm>
                <a:off x="7655171" y="2581370"/>
                <a:ext cx="57228" cy="117830"/>
              </a:xfrm>
              <a:custGeom>
                <a:avLst/>
                <a:gdLst/>
                <a:ahLst/>
                <a:cxnLst/>
                <a:rect l="l" t="t" r="r" b="b"/>
                <a:pathLst>
                  <a:path w="2934" h="6041" extrusionOk="0">
                    <a:moveTo>
                      <a:pt x="650" y="0"/>
                    </a:moveTo>
                    <a:lnTo>
                      <a:pt x="0" y="4884"/>
                    </a:lnTo>
                    <a:lnTo>
                      <a:pt x="2225" y="6040"/>
                    </a:lnTo>
                    <a:lnTo>
                      <a:pt x="2933" y="0"/>
                    </a:ln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218;p59">
                <a:extLst>
                  <a:ext uri="{FF2B5EF4-FFF2-40B4-BE49-F238E27FC236}">
                    <a16:creationId xmlns:a16="http://schemas.microsoft.com/office/drawing/2014/main" id="{DD6F1460-8C71-5654-86DF-640F28C61FD3}"/>
                  </a:ext>
                </a:extLst>
              </p:cNvPr>
              <p:cNvSpPr/>
              <p:nvPr/>
            </p:nvSpPr>
            <p:spPr>
              <a:xfrm>
                <a:off x="7653182" y="1892338"/>
                <a:ext cx="181806" cy="758959"/>
              </a:xfrm>
              <a:custGeom>
                <a:avLst/>
                <a:gdLst/>
                <a:ahLst/>
                <a:cxnLst/>
                <a:rect l="l" t="t" r="r" b="b"/>
                <a:pathLst>
                  <a:path w="9321" h="38911" extrusionOk="0">
                    <a:moveTo>
                      <a:pt x="4263" y="0"/>
                    </a:moveTo>
                    <a:lnTo>
                      <a:pt x="1" y="38911"/>
                    </a:lnTo>
                    <a:lnTo>
                      <a:pt x="1" y="38911"/>
                    </a:lnTo>
                    <a:lnTo>
                      <a:pt x="3079" y="38896"/>
                    </a:lnTo>
                    <a:lnTo>
                      <a:pt x="9320" y="2052"/>
                    </a:lnTo>
                    <a:lnTo>
                      <a:pt x="42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219;p59">
                <a:extLst>
                  <a:ext uri="{FF2B5EF4-FFF2-40B4-BE49-F238E27FC236}">
                    <a16:creationId xmlns:a16="http://schemas.microsoft.com/office/drawing/2014/main" id="{2249A4D9-4589-9C2A-9894-A09DD8B83186}"/>
                  </a:ext>
                </a:extLst>
              </p:cNvPr>
              <p:cNvSpPr/>
              <p:nvPr/>
            </p:nvSpPr>
            <p:spPr>
              <a:xfrm>
                <a:off x="7535666" y="2676064"/>
                <a:ext cx="169967" cy="75270"/>
              </a:xfrm>
              <a:custGeom>
                <a:avLst/>
                <a:gdLst/>
                <a:ahLst/>
                <a:cxnLst/>
                <a:rect l="l" t="t" r="r" b="b"/>
                <a:pathLst>
                  <a:path w="8714" h="3859" extrusionOk="0">
                    <a:moveTo>
                      <a:pt x="8699" y="0"/>
                    </a:moveTo>
                    <a:lnTo>
                      <a:pt x="5910" y="29"/>
                    </a:lnTo>
                    <a:lnTo>
                      <a:pt x="3035" y="1633"/>
                    </a:lnTo>
                    <a:lnTo>
                      <a:pt x="1402" y="1965"/>
                    </a:lnTo>
                    <a:cubicBezTo>
                      <a:pt x="665" y="2095"/>
                      <a:pt x="102" y="2731"/>
                      <a:pt x="30" y="3497"/>
                    </a:cubicBezTo>
                    <a:lnTo>
                      <a:pt x="1" y="3858"/>
                    </a:lnTo>
                    <a:lnTo>
                      <a:pt x="8713" y="3815"/>
                    </a:lnTo>
                    <a:lnTo>
                      <a:pt x="86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220;p59">
                <a:extLst>
                  <a:ext uri="{FF2B5EF4-FFF2-40B4-BE49-F238E27FC236}">
                    <a16:creationId xmlns:a16="http://schemas.microsoft.com/office/drawing/2014/main" id="{09B42FCF-E148-56A8-BD5B-1E39BB50AAEC}"/>
                  </a:ext>
                </a:extLst>
              </p:cNvPr>
              <p:cNvSpPr/>
              <p:nvPr/>
            </p:nvSpPr>
            <p:spPr>
              <a:xfrm>
                <a:off x="7610076" y="2650162"/>
                <a:ext cx="30174" cy="42540"/>
              </a:xfrm>
              <a:custGeom>
                <a:avLst/>
                <a:gdLst/>
                <a:ahLst/>
                <a:cxnLst/>
                <a:rect l="l" t="t" r="r" b="b"/>
                <a:pathLst>
                  <a:path w="1547" h="2181" extrusionOk="0">
                    <a:moveTo>
                      <a:pt x="578" y="129"/>
                    </a:moveTo>
                    <a:cubicBezTo>
                      <a:pt x="622" y="129"/>
                      <a:pt x="723" y="143"/>
                      <a:pt x="809" y="201"/>
                    </a:cubicBezTo>
                    <a:cubicBezTo>
                      <a:pt x="1243" y="375"/>
                      <a:pt x="1055" y="1458"/>
                      <a:pt x="911" y="1978"/>
                    </a:cubicBezTo>
                    <a:cubicBezTo>
                      <a:pt x="376" y="1314"/>
                      <a:pt x="174" y="490"/>
                      <a:pt x="376" y="216"/>
                    </a:cubicBezTo>
                    <a:cubicBezTo>
                      <a:pt x="434" y="158"/>
                      <a:pt x="477" y="129"/>
                      <a:pt x="578" y="129"/>
                    </a:cubicBezTo>
                    <a:close/>
                    <a:moveTo>
                      <a:pt x="572" y="0"/>
                    </a:moveTo>
                    <a:cubicBezTo>
                      <a:pt x="404" y="0"/>
                      <a:pt x="309" y="85"/>
                      <a:pt x="260" y="143"/>
                    </a:cubicBezTo>
                    <a:cubicBezTo>
                      <a:pt x="0" y="519"/>
                      <a:pt x="304" y="1502"/>
                      <a:pt x="896" y="2166"/>
                    </a:cubicBezTo>
                    <a:cubicBezTo>
                      <a:pt x="911" y="2181"/>
                      <a:pt x="925" y="2181"/>
                      <a:pt x="954" y="2181"/>
                    </a:cubicBezTo>
                    <a:cubicBezTo>
                      <a:pt x="983" y="2181"/>
                      <a:pt x="1012" y="2166"/>
                      <a:pt x="1012" y="2137"/>
                    </a:cubicBezTo>
                    <a:cubicBezTo>
                      <a:pt x="1026" y="2065"/>
                      <a:pt x="1546" y="360"/>
                      <a:pt x="867" y="71"/>
                    </a:cubicBezTo>
                    <a:cubicBezTo>
                      <a:pt x="750" y="20"/>
                      <a:pt x="652" y="0"/>
                      <a:pt x="5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221;p59">
                <a:extLst>
                  <a:ext uri="{FF2B5EF4-FFF2-40B4-BE49-F238E27FC236}">
                    <a16:creationId xmlns:a16="http://schemas.microsoft.com/office/drawing/2014/main" id="{0CDD2CD0-A5BA-0CDF-4C9F-C2435414EAB7}"/>
                  </a:ext>
                </a:extLst>
              </p:cNvPr>
              <p:cNvSpPr/>
              <p:nvPr/>
            </p:nvSpPr>
            <p:spPr>
              <a:xfrm>
                <a:off x="7626987" y="2674386"/>
                <a:ext cx="43984" cy="21143"/>
              </a:xfrm>
              <a:custGeom>
                <a:avLst/>
                <a:gdLst/>
                <a:ahLst/>
                <a:cxnLst/>
                <a:rect l="l" t="t" r="r" b="b"/>
                <a:pathLst>
                  <a:path w="2255" h="1084" extrusionOk="0">
                    <a:moveTo>
                      <a:pt x="1611" y="126"/>
                    </a:moveTo>
                    <a:cubicBezTo>
                      <a:pt x="1717" y="126"/>
                      <a:pt x="1809" y="153"/>
                      <a:pt x="1879" y="216"/>
                    </a:cubicBezTo>
                    <a:cubicBezTo>
                      <a:pt x="2037" y="390"/>
                      <a:pt x="2095" y="505"/>
                      <a:pt x="2023" y="635"/>
                    </a:cubicBezTo>
                    <a:cubicBezTo>
                      <a:pt x="1909" y="825"/>
                      <a:pt x="1510" y="952"/>
                      <a:pt x="1016" y="952"/>
                    </a:cubicBezTo>
                    <a:cubicBezTo>
                      <a:pt x="757" y="952"/>
                      <a:pt x="471" y="917"/>
                      <a:pt x="188" y="838"/>
                    </a:cubicBezTo>
                    <a:cubicBezTo>
                      <a:pt x="535" y="560"/>
                      <a:pt x="1187" y="126"/>
                      <a:pt x="1611" y="126"/>
                    </a:cubicBezTo>
                    <a:close/>
                    <a:moveTo>
                      <a:pt x="1602" y="1"/>
                    </a:moveTo>
                    <a:cubicBezTo>
                      <a:pt x="973" y="1"/>
                      <a:pt x="62" y="776"/>
                      <a:pt x="15" y="823"/>
                    </a:cubicBezTo>
                    <a:cubicBezTo>
                      <a:pt x="0" y="823"/>
                      <a:pt x="0" y="852"/>
                      <a:pt x="0" y="866"/>
                    </a:cubicBezTo>
                    <a:cubicBezTo>
                      <a:pt x="0" y="910"/>
                      <a:pt x="15" y="924"/>
                      <a:pt x="29" y="924"/>
                    </a:cubicBezTo>
                    <a:cubicBezTo>
                      <a:pt x="361" y="1040"/>
                      <a:pt x="694" y="1083"/>
                      <a:pt x="1026" y="1083"/>
                    </a:cubicBezTo>
                    <a:cubicBezTo>
                      <a:pt x="1546" y="1083"/>
                      <a:pt x="1994" y="939"/>
                      <a:pt x="2124" y="708"/>
                    </a:cubicBezTo>
                    <a:cubicBezTo>
                      <a:pt x="2196" y="606"/>
                      <a:pt x="2254" y="404"/>
                      <a:pt x="1965" y="130"/>
                    </a:cubicBezTo>
                    <a:cubicBezTo>
                      <a:pt x="1866" y="38"/>
                      <a:pt x="1741" y="1"/>
                      <a:pt x="16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222;p59">
                <a:extLst>
                  <a:ext uri="{FF2B5EF4-FFF2-40B4-BE49-F238E27FC236}">
                    <a16:creationId xmlns:a16="http://schemas.microsoft.com/office/drawing/2014/main" id="{67BC16C0-4664-08E1-DFD4-2C0A10C72E64}"/>
                  </a:ext>
                </a:extLst>
              </p:cNvPr>
              <p:cNvSpPr/>
              <p:nvPr/>
            </p:nvSpPr>
            <p:spPr>
              <a:xfrm>
                <a:off x="7535959" y="2735806"/>
                <a:ext cx="170240" cy="15799"/>
              </a:xfrm>
              <a:custGeom>
                <a:avLst/>
                <a:gdLst/>
                <a:ahLst/>
                <a:cxnLst/>
                <a:rect l="l" t="t" r="r" b="b"/>
                <a:pathLst>
                  <a:path w="8728" h="810" extrusionOk="0">
                    <a:moveTo>
                      <a:pt x="8727" y="0"/>
                    </a:moveTo>
                    <a:lnTo>
                      <a:pt x="0" y="29"/>
                    </a:lnTo>
                    <a:lnTo>
                      <a:pt x="0" y="810"/>
                    </a:lnTo>
                    <a:lnTo>
                      <a:pt x="8727" y="781"/>
                    </a:lnTo>
                    <a:lnTo>
                      <a:pt x="87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223;p59">
                <a:extLst>
                  <a:ext uri="{FF2B5EF4-FFF2-40B4-BE49-F238E27FC236}">
                    <a16:creationId xmlns:a16="http://schemas.microsoft.com/office/drawing/2014/main" id="{23EAC1FB-2BD5-0D3B-C945-B871ADB666E6}"/>
                  </a:ext>
                </a:extLst>
              </p:cNvPr>
              <p:cNvSpPr/>
              <p:nvPr/>
            </p:nvSpPr>
            <p:spPr>
              <a:xfrm>
                <a:off x="7881463" y="2580531"/>
                <a:ext cx="45115" cy="117810"/>
              </a:xfrm>
              <a:custGeom>
                <a:avLst/>
                <a:gdLst/>
                <a:ahLst/>
                <a:cxnLst/>
                <a:rect l="l" t="t" r="r" b="b"/>
                <a:pathLst>
                  <a:path w="2313" h="6040" extrusionOk="0">
                    <a:moveTo>
                      <a:pt x="2298" y="0"/>
                    </a:moveTo>
                    <a:lnTo>
                      <a:pt x="0" y="15"/>
                    </a:lnTo>
                    <a:lnTo>
                      <a:pt x="102" y="6040"/>
                    </a:lnTo>
                    <a:lnTo>
                      <a:pt x="2312" y="4869"/>
                    </a:lnTo>
                    <a:lnTo>
                      <a:pt x="2298" y="0"/>
                    </a:ln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224;p59">
                <a:extLst>
                  <a:ext uri="{FF2B5EF4-FFF2-40B4-BE49-F238E27FC236}">
                    <a16:creationId xmlns:a16="http://schemas.microsoft.com/office/drawing/2014/main" id="{B26096C0-5173-0F14-DC7A-A0FF2943BAB6}"/>
                  </a:ext>
                </a:extLst>
              </p:cNvPr>
              <p:cNvSpPr/>
              <p:nvPr/>
            </p:nvSpPr>
            <p:spPr>
              <a:xfrm>
                <a:off x="7875261" y="2675498"/>
                <a:ext cx="169108" cy="73007"/>
              </a:xfrm>
              <a:custGeom>
                <a:avLst/>
                <a:gdLst/>
                <a:ahLst/>
                <a:cxnLst/>
                <a:rect l="l" t="t" r="r" b="b"/>
                <a:pathLst>
                  <a:path w="8670" h="3743" extrusionOk="0">
                    <a:moveTo>
                      <a:pt x="1" y="0"/>
                    </a:moveTo>
                    <a:lnTo>
                      <a:pt x="15" y="3743"/>
                    </a:lnTo>
                    <a:lnTo>
                      <a:pt x="8670" y="3699"/>
                    </a:lnTo>
                    <a:lnTo>
                      <a:pt x="8626" y="3367"/>
                    </a:lnTo>
                    <a:cubicBezTo>
                      <a:pt x="8554" y="2616"/>
                      <a:pt x="8020" y="2009"/>
                      <a:pt x="7268" y="1864"/>
                    </a:cubicBezTo>
                    <a:lnTo>
                      <a:pt x="5664" y="1561"/>
                    </a:lnTo>
                    <a:lnTo>
                      <a:pt x="28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225;p59">
                <a:extLst>
                  <a:ext uri="{FF2B5EF4-FFF2-40B4-BE49-F238E27FC236}">
                    <a16:creationId xmlns:a16="http://schemas.microsoft.com/office/drawing/2014/main" id="{77BF8F6B-4F24-4D73-B013-391082781E55}"/>
                  </a:ext>
                </a:extLst>
              </p:cNvPr>
              <p:cNvSpPr/>
              <p:nvPr/>
            </p:nvSpPr>
            <p:spPr>
              <a:xfrm>
                <a:off x="7845672" y="1957717"/>
                <a:ext cx="99495" cy="693871"/>
              </a:xfrm>
              <a:custGeom>
                <a:avLst/>
                <a:gdLst/>
                <a:ahLst/>
                <a:cxnLst/>
                <a:rect l="l" t="t" r="r" b="b"/>
                <a:pathLst>
                  <a:path w="5101" h="35574" extrusionOk="0">
                    <a:moveTo>
                      <a:pt x="0" y="0"/>
                    </a:moveTo>
                    <a:lnTo>
                      <a:pt x="1388" y="35573"/>
                    </a:lnTo>
                    <a:lnTo>
                      <a:pt x="4508" y="35559"/>
                    </a:lnTo>
                    <a:lnTo>
                      <a:pt x="5101" y="159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226;p59">
                <a:extLst>
                  <a:ext uri="{FF2B5EF4-FFF2-40B4-BE49-F238E27FC236}">
                    <a16:creationId xmlns:a16="http://schemas.microsoft.com/office/drawing/2014/main" id="{9E40EBC6-8AA4-9300-7A74-E68F5AB6A92A}"/>
                  </a:ext>
                </a:extLst>
              </p:cNvPr>
              <p:cNvSpPr/>
              <p:nvPr/>
            </p:nvSpPr>
            <p:spPr>
              <a:xfrm>
                <a:off x="7941771" y="2648738"/>
                <a:ext cx="29882" cy="42560"/>
              </a:xfrm>
              <a:custGeom>
                <a:avLst/>
                <a:gdLst/>
                <a:ahLst/>
                <a:cxnLst/>
                <a:rect l="l" t="t" r="r" b="b"/>
                <a:pathLst>
                  <a:path w="1532" h="2182" extrusionOk="0">
                    <a:moveTo>
                      <a:pt x="954" y="130"/>
                    </a:moveTo>
                    <a:cubicBezTo>
                      <a:pt x="1055" y="130"/>
                      <a:pt x="1099" y="159"/>
                      <a:pt x="1142" y="216"/>
                    </a:cubicBezTo>
                    <a:cubicBezTo>
                      <a:pt x="1359" y="505"/>
                      <a:pt x="1156" y="1315"/>
                      <a:pt x="622" y="1994"/>
                    </a:cubicBezTo>
                    <a:cubicBezTo>
                      <a:pt x="477" y="1459"/>
                      <a:pt x="275" y="404"/>
                      <a:pt x="708" y="202"/>
                    </a:cubicBezTo>
                    <a:cubicBezTo>
                      <a:pt x="810" y="144"/>
                      <a:pt x="882" y="130"/>
                      <a:pt x="954" y="130"/>
                    </a:cubicBezTo>
                    <a:close/>
                    <a:moveTo>
                      <a:pt x="960" y="1"/>
                    </a:moveTo>
                    <a:cubicBezTo>
                      <a:pt x="880" y="1"/>
                      <a:pt x="782" y="20"/>
                      <a:pt x="665" y="72"/>
                    </a:cubicBezTo>
                    <a:cubicBezTo>
                      <a:pt x="0" y="361"/>
                      <a:pt x="521" y="2066"/>
                      <a:pt x="549" y="2138"/>
                    </a:cubicBezTo>
                    <a:cubicBezTo>
                      <a:pt x="549" y="2167"/>
                      <a:pt x="564" y="2181"/>
                      <a:pt x="593" y="2181"/>
                    </a:cubicBezTo>
                    <a:cubicBezTo>
                      <a:pt x="622" y="2181"/>
                      <a:pt x="636" y="2167"/>
                      <a:pt x="651" y="2167"/>
                    </a:cubicBezTo>
                    <a:cubicBezTo>
                      <a:pt x="1243" y="1502"/>
                      <a:pt x="1532" y="520"/>
                      <a:pt x="1272" y="144"/>
                    </a:cubicBezTo>
                    <a:cubicBezTo>
                      <a:pt x="1223" y="86"/>
                      <a:pt x="1128" y="1"/>
                      <a:pt x="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227;p59">
                <a:extLst>
                  <a:ext uri="{FF2B5EF4-FFF2-40B4-BE49-F238E27FC236}">
                    <a16:creationId xmlns:a16="http://schemas.microsoft.com/office/drawing/2014/main" id="{F8B4C45F-7147-4FBA-9AC5-894191B3692F}"/>
                  </a:ext>
                </a:extLst>
              </p:cNvPr>
              <p:cNvSpPr/>
              <p:nvPr/>
            </p:nvSpPr>
            <p:spPr>
              <a:xfrm>
                <a:off x="7910778" y="2672963"/>
                <a:ext cx="43984" cy="21143"/>
              </a:xfrm>
              <a:custGeom>
                <a:avLst/>
                <a:gdLst/>
                <a:ahLst/>
                <a:cxnLst/>
                <a:rect l="l" t="t" r="r" b="b"/>
                <a:pathLst>
                  <a:path w="2255" h="1084" extrusionOk="0">
                    <a:moveTo>
                      <a:pt x="650" y="145"/>
                    </a:moveTo>
                    <a:cubicBezTo>
                      <a:pt x="1084" y="145"/>
                      <a:pt x="1734" y="564"/>
                      <a:pt x="2081" y="838"/>
                    </a:cubicBezTo>
                    <a:cubicBezTo>
                      <a:pt x="1784" y="925"/>
                      <a:pt x="1489" y="963"/>
                      <a:pt x="1223" y="963"/>
                    </a:cubicBezTo>
                    <a:cubicBezTo>
                      <a:pt x="739" y="963"/>
                      <a:pt x="353" y="837"/>
                      <a:pt x="231" y="651"/>
                    </a:cubicBezTo>
                    <a:cubicBezTo>
                      <a:pt x="159" y="535"/>
                      <a:pt x="217" y="405"/>
                      <a:pt x="376" y="246"/>
                    </a:cubicBezTo>
                    <a:cubicBezTo>
                      <a:pt x="448" y="188"/>
                      <a:pt x="549" y="145"/>
                      <a:pt x="650" y="145"/>
                    </a:cubicBezTo>
                    <a:close/>
                    <a:moveTo>
                      <a:pt x="657" y="0"/>
                    </a:moveTo>
                    <a:cubicBezTo>
                      <a:pt x="516" y="0"/>
                      <a:pt x="389" y="38"/>
                      <a:pt x="289" y="130"/>
                    </a:cubicBezTo>
                    <a:cubicBezTo>
                      <a:pt x="0" y="405"/>
                      <a:pt x="72" y="607"/>
                      <a:pt x="130" y="708"/>
                    </a:cubicBezTo>
                    <a:cubicBezTo>
                      <a:pt x="275" y="968"/>
                      <a:pt x="708" y="1084"/>
                      <a:pt x="1214" y="1084"/>
                    </a:cubicBezTo>
                    <a:cubicBezTo>
                      <a:pt x="1532" y="1084"/>
                      <a:pt x="1893" y="1041"/>
                      <a:pt x="2225" y="911"/>
                    </a:cubicBezTo>
                    <a:cubicBezTo>
                      <a:pt x="2240" y="896"/>
                      <a:pt x="2254" y="867"/>
                      <a:pt x="2254" y="853"/>
                    </a:cubicBezTo>
                    <a:cubicBezTo>
                      <a:pt x="2254" y="838"/>
                      <a:pt x="2254" y="824"/>
                      <a:pt x="2240" y="795"/>
                    </a:cubicBezTo>
                    <a:cubicBezTo>
                      <a:pt x="2192" y="760"/>
                      <a:pt x="1286" y="0"/>
                      <a:pt x="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228;p59">
                <a:extLst>
                  <a:ext uri="{FF2B5EF4-FFF2-40B4-BE49-F238E27FC236}">
                    <a16:creationId xmlns:a16="http://schemas.microsoft.com/office/drawing/2014/main" id="{500967AD-1C33-D09A-66CA-1E8915E90895}"/>
                  </a:ext>
                </a:extLst>
              </p:cNvPr>
              <p:cNvSpPr/>
              <p:nvPr/>
            </p:nvSpPr>
            <p:spPr>
              <a:xfrm>
                <a:off x="7874422" y="2734109"/>
                <a:ext cx="170240" cy="15799"/>
              </a:xfrm>
              <a:custGeom>
                <a:avLst/>
                <a:gdLst/>
                <a:ahLst/>
                <a:cxnLst/>
                <a:rect l="l" t="t" r="r" b="b"/>
                <a:pathLst>
                  <a:path w="8728" h="810" extrusionOk="0">
                    <a:moveTo>
                      <a:pt x="8727" y="1"/>
                    </a:moveTo>
                    <a:lnTo>
                      <a:pt x="0" y="44"/>
                    </a:lnTo>
                    <a:lnTo>
                      <a:pt x="15" y="810"/>
                    </a:lnTo>
                    <a:lnTo>
                      <a:pt x="8727" y="766"/>
                    </a:lnTo>
                    <a:lnTo>
                      <a:pt x="87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229;p59">
                <a:extLst>
                  <a:ext uri="{FF2B5EF4-FFF2-40B4-BE49-F238E27FC236}">
                    <a16:creationId xmlns:a16="http://schemas.microsoft.com/office/drawing/2014/main" id="{F313A940-B2EF-6AF0-6E30-9D6A56999066}"/>
                  </a:ext>
                </a:extLst>
              </p:cNvPr>
              <p:cNvSpPr/>
              <p:nvPr/>
            </p:nvSpPr>
            <p:spPr>
              <a:xfrm>
                <a:off x="7728430" y="1883601"/>
                <a:ext cx="217305" cy="105990"/>
              </a:xfrm>
              <a:custGeom>
                <a:avLst/>
                <a:gdLst/>
                <a:ahLst/>
                <a:cxnLst/>
                <a:rect l="l" t="t" r="r" b="b"/>
                <a:pathLst>
                  <a:path w="11141" h="5434" extrusionOk="0">
                    <a:moveTo>
                      <a:pt x="11141" y="0"/>
                    </a:moveTo>
                    <a:lnTo>
                      <a:pt x="405" y="448"/>
                    </a:lnTo>
                    <a:lnTo>
                      <a:pt x="1" y="5433"/>
                    </a:lnTo>
                    <a:lnTo>
                      <a:pt x="11112" y="5390"/>
                    </a:lnTo>
                    <a:lnTo>
                      <a:pt x="1114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230;p59">
                <a:extLst>
                  <a:ext uri="{FF2B5EF4-FFF2-40B4-BE49-F238E27FC236}">
                    <a16:creationId xmlns:a16="http://schemas.microsoft.com/office/drawing/2014/main" id="{2D629261-72F7-77E9-9C11-B58A5C153DB6}"/>
                  </a:ext>
                </a:extLst>
              </p:cNvPr>
              <p:cNvSpPr/>
              <p:nvPr/>
            </p:nvSpPr>
            <p:spPr>
              <a:xfrm>
                <a:off x="7824256" y="1928129"/>
                <a:ext cx="1716" cy="61168"/>
              </a:xfrm>
              <a:custGeom>
                <a:avLst/>
                <a:gdLst/>
                <a:ahLst/>
                <a:cxnLst/>
                <a:rect l="l" t="t" r="r" b="b"/>
                <a:pathLst>
                  <a:path w="88" h="3136" extrusionOk="0">
                    <a:moveTo>
                      <a:pt x="0" y="0"/>
                    </a:moveTo>
                    <a:lnTo>
                      <a:pt x="15" y="3136"/>
                    </a:lnTo>
                    <a:lnTo>
                      <a:pt x="87" y="3136"/>
                    </a:lnTo>
                    <a:lnTo>
                      <a:pt x="73"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231;p59">
                <a:extLst>
                  <a:ext uri="{FF2B5EF4-FFF2-40B4-BE49-F238E27FC236}">
                    <a16:creationId xmlns:a16="http://schemas.microsoft.com/office/drawing/2014/main" id="{D7ED8453-E8E6-3D30-C4E1-15F66A615DD7}"/>
                  </a:ext>
                </a:extLst>
              </p:cNvPr>
              <p:cNvSpPr/>
              <p:nvPr/>
            </p:nvSpPr>
            <p:spPr>
              <a:xfrm>
                <a:off x="7734360" y="1902754"/>
                <a:ext cx="176442" cy="8758"/>
              </a:xfrm>
              <a:custGeom>
                <a:avLst/>
                <a:gdLst/>
                <a:ahLst/>
                <a:cxnLst/>
                <a:rect l="l" t="t" r="r" b="b"/>
                <a:pathLst>
                  <a:path w="9046" h="449" extrusionOk="0">
                    <a:moveTo>
                      <a:pt x="9045" y="1"/>
                    </a:moveTo>
                    <a:lnTo>
                      <a:pt x="0" y="391"/>
                    </a:lnTo>
                    <a:lnTo>
                      <a:pt x="0" y="449"/>
                    </a:lnTo>
                    <a:lnTo>
                      <a:pt x="9045" y="73"/>
                    </a:lnTo>
                    <a:lnTo>
                      <a:pt x="9045"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232;p59">
                <a:extLst>
                  <a:ext uri="{FF2B5EF4-FFF2-40B4-BE49-F238E27FC236}">
                    <a16:creationId xmlns:a16="http://schemas.microsoft.com/office/drawing/2014/main" id="{54BEB2C1-56D9-8DDB-9307-B05318B4177B}"/>
                  </a:ext>
                </a:extLst>
              </p:cNvPr>
              <p:cNvSpPr/>
              <p:nvPr/>
            </p:nvSpPr>
            <p:spPr>
              <a:xfrm>
                <a:off x="7885130" y="1883601"/>
                <a:ext cx="60602" cy="52429"/>
              </a:xfrm>
              <a:custGeom>
                <a:avLst/>
                <a:gdLst/>
                <a:ahLst/>
                <a:cxnLst/>
                <a:rect l="l" t="t" r="r" b="b"/>
                <a:pathLst>
                  <a:path w="3107" h="2688" extrusionOk="0">
                    <a:moveTo>
                      <a:pt x="3107" y="0"/>
                    </a:moveTo>
                    <a:lnTo>
                      <a:pt x="72" y="130"/>
                    </a:lnTo>
                    <a:cubicBezTo>
                      <a:pt x="72" y="130"/>
                      <a:pt x="0" y="2226"/>
                      <a:pt x="3063" y="2688"/>
                    </a:cubicBezTo>
                    <a:lnTo>
                      <a:pt x="3107"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233;p59">
                <a:extLst>
                  <a:ext uri="{FF2B5EF4-FFF2-40B4-BE49-F238E27FC236}">
                    <a16:creationId xmlns:a16="http://schemas.microsoft.com/office/drawing/2014/main" id="{69B60A41-9EC8-B5EA-3DEA-679D0D77DA89}"/>
                  </a:ext>
                </a:extLst>
              </p:cNvPr>
              <p:cNvSpPr/>
              <p:nvPr/>
            </p:nvSpPr>
            <p:spPr>
              <a:xfrm>
                <a:off x="7736329" y="1574729"/>
                <a:ext cx="233358" cy="317639"/>
              </a:xfrm>
              <a:custGeom>
                <a:avLst/>
                <a:gdLst/>
                <a:ahLst/>
                <a:cxnLst/>
                <a:rect l="l" t="t" r="r" b="b"/>
                <a:pathLst>
                  <a:path w="11964" h="16285" extrusionOk="0">
                    <a:moveTo>
                      <a:pt x="795" y="1"/>
                    </a:moveTo>
                    <a:lnTo>
                      <a:pt x="0" y="16284"/>
                    </a:lnTo>
                    <a:lnTo>
                      <a:pt x="10736" y="15836"/>
                    </a:lnTo>
                    <a:lnTo>
                      <a:pt x="11964" y="579"/>
                    </a:lnTo>
                    <a:lnTo>
                      <a:pt x="7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234;p59">
                <a:extLst>
                  <a:ext uri="{FF2B5EF4-FFF2-40B4-BE49-F238E27FC236}">
                    <a16:creationId xmlns:a16="http://schemas.microsoft.com/office/drawing/2014/main" id="{606000F3-3962-5B76-9AC2-823F3302BD5C}"/>
                  </a:ext>
                </a:extLst>
              </p:cNvPr>
              <p:cNvSpPr/>
              <p:nvPr/>
            </p:nvSpPr>
            <p:spPr>
              <a:xfrm>
                <a:off x="7944580" y="1676464"/>
                <a:ext cx="16930" cy="132205"/>
              </a:xfrm>
              <a:custGeom>
                <a:avLst/>
                <a:gdLst/>
                <a:ahLst/>
                <a:cxnLst/>
                <a:rect l="l" t="t" r="r" b="b"/>
                <a:pathLst>
                  <a:path w="868" h="6778" extrusionOk="0">
                    <a:moveTo>
                      <a:pt x="1" y="1"/>
                    </a:moveTo>
                    <a:lnTo>
                      <a:pt x="362" y="6777"/>
                    </a:lnTo>
                    <a:lnTo>
                      <a:pt x="868" y="579"/>
                    </a:lnTo>
                    <a:lnTo>
                      <a:pt x="1"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235;p59">
                <a:extLst>
                  <a:ext uri="{FF2B5EF4-FFF2-40B4-BE49-F238E27FC236}">
                    <a16:creationId xmlns:a16="http://schemas.microsoft.com/office/drawing/2014/main" id="{DE84BD2E-5590-5D92-B609-8F3E80E2742E}"/>
                  </a:ext>
                </a:extLst>
              </p:cNvPr>
              <p:cNvSpPr/>
              <p:nvPr/>
            </p:nvSpPr>
            <p:spPr>
              <a:xfrm>
                <a:off x="7379259" y="1379432"/>
                <a:ext cx="75835" cy="49055"/>
              </a:xfrm>
              <a:custGeom>
                <a:avLst/>
                <a:gdLst/>
                <a:ahLst/>
                <a:cxnLst/>
                <a:rect l="l" t="t" r="r" b="b"/>
                <a:pathLst>
                  <a:path w="3888" h="2515" extrusionOk="0">
                    <a:moveTo>
                      <a:pt x="547" y="0"/>
                    </a:moveTo>
                    <a:cubicBezTo>
                      <a:pt x="443" y="0"/>
                      <a:pt x="339" y="33"/>
                      <a:pt x="246" y="102"/>
                    </a:cubicBezTo>
                    <a:cubicBezTo>
                      <a:pt x="1" y="290"/>
                      <a:pt x="1" y="694"/>
                      <a:pt x="275" y="868"/>
                    </a:cubicBezTo>
                    <a:lnTo>
                      <a:pt x="2472" y="2515"/>
                    </a:lnTo>
                    <a:cubicBezTo>
                      <a:pt x="2472" y="2515"/>
                      <a:pt x="3815" y="2240"/>
                      <a:pt x="3887" y="2197"/>
                    </a:cubicBezTo>
                    <a:cubicBezTo>
                      <a:pt x="3887" y="2197"/>
                      <a:pt x="1619" y="622"/>
                      <a:pt x="810" y="73"/>
                    </a:cubicBezTo>
                    <a:cubicBezTo>
                      <a:pt x="729" y="25"/>
                      <a:pt x="638" y="0"/>
                      <a:pt x="547" y="0"/>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236;p59">
                <a:extLst>
                  <a:ext uri="{FF2B5EF4-FFF2-40B4-BE49-F238E27FC236}">
                    <a16:creationId xmlns:a16="http://schemas.microsoft.com/office/drawing/2014/main" id="{5321A38B-041E-CEBE-9098-873993133A60}"/>
                  </a:ext>
                </a:extLst>
              </p:cNvPr>
              <p:cNvSpPr/>
              <p:nvPr/>
            </p:nvSpPr>
            <p:spPr>
              <a:xfrm>
                <a:off x="7374188" y="1413818"/>
                <a:ext cx="111335" cy="59705"/>
              </a:xfrm>
              <a:custGeom>
                <a:avLst/>
                <a:gdLst/>
                <a:ahLst/>
                <a:cxnLst/>
                <a:rect l="l" t="t" r="r" b="b"/>
                <a:pathLst>
                  <a:path w="5708" h="3061" extrusionOk="0">
                    <a:moveTo>
                      <a:pt x="2457" y="0"/>
                    </a:moveTo>
                    <a:cubicBezTo>
                      <a:pt x="2457" y="0"/>
                      <a:pt x="1" y="810"/>
                      <a:pt x="781" y="1850"/>
                    </a:cubicBezTo>
                    <a:cubicBezTo>
                      <a:pt x="1347" y="2615"/>
                      <a:pt x="1738" y="3060"/>
                      <a:pt x="2620" y="3060"/>
                    </a:cubicBezTo>
                    <a:cubicBezTo>
                      <a:pt x="2955" y="3060"/>
                      <a:pt x="3361" y="2996"/>
                      <a:pt x="3873" y="2861"/>
                    </a:cubicBezTo>
                    <a:cubicBezTo>
                      <a:pt x="5708" y="2399"/>
                      <a:pt x="4986" y="1084"/>
                      <a:pt x="4986" y="1084"/>
                    </a:cubicBezTo>
                    <a:lnTo>
                      <a:pt x="4147" y="434"/>
                    </a:lnTo>
                    <a:lnTo>
                      <a:pt x="2457" y="0"/>
                    </a:ln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237;p59">
                <a:extLst>
                  <a:ext uri="{FF2B5EF4-FFF2-40B4-BE49-F238E27FC236}">
                    <a16:creationId xmlns:a16="http://schemas.microsoft.com/office/drawing/2014/main" id="{C4BE4BD6-08EA-D2F3-A50E-DA116DA2DC16}"/>
                  </a:ext>
                </a:extLst>
              </p:cNvPr>
              <p:cNvSpPr/>
              <p:nvPr/>
            </p:nvSpPr>
            <p:spPr>
              <a:xfrm>
                <a:off x="7447174" y="1434961"/>
                <a:ext cx="56682" cy="76674"/>
              </a:xfrm>
              <a:custGeom>
                <a:avLst/>
                <a:gdLst/>
                <a:ahLst/>
                <a:cxnLst/>
                <a:rect l="l" t="t" r="r" b="b"/>
                <a:pathLst>
                  <a:path w="2906" h="3931" extrusionOk="0">
                    <a:moveTo>
                      <a:pt x="1244" y="0"/>
                    </a:moveTo>
                    <a:lnTo>
                      <a:pt x="1" y="1286"/>
                    </a:lnTo>
                    <a:lnTo>
                      <a:pt x="2154" y="3930"/>
                    </a:lnTo>
                    <a:lnTo>
                      <a:pt x="2905" y="1835"/>
                    </a:lnTo>
                    <a:lnTo>
                      <a:pt x="1244" y="0"/>
                    </a:ln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238;p59">
                <a:extLst>
                  <a:ext uri="{FF2B5EF4-FFF2-40B4-BE49-F238E27FC236}">
                    <a16:creationId xmlns:a16="http://schemas.microsoft.com/office/drawing/2014/main" id="{50A5211C-5BF1-FAE2-3057-34A2FF839328}"/>
                  </a:ext>
                </a:extLst>
              </p:cNvPr>
              <p:cNvSpPr/>
              <p:nvPr/>
            </p:nvSpPr>
            <p:spPr>
              <a:xfrm>
                <a:off x="7469156" y="1456649"/>
                <a:ext cx="294818" cy="205466"/>
              </a:xfrm>
              <a:custGeom>
                <a:avLst/>
                <a:gdLst/>
                <a:ahLst/>
                <a:cxnLst/>
                <a:rect l="l" t="t" r="r" b="b"/>
                <a:pathLst>
                  <a:path w="15115" h="10534" extrusionOk="0">
                    <a:moveTo>
                      <a:pt x="1475" y="1"/>
                    </a:moveTo>
                    <a:lnTo>
                      <a:pt x="1" y="2818"/>
                    </a:lnTo>
                    <a:lnTo>
                      <a:pt x="5607" y="9378"/>
                    </a:lnTo>
                    <a:cubicBezTo>
                      <a:pt x="6012" y="9912"/>
                      <a:pt x="6647" y="10245"/>
                      <a:pt x="7312" y="10259"/>
                    </a:cubicBezTo>
                    <a:lnTo>
                      <a:pt x="15114" y="10534"/>
                    </a:lnTo>
                    <a:lnTo>
                      <a:pt x="14493" y="6055"/>
                    </a:lnTo>
                    <a:lnTo>
                      <a:pt x="7948" y="6358"/>
                    </a:lnTo>
                    <a:lnTo>
                      <a:pt x="14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239;p59">
                <a:extLst>
                  <a:ext uri="{FF2B5EF4-FFF2-40B4-BE49-F238E27FC236}">
                    <a16:creationId xmlns:a16="http://schemas.microsoft.com/office/drawing/2014/main" id="{0D43CE03-F9EF-1564-1CE8-15425C366829}"/>
                  </a:ext>
                </a:extLst>
              </p:cNvPr>
              <p:cNvSpPr/>
              <p:nvPr/>
            </p:nvSpPr>
            <p:spPr>
              <a:xfrm>
                <a:off x="7635725" y="1643775"/>
                <a:ext cx="112739" cy="18335"/>
              </a:xfrm>
              <a:custGeom>
                <a:avLst/>
                <a:gdLst/>
                <a:ahLst/>
                <a:cxnLst/>
                <a:rect l="l" t="t" r="r" b="b"/>
                <a:pathLst>
                  <a:path w="5780" h="940" extrusionOk="0">
                    <a:moveTo>
                      <a:pt x="5780" y="1"/>
                    </a:moveTo>
                    <a:lnTo>
                      <a:pt x="0" y="709"/>
                    </a:lnTo>
                    <a:lnTo>
                      <a:pt x="5736" y="940"/>
                    </a:lnTo>
                    <a:cubicBezTo>
                      <a:pt x="5736" y="896"/>
                      <a:pt x="5780" y="1"/>
                      <a:pt x="5780"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240;p59">
                <a:extLst>
                  <a:ext uri="{FF2B5EF4-FFF2-40B4-BE49-F238E27FC236}">
                    <a16:creationId xmlns:a16="http://schemas.microsoft.com/office/drawing/2014/main" id="{AF34275D-60A0-07DE-D0F3-A2F951A44112}"/>
                  </a:ext>
                </a:extLst>
              </p:cNvPr>
              <p:cNvSpPr/>
              <p:nvPr/>
            </p:nvSpPr>
            <p:spPr>
              <a:xfrm>
                <a:off x="7623593" y="1580093"/>
                <a:ext cx="23426" cy="23406"/>
              </a:xfrm>
              <a:custGeom>
                <a:avLst/>
                <a:gdLst/>
                <a:ahLst/>
                <a:cxnLst/>
                <a:rect l="l" t="t" r="r" b="b"/>
                <a:pathLst>
                  <a:path w="1201" h="1200" extrusionOk="0">
                    <a:moveTo>
                      <a:pt x="44" y="0"/>
                    </a:moveTo>
                    <a:lnTo>
                      <a:pt x="1" y="43"/>
                    </a:lnTo>
                    <a:lnTo>
                      <a:pt x="1142" y="1199"/>
                    </a:lnTo>
                    <a:lnTo>
                      <a:pt x="1200" y="1156"/>
                    </a:lnTo>
                    <a:lnTo>
                      <a:pt x="44"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241;p59">
                <a:extLst>
                  <a:ext uri="{FF2B5EF4-FFF2-40B4-BE49-F238E27FC236}">
                    <a16:creationId xmlns:a16="http://schemas.microsoft.com/office/drawing/2014/main" id="{1E49FAC6-6A91-E123-E4D0-DF92B73A0976}"/>
                  </a:ext>
                </a:extLst>
              </p:cNvPr>
              <p:cNvSpPr/>
              <p:nvPr/>
            </p:nvSpPr>
            <p:spPr>
              <a:xfrm>
                <a:off x="7907385" y="1831173"/>
                <a:ext cx="85139" cy="78937"/>
              </a:xfrm>
              <a:custGeom>
                <a:avLst/>
                <a:gdLst/>
                <a:ahLst/>
                <a:cxnLst/>
                <a:rect l="l" t="t" r="r" b="b"/>
                <a:pathLst>
                  <a:path w="4365" h="4047" extrusionOk="0">
                    <a:moveTo>
                      <a:pt x="2135" y="1"/>
                    </a:moveTo>
                    <a:cubicBezTo>
                      <a:pt x="2127" y="1"/>
                      <a:pt x="2118" y="1"/>
                      <a:pt x="2110" y="1"/>
                    </a:cubicBezTo>
                    <a:cubicBezTo>
                      <a:pt x="1027" y="1"/>
                      <a:pt x="1" y="1012"/>
                      <a:pt x="1" y="2096"/>
                    </a:cubicBezTo>
                    <a:cubicBezTo>
                      <a:pt x="15" y="3180"/>
                      <a:pt x="882" y="4047"/>
                      <a:pt x="1966" y="4047"/>
                    </a:cubicBezTo>
                    <a:cubicBezTo>
                      <a:pt x="3049" y="4032"/>
                      <a:pt x="4364" y="3093"/>
                      <a:pt x="4364" y="2009"/>
                    </a:cubicBezTo>
                    <a:cubicBezTo>
                      <a:pt x="4364" y="934"/>
                      <a:pt x="3212" y="1"/>
                      <a:pt x="2135"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242;p59">
                <a:extLst>
                  <a:ext uri="{FF2B5EF4-FFF2-40B4-BE49-F238E27FC236}">
                    <a16:creationId xmlns:a16="http://schemas.microsoft.com/office/drawing/2014/main" id="{D2D2FE26-F867-C0EC-DB40-2808D1E8F79D}"/>
                  </a:ext>
                </a:extLst>
              </p:cNvPr>
              <p:cNvSpPr/>
              <p:nvPr/>
            </p:nvSpPr>
            <p:spPr>
              <a:xfrm>
                <a:off x="7931063" y="1801877"/>
                <a:ext cx="100061" cy="56389"/>
              </a:xfrm>
              <a:custGeom>
                <a:avLst/>
                <a:gdLst/>
                <a:ahLst/>
                <a:cxnLst/>
                <a:rect l="l" t="t" r="r" b="b"/>
                <a:pathLst>
                  <a:path w="5130" h="2891" extrusionOk="0">
                    <a:moveTo>
                      <a:pt x="4248" y="0"/>
                    </a:moveTo>
                    <a:lnTo>
                      <a:pt x="0" y="1720"/>
                    </a:lnTo>
                    <a:lnTo>
                      <a:pt x="1763" y="2890"/>
                    </a:lnTo>
                    <a:cubicBezTo>
                      <a:pt x="1763" y="2890"/>
                      <a:pt x="4971" y="1763"/>
                      <a:pt x="5057" y="1705"/>
                    </a:cubicBezTo>
                    <a:cubicBezTo>
                      <a:pt x="5130" y="1604"/>
                      <a:pt x="4248" y="0"/>
                      <a:pt x="4248" y="0"/>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243;p59">
                <a:extLst>
                  <a:ext uri="{FF2B5EF4-FFF2-40B4-BE49-F238E27FC236}">
                    <a16:creationId xmlns:a16="http://schemas.microsoft.com/office/drawing/2014/main" id="{256F5FF2-A7E5-7C1E-302C-2273E97F5E91}"/>
                  </a:ext>
                </a:extLst>
              </p:cNvPr>
              <p:cNvSpPr/>
              <p:nvPr/>
            </p:nvSpPr>
            <p:spPr>
              <a:xfrm>
                <a:off x="7944580" y="1586003"/>
                <a:ext cx="238176" cy="273109"/>
              </a:xfrm>
              <a:custGeom>
                <a:avLst/>
                <a:gdLst/>
                <a:ahLst/>
                <a:cxnLst/>
                <a:rect l="l" t="t" r="r" b="b"/>
                <a:pathLst>
                  <a:path w="12211" h="14002" extrusionOk="0">
                    <a:moveTo>
                      <a:pt x="1287" y="1"/>
                    </a:moveTo>
                    <a:lnTo>
                      <a:pt x="1" y="4639"/>
                    </a:lnTo>
                    <a:lnTo>
                      <a:pt x="6127" y="8699"/>
                    </a:lnTo>
                    <a:lnTo>
                      <a:pt x="1085" y="11126"/>
                    </a:lnTo>
                    <a:lnTo>
                      <a:pt x="3396" y="14001"/>
                    </a:lnTo>
                    <a:lnTo>
                      <a:pt x="10043" y="11083"/>
                    </a:lnTo>
                    <a:cubicBezTo>
                      <a:pt x="11704" y="10765"/>
                      <a:pt x="12210" y="8626"/>
                      <a:pt x="10881" y="7601"/>
                    </a:cubicBezTo>
                    <a:lnTo>
                      <a:pt x="12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244;p59">
                <a:extLst>
                  <a:ext uri="{FF2B5EF4-FFF2-40B4-BE49-F238E27FC236}">
                    <a16:creationId xmlns:a16="http://schemas.microsoft.com/office/drawing/2014/main" id="{4E3B634C-E1AF-ABB2-C85A-1277DDA50557}"/>
                  </a:ext>
                </a:extLst>
              </p:cNvPr>
              <p:cNvSpPr/>
              <p:nvPr/>
            </p:nvSpPr>
            <p:spPr>
              <a:xfrm>
                <a:off x="8064084" y="1755086"/>
                <a:ext cx="36650" cy="1443"/>
              </a:xfrm>
              <a:custGeom>
                <a:avLst/>
                <a:gdLst/>
                <a:ahLst/>
                <a:cxnLst/>
                <a:rect l="l" t="t" r="r" b="b"/>
                <a:pathLst>
                  <a:path w="1879" h="74" extrusionOk="0">
                    <a:moveTo>
                      <a:pt x="1879" y="1"/>
                    </a:moveTo>
                    <a:lnTo>
                      <a:pt x="0" y="15"/>
                    </a:lnTo>
                    <a:lnTo>
                      <a:pt x="0" y="73"/>
                    </a:lnTo>
                    <a:lnTo>
                      <a:pt x="1879" y="73"/>
                    </a:lnTo>
                    <a:lnTo>
                      <a:pt x="1879"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245;p59">
                <a:extLst>
                  <a:ext uri="{FF2B5EF4-FFF2-40B4-BE49-F238E27FC236}">
                    <a16:creationId xmlns:a16="http://schemas.microsoft.com/office/drawing/2014/main" id="{35B3D434-D952-8E6E-F20F-8ECC6D23915A}"/>
                  </a:ext>
                </a:extLst>
              </p:cNvPr>
              <p:cNvSpPr/>
              <p:nvPr/>
            </p:nvSpPr>
            <p:spPr>
              <a:xfrm>
                <a:off x="7823125" y="1501451"/>
                <a:ext cx="66532" cy="111920"/>
              </a:xfrm>
              <a:custGeom>
                <a:avLst/>
                <a:gdLst/>
                <a:ahLst/>
                <a:cxnLst/>
                <a:rect l="l" t="t" r="r" b="b"/>
                <a:pathLst>
                  <a:path w="3411" h="5738" extrusionOk="0">
                    <a:moveTo>
                      <a:pt x="3396" y="1"/>
                    </a:moveTo>
                    <a:lnTo>
                      <a:pt x="1" y="15"/>
                    </a:lnTo>
                    <a:lnTo>
                      <a:pt x="15" y="4047"/>
                    </a:lnTo>
                    <a:cubicBezTo>
                      <a:pt x="15" y="4986"/>
                      <a:pt x="781" y="5737"/>
                      <a:pt x="1720" y="5737"/>
                    </a:cubicBezTo>
                    <a:cubicBezTo>
                      <a:pt x="2645" y="5723"/>
                      <a:pt x="3410" y="4971"/>
                      <a:pt x="3410" y="4032"/>
                    </a:cubicBezTo>
                    <a:lnTo>
                      <a:pt x="3396" y="1"/>
                    </a:ln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246;p59">
                <a:extLst>
                  <a:ext uri="{FF2B5EF4-FFF2-40B4-BE49-F238E27FC236}">
                    <a16:creationId xmlns:a16="http://schemas.microsoft.com/office/drawing/2014/main" id="{96170C8F-6F6D-3840-5913-FD0E93B00CE8}"/>
                  </a:ext>
                </a:extLst>
              </p:cNvPr>
              <p:cNvSpPr/>
              <p:nvPr/>
            </p:nvSpPr>
            <p:spPr>
              <a:xfrm>
                <a:off x="7823125" y="1485106"/>
                <a:ext cx="68228" cy="74880"/>
              </a:xfrm>
              <a:custGeom>
                <a:avLst/>
                <a:gdLst/>
                <a:ahLst/>
                <a:cxnLst/>
                <a:rect l="l" t="t" r="r" b="b"/>
                <a:pathLst>
                  <a:path w="3498" h="3839" extrusionOk="0">
                    <a:moveTo>
                      <a:pt x="3497" y="1"/>
                    </a:moveTo>
                    <a:lnTo>
                      <a:pt x="1" y="1807"/>
                    </a:lnTo>
                    <a:lnTo>
                      <a:pt x="1" y="3830"/>
                    </a:lnTo>
                    <a:cubicBezTo>
                      <a:pt x="82" y="3835"/>
                      <a:pt x="162" y="3838"/>
                      <a:pt x="240" y="3838"/>
                    </a:cubicBezTo>
                    <a:cubicBezTo>
                      <a:pt x="3154" y="3838"/>
                      <a:pt x="3497" y="1"/>
                      <a:pt x="3497"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247;p59">
                <a:extLst>
                  <a:ext uri="{FF2B5EF4-FFF2-40B4-BE49-F238E27FC236}">
                    <a16:creationId xmlns:a16="http://schemas.microsoft.com/office/drawing/2014/main" id="{A538ACA1-4A7E-CC04-5ECD-F579732B89FD}"/>
                  </a:ext>
                </a:extLst>
              </p:cNvPr>
              <p:cNvSpPr/>
              <p:nvPr/>
            </p:nvSpPr>
            <p:spPr>
              <a:xfrm>
                <a:off x="7754079" y="1438803"/>
                <a:ext cx="45115" cy="42053"/>
              </a:xfrm>
              <a:custGeom>
                <a:avLst/>
                <a:gdLst/>
                <a:ahLst/>
                <a:cxnLst/>
                <a:rect l="l" t="t" r="r" b="b"/>
                <a:pathLst>
                  <a:path w="2313" h="2156" extrusionOk="0">
                    <a:moveTo>
                      <a:pt x="1127" y="0"/>
                    </a:moveTo>
                    <a:cubicBezTo>
                      <a:pt x="614" y="0"/>
                      <a:pt x="164" y="377"/>
                      <a:pt x="87" y="901"/>
                    </a:cubicBezTo>
                    <a:cubicBezTo>
                      <a:pt x="1" y="1494"/>
                      <a:pt x="391" y="2043"/>
                      <a:pt x="969" y="2144"/>
                    </a:cubicBezTo>
                    <a:cubicBezTo>
                      <a:pt x="1024" y="2152"/>
                      <a:pt x="1079" y="2156"/>
                      <a:pt x="1133" y="2156"/>
                    </a:cubicBezTo>
                    <a:cubicBezTo>
                      <a:pt x="1660" y="2156"/>
                      <a:pt x="2120" y="1786"/>
                      <a:pt x="2211" y="1262"/>
                    </a:cubicBezTo>
                    <a:cubicBezTo>
                      <a:pt x="2312" y="670"/>
                      <a:pt x="1908" y="121"/>
                      <a:pt x="1330" y="20"/>
                    </a:cubicBezTo>
                    <a:cubicBezTo>
                      <a:pt x="1262" y="6"/>
                      <a:pt x="1194" y="0"/>
                      <a:pt x="1127"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248;p59">
                <a:extLst>
                  <a:ext uri="{FF2B5EF4-FFF2-40B4-BE49-F238E27FC236}">
                    <a16:creationId xmlns:a16="http://schemas.microsoft.com/office/drawing/2014/main" id="{6245FACC-6333-E45F-59B6-F35AC5E90626}"/>
                  </a:ext>
                </a:extLst>
              </p:cNvPr>
              <p:cNvSpPr/>
              <p:nvPr/>
            </p:nvSpPr>
            <p:spPr>
              <a:xfrm>
                <a:off x="7743936" y="1387604"/>
                <a:ext cx="73846" cy="62865"/>
              </a:xfrm>
              <a:custGeom>
                <a:avLst/>
                <a:gdLst/>
                <a:ahLst/>
                <a:cxnLst/>
                <a:rect l="l" t="t" r="r" b="b"/>
                <a:pathLst>
                  <a:path w="3786" h="3223" extrusionOk="0">
                    <a:moveTo>
                      <a:pt x="2962" y="1"/>
                    </a:moveTo>
                    <a:lnTo>
                      <a:pt x="1691" y="275"/>
                    </a:lnTo>
                    <a:cubicBezTo>
                      <a:pt x="1691" y="275"/>
                      <a:pt x="0" y="1879"/>
                      <a:pt x="2067" y="3223"/>
                    </a:cubicBezTo>
                    <a:lnTo>
                      <a:pt x="2558" y="3093"/>
                    </a:lnTo>
                    <a:cubicBezTo>
                      <a:pt x="2558" y="3093"/>
                      <a:pt x="3786" y="1287"/>
                      <a:pt x="2962" y="1"/>
                    </a:cubicBezTo>
                    <a:close/>
                  </a:path>
                </a:pathLst>
              </a:custGeom>
              <a:solidFill>
                <a:srgbClr val="2632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249;p59">
                <a:extLst>
                  <a:ext uri="{FF2B5EF4-FFF2-40B4-BE49-F238E27FC236}">
                    <a16:creationId xmlns:a16="http://schemas.microsoft.com/office/drawing/2014/main" id="{1B4F5688-75CA-C744-CF7C-79DC78DF28D3}"/>
                  </a:ext>
                </a:extLst>
              </p:cNvPr>
              <p:cNvSpPr/>
              <p:nvPr/>
            </p:nvSpPr>
            <p:spPr>
              <a:xfrm>
                <a:off x="7761412" y="1388072"/>
                <a:ext cx="144591" cy="154831"/>
              </a:xfrm>
              <a:custGeom>
                <a:avLst/>
                <a:gdLst/>
                <a:ahLst/>
                <a:cxnLst/>
                <a:rect l="l" t="t" r="r" b="b"/>
                <a:pathLst>
                  <a:path w="7413" h="7938" extrusionOk="0">
                    <a:moveTo>
                      <a:pt x="2229" y="1"/>
                    </a:moveTo>
                    <a:cubicBezTo>
                      <a:pt x="1517" y="1"/>
                      <a:pt x="897" y="507"/>
                      <a:pt x="780" y="1248"/>
                    </a:cubicBezTo>
                    <a:lnTo>
                      <a:pt x="304" y="4167"/>
                    </a:lnTo>
                    <a:cubicBezTo>
                      <a:pt x="0" y="5944"/>
                      <a:pt x="1199" y="7577"/>
                      <a:pt x="2948" y="7866"/>
                    </a:cubicBezTo>
                    <a:lnTo>
                      <a:pt x="3078" y="7895"/>
                    </a:lnTo>
                    <a:cubicBezTo>
                      <a:pt x="3253" y="7924"/>
                      <a:pt x="3427" y="7938"/>
                      <a:pt x="3599" y="7938"/>
                    </a:cubicBezTo>
                    <a:cubicBezTo>
                      <a:pt x="5143" y="7938"/>
                      <a:pt x="6502" y="6809"/>
                      <a:pt x="6762" y="5236"/>
                    </a:cubicBezTo>
                    <a:lnTo>
                      <a:pt x="7340" y="1653"/>
                    </a:lnTo>
                    <a:cubicBezTo>
                      <a:pt x="7412" y="1205"/>
                      <a:pt x="7095" y="771"/>
                      <a:pt x="6647" y="699"/>
                    </a:cubicBezTo>
                    <a:lnTo>
                      <a:pt x="2471" y="20"/>
                    </a:lnTo>
                    <a:cubicBezTo>
                      <a:pt x="2390" y="7"/>
                      <a:pt x="2309" y="1"/>
                      <a:pt x="2229"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250;p59">
                <a:extLst>
                  <a:ext uri="{FF2B5EF4-FFF2-40B4-BE49-F238E27FC236}">
                    <a16:creationId xmlns:a16="http://schemas.microsoft.com/office/drawing/2014/main" id="{5E56AD16-3111-FD5E-A258-D86B35C834D9}"/>
                  </a:ext>
                </a:extLst>
              </p:cNvPr>
              <p:cNvSpPr/>
              <p:nvPr/>
            </p:nvSpPr>
            <p:spPr>
              <a:xfrm>
                <a:off x="7752382" y="1334337"/>
                <a:ext cx="200394" cy="137276"/>
              </a:xfrm>
              <a:custGeom>
                <a:avLst/>
                <a:gdLst/>
                <a:ahLst/>
                <a:cxnLst/>
                <a:rect l="l" t="t" r="r" b="b"/>
                <a:pathLst>
                  <a:path w="10274" h="7038" extrusionOk="0">
                    <a:moveTo>
                      <a:pt x="1807" y="1"/>
                    </a:moveTo>
                    <a:cubicBezTo>
                      <a:pt x="796" y="1"/>
                      <a:pt x="1" y="839"/>
                      <a:pt x="1" y="1836"/>
                    </a:cubicBezTo>
                    <a:cubicBezTo>
                      <a:pt x="1" y="2674"/>
                      <a:pt x="593" y="3382"/>
                      <a:pt x="1388" y="3584"/>
                    </a:cubicBezTo>
                    <a:cubicBezTo>
                      <a:pt x="1547" y="3656"/>
                      <a:pt x="1691" y="3714"/>
                      <a:pt x="1850" y="3758"/>
                    </a:cubicBezTo>
                    <a:cubicBezTo>
                      <a:pt x="3290" y="4182"/>
                      <a:pt x="5142" y="4251"/>
                      <a:pt x="6123" y="4251"/>
                    </a:cubicBezTo>
                    <a:cubicBezTo>
                      <a:pt x="6245" y="4251"/>
                      <a:pt x="6353" y="4250"/>
                      <a:pt x="6445" y="4249"/>
                    </a:cubicBezTo>
                    <a:lnTo>
                      <a:pt x="6445" y="4249"/>
                    </a:lnTo>
                    <a:cubicBezTo>
                      <a:pt x="6301" y="4798"/>
                      <a:pt x="6142" y="5997"/>
                      <a:pt x="7254" y="7037"/>
                    </a:cubicBezTo>
                    <a:lnTo>
                      <a:pt x="7688" y="7037"/>
                    </a:lnTo>
                    <a:cubicBezTo>
                      <a:pt x="7673" y="7037"/>
                      <a:pt x="10274" y="4899"/>
                      <a:pt x="7948" y="3512"/>
                    </a:cubicBezTo>
                    <a:cubicBezTo>
                      <a:pt x="8020" y="3064"/>
                      <a:pt x="8121" y="1128"/>
                      <a:pt x="5708" y="824"/>
                    </a:cubicBezTo>
                    <a:cubicBezTo>
                      <a:pt x="5286" y="765"/>
                      <a:pt x="4891" y="739"/>
                      <a:pt x="4525" y="739"/>
                    </a:cubicBezTo>
                    <a:cubicBezTo>
                      <a:pt x="4088" y="739"/>
                      <a:pt x="3692" y="776"/>
                      <a:pt x="3339" y="839"/>
                    </a:cubicBezTo>
                    <a:cubicBezTo>
                      <a:pt x="3006" y="333"/>
                      <a:pt x="2457" y="1"/>
                      <a:pt x="1807" y="1"/>
                    </a:cubicBezTo>
                    <a:close/>
                  </a:path>
                </a:pathLst>
              </a:custGeom>
              <a:solidFill>
                <a:srgbClr val="2632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251;p59">
                <a:extLst>
                  <a:ext uri="{FF2B5EF4-FFF2-40B4-BE49-F238E27FC236}">
                    <a16:creationId xmlns:a16="http://schemas.microsoft.com/office/drawing/2014/main" id="{35F9A08B-86B7-BFEE-1D8B-488378A0864E}"/>
                  </a:ext>
                </a:extLst>
              </p:cNvPr>
              <p:cNvSpPr/>
              <p:nvPr/>
            </p:nvSpPr>
            <p:spPr>
              <a:xfrm>
                <a:off x="7877230" y="1456337"/>
                <a:ext cx="45115" cy="42267"/>
              </a:xfrm>
              <a:custGeom>
                <a:avLst/>
                <a:gdLst/>
                <a:ahLst/>
                <a:cxnLst/>
                <a:rect l="l" t="t" r="r" b="b"/>
                <a:pathLst>
                  <a:path w="2313" h="2167" extrusionOk="0">
                    <a:moveTo>
                      <a:pt x="1161" y="1"/>
                    </a:moveTo>
                    <a:cubicBezTo>
                      <a:pt x="652" y="1"/>
                      <a:pt x="192" y="369"/>
                      <a:pt x="102" y="898"/>
                    </a:cubicBezTo>
                    <a:cubicBezTo>
                      <a:pt x="1" y="1505"/>
                      <a:pt x="405" y="2039"/>
                      <a:pt x="983" y="2155"/>
                    </a:cubicBezTo>
                    <a:cubicBezTo>
                      <a:pt x="1037" y="2163"/>
                      <a:pt x="1090" y="2167"/>
                      <a:pt x="1143" y="2167"/>
                    </a:cubicBezTo>
                    <a:cubicBezTo>
                      <a:pt x="1669" y="2167"/>
                      <a:pt x="2121" y="1785"/>
                      <a:pt x="2226" y="1259"/>
                    </a:cubicBezTo>
                    <a:cubicBezTo>
                      <a:pt x="2312" y="667"/>
                      <a:pt x="1922" y="132"/>
                      <a:pt x="1344" y="17"/>
                    </a:cubicBezTo>
                    <a:cubicBezTo>
                      <a:pt x="1283" y="6"/>
                      <a:pt x="1222" y="1"/>
                      <a:pt x="1161"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252;p59">
                <a:extLst>
                  <a:ext uri="{FF2B5EF4-FFF2-40B4-BE49-F238E27FC236}">
                    <a16:creationId xmlns:a16="http://schemas.microsoft.com/office/drawing/2014/main" id="{8FD5BD9C-A1B8-30DD-C617-2B38C1526E3D}"/>
                  </a:ext>
                </a:extLst>
              </p:cNvPr>
              <p:cNvSpPr/>
              <p:nvPr/>
            </p:nvSpPr>
            <p:spPr>
              <a:xfrm>
                <a:off x="7803679" y="1431294"/>
                <a:ext cx="9889" cy="53834"/>
              </a:xfrm>
              <a:custGeom>
                <a:avLst/>
                <a:gdLst/>
                <a:ahLst/>
                <a:cxnLst/>
                <a:rect l="l" t="t" r="r" b="b"/>
                <a:pathLst>
                  <a:path w="507" h="2760" extrusionOk="0">
                    <a:moveTo>
                      <a:pt x="290" y="0"/>
                    </a:moveTo>
                    <a:cubicBezTo>
                      <a:pt x="261" y="0"/>
                      <a:pt x="145" y="665"/>
                      <a:pt x="73" y="1488"/>
                    </a:cubicBezTo>
                    <a:cubicBezTo>
                      <a:pt x="58" y="1676"/>
                      <a:pt x="44" y="1864"/>
                      <a:pt x="15" y="2066"/>
                    </a:cubicBezTo>
                    <a:cubicBezTo>
                      <a:pt x="1" y="2240"/>
                      <a:pt x="1" y="2428"/>
                      <a:pt x="87" y="2572"/>
                    </a:cubicBezTo>
                    <a:cubicBezTo>
                      <a:pt x="160" y="2717"/>
                      <a:pt x="290" y="2760"/>
                      <a:pt x="376" y="2760"/>
                    </a:cubicBezTo>
                    <a:cubicBezTo>
                      <a:pt x="477" y="2760"/>
                      <a:pt x="506" y="2745"/>
                      <a:pt x="506" y="2731"/>
                    </a:cubicBezTo>
                    <a:cubicBezTo>
                      <a:pt x="506" y="2717"/>
                      <a:pt x="477" y="2717"/>
                      <a:pt x="405" y="2688"/>
                    </a:cubicBezTo>
                    <a:cubicBezTo>
                      <a:pt x="347" y="2673"/>
                      <a:pt x="261" y="2615"/>
                      <a:pt x="203" y="2514"/>
                    </a:cubicBezTo>
                    <a:cubicBezTo>
                      <a:pt x="116" y="2298"/>
                      <a:pt x="217" y="1907"/>
                      <a:pt x="232" y="1503"/>
                    </a:cubicBezTo>
                    <a:cubicBezTo>
                      <a:pt x="333" y="694"/>
                      <a:pt x="347" y="0"/>
                      <a:pt x="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253;p59">
                <a:extLst>
                  <a:ext uri="{FF2B5EF4-FFF2-40B4-BE49-F238E27FC236}">
                    <a16:creationId xmlns:a16="http://schemas.microsoft.com/office/drawing/2014/main" id="{10D94756-46C1-4439-3889-2700EE603B7B}"/>
                  </a:ext>
                </a:extLst>
              </p:cNvPr>
              <p:cNvSpPr/>
              <p:nvPr/>
            </p:nvSpPr>
            <p:spPr>
              <a:xfrm>
                <a:off x="7844833" y="1435507"/>
                <a:ext cx="4233" cy="12990"/>
              </a:xfrm>
              <a:custGeom>
                <a:avLst/>
                <a:gdLst/>
                <a:ahLst/>
                <a:cxnLst/>
                <a:rect l="l" t="t" r="r" b="b"/>
                <a:pathLst>
                  <a:path w="217" h="666" extrusionOk="0">
                    <a:moveTo>
                      <a:pt x="145" y="1"/>
                    </a:moveTo>
                    <a:cubicBezTo>
                      <a:pt x="87" y="1"/>
                      <a:pt x="43" y="145"/>
                      <a:pt x="29" y="319"/>
                    </a:cubicBezTo>
                    <a:cubicBezTo>
                      <a:pt x="0" y="507"/>
                      <a:pt x="29" y="666"/>
                      <a:pt x="72" y="666"/>
                    </a:cubicBezTo>
                    <a:cubicBezTo>
                      <a:pt x="116" y="666"/>
                      <a:pt x="188" y="521"/>
                      <a:pt x="202" y="348"/>
                    </a:cubicBezTo>
                    <a:cubicBezTo>
                      <a:pt x="217" y="160"/>
                      <a:pt x="202" y="1"/>
                      <a:pt x="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254;p59">
                <a:extLst>
                  <a:ext uri="{FF2B5EF4-FFF2-40B4-BE49-F238E27FC236}">
                    <a16:creationId xmlns:a16="http://schemas.microsoft.com/office/drawing/2014/main" id="{34BAF01C-251D-9B29-CE3B-51CB3FC783D1}"/>
                  </a:ext>
                </a:extLst>
              </p:cNvPr>
              <p:cNvSpPr/>
              <p:nvPr/>
            </p:nvSpPr>
            <p:spPr>
              <a:xfrm>
                <a:off x="7786768" y="1430162"/>
                <a:ext cx="4252" cy="12990"/>
              </a:xfrm>
              <a:custGeom>
                <a:avLst/>
                <a:gdLst/>
                <a:ahLst/>
                <a:cxnLst/>
                <a:rect l="l" t="t" r="r" b="b"/>
                <a:pathLst>
                  <a:path w="218" h="666" extrusionOk="0">
                    <a:moveTo>
                      <a:pt x="145" y="0"/>
                    </a:moveTo>
                    <a:cubicBezTo>
                      <a:pt x="87" y="0"/>
                      <a:pt x="44" y="145"/>
                      <a:pt x="15" y="333"/>
                    </a:cubicBezTo>
                    <a:cubicBezTo>
                      <a:pt x="1" y="506"/>
                      <a:pt x="15" y="665"/>
                      <a:pt x="73" y="665"/>
                    </a:cubicBezTo>
                    <a:cubicBezTo>
                      <a:pt x="116" y="665"/>
                      <a:pt x="174" y="521"/>
                      <a:pt x="203" y="347"/>
                    </a:cubicBezTo>
                    <a:cubicBezTo>
                      <a:pt x="217" y="159"/>
                      <a:pt x="203" y="0"/>
                      <a:pt x="1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255;p59">
                <a:extLst>
                  <a:ext uri="{FF2B5EF4-FFF2-40B4-BE49-F238E27FC236}">
                    <a16:creationId xmlns:a16="http://schemas.microsoft.com/office/drawing/2014/main" id="{2E6D393A-20D7-303A-7ED1-36B03D651CFB}"/>
                  </a:ext>
                </a:extLst>
              </p:cNvPr>
              <p:cNvSpPr/>
              <p:nvPr/>
            </p:nvSpPr>
            <p:spPr>
              <a:xfrm>
                <a:off x="7807619" y="1483995"/>
                <a:ext cx="33002" cy="23347"/>
              </a:xfrm>
              <a:custGeom>
                <a:avLst/>
                <a:gdLst/>
                <a:ahLst/>
                <a:cxnLst/>
                <a:rect l="l" t="t" r="r" b="b"/>
                <a:pathLst>
                  <a:path w="1692" h="1197" extrusionOk="0">
                    <a:moveTo>
                      <a:pt x="1634" y="0"/>
                    </a:moveTo>
                    <a:cubicBezTo>
                      <a:pt x="1605" y="0"/>
                      <a:pt x="1590" y="130"/>
                      <a:pt x="1518" y="318"/>
                    </a:cubicBezTo>
                    <a:cubicBezTo>
                      <a:pt x="1446" y="491"/>
                      <a:pt x="1272" y="708"/>
                      <a:pt x="1041" y="881"/>
                    </a:cubicBezTo>
                    <a:cubicBezTo>
                      <a:pt x="810" y="1026"/>
                      <a:pt x="535" y="1055"/>
                      <a:pt x="333" y="1055"/>
                    </a:cubicBezTo>
                    <a:cubicBezTo>
                      <a:pt x="183" y="1055"/>
                      <a:pt x="79" y="1036"/>
                      <a:pt x="36" y="1036"/>
                    </a:cubicBezTo>
                    <a:cubicBezTo>
                      <a:pt x="25" y="1036"/>
                      <a:pt x="18" y="1038"/>
                      <a:pt x="15" y="1040"/>
                    </a:cubicBezTo>
                    <a:cubicBezTo>
                      <a:pt x="1" y="1055"/>
                      <a:pt x="102" y="1127"/>
                      <a:pt x="333" y="1185"/>
                    </a:cubicBezTo>
                    <a:cubicBezTo>
                      <a:pt x="384" y="1192"/>
                      <a:pt x="442" y="1197"/>
                      <a:pt x="507" y="1197"/>
                    </a:cubicBezTo>
                    <a:cubicBezTo>
                      <a:pt x="699" y="1197"/>
                      <a:pt x="940" y="1156"/>
                      <a:pt x="1157" y="1026"/>
                    </a:cubicBezTo>
                    <a:cubicBezTo>
                      <a:pt x="1446" y="838"/>
                      <a:pt x="1590" y="549"/>
                      <a:pt x="1634" y="347"/>
                    </a:cubicBezTo>
                    <a:cubicBezTo>
                      <a:pt x="1691" y="130"/>
                      <a:pt x="1662" y="0"/>
                      <a:pt x="1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256;p59">
                <a:extLst>
                  <a:ext uri="{FF2B5EF4-FFF2-40B4-BE49-F238E27FC236}">
                    <a16:creationId xmlns:a16="http://schemas.microsoft.com/office/drawing/2014/main" id="{9DDFB715-0A7B-34B9-4FD9-1BADE3058C21}"/>
                  </a:ext>
                </a:extLst>
              </p:cNvPr>
              <p:cNvSpPr/>
              <p:nvPr/>
            </p:nvSpPr>
            <p:spPr>
              <a:xfrm>
                <a:off x="7832136" y="1480542"/>
                <a:ext cx="15526" cy="11352"/>
              </a:xfrm>
              <a:custGeom>
                <a:avLst/>
                <a:gdLst/>
                <a:ahLst/>
                <a:cxnLst/>
                <a:rect l="l" t="t" r="r" b="b"/>
                <a:pathLst>
                  <a:path w="796" h="582" extrusionOk="0">
                    <a:moveTo>
                      <a:pt x="202" y="0"/>
                    </a:moveTo>
                    <a:cubicBezTo>
                      <a:pt x="183" y="0"/>
                      <a:pt x="164" y="1"/>
                      <a:pt x="145" y="4"/>
                    </a:cubicBezTo>
                    <a:cubicBezTo>
                      <a:pt x="59" y="18"/>
                      <a:pt x="1" y="62"/>
                      <a:pt x="1" y="76"/>
                    </a:cubicBezTo>
                    <a:cubicBezTo>
                      <a:pt x="1" y="134"/>
                      <a:pt x="218" y="119"/>
                      <a:pt x="420" y="264"/>
                    </a:cubicBezTo>
                    <a:cubicBezTo>
                      <a:pt x="622" y="379"/>
                      <a:pt x="694" y="582"/>
                      <a:pt x="738" y="582"/>
                    </a:cubicBezTo>
                    <a:cubicBezTo>
                      <a:pt x="781" y="582"/>
                      <a:pt x="796" y="509"/>
                      <a:pt x="767" y="423"/>
                    </a:cubicBezTo>
                    <a:cubicBezTo>
                      <a:pt x="752" y="336"/>
                      <a:pt x="651" y="206"/>
                      <a:pt x="535" y="119"/>
                    </a:cubicBezTo>
                    <a:cubicBezTo>
                      <a:pt x="426" y="34"/>
                      <a:pt x="306" y="0"/>
                      <a:pt x="202" y="0"/>
                    </a:cubicBezTo>
                    <a:close/>
                  </a:path>
                </a:pathLst>
              </a:custGeom>
              <a:solidFill>
                <a:srgbClr val="4A33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2257;p59">
              <a:extLst>
                <a:ext uri="{FF2B5EF4-FFF2-40B4-BE49-F238E27FC236}">
                  <a16:creationId xmlns:a16="http://schemas.microsoft.com/office/drawing/2014/main" id="{77E6D621-7A58-24C4-F693-B8252291E66D}"/>
                </a:ext>
              </a:extLst>
            </p:cNvPr>
            <p:cNvGrpSpPr/>
            <p:nvPr/>
          </p:nvGrpSpPr>
          <p:grpSpPr>
            <a:xfrm>
              <a:off x="5993850" y="1398214"/>
              <a:ext cx="811665" cy="1356200"/>
              <a:chOff x="5993850" y="1398214"/>
              <a:chExt cx="811665" cy="1356200"/>
            </a:xfrm>
          </p:grpSpPr>
          <p:sp>
            <p:nvSpPr>
              <p:cNvPr id="576" name="Google Shape;2258;p59">
                <a:extLst>
                  <a:ext uri="{FF2B5EF4-FFF2-40B4-BE49-F238E27FC236}">
                    <a16:creationId xmlns:a16="http://schemas.microsoft.com/office/drawing/2014/main" id="{716FCD2F-8E62-43AA-98E1-D477B55B88AE}"/>
                  </a:ext>
                </a:extLst>
              </p:cNvPr>
              <p:cNvSpPr/>
              <p:nvPr/>
            </p:nvSpPr>
            <p:spPr>
              <a:xfrm>
                <a:off x="6248346" y="2314491"/>
                <a:ext cx="98929" cy="422478"/>
              </a:xfrm>
              <a:custGeom>
                <a:avLst/>
                <a:gdLst/>
                <a:ahLst/>
                <a:cxnLst/>
                <a:rect l="l" t="t" r="r" b="b"/>
                <a:pathLst>
                  <a:path w="5072" h="21660" extrusionOk="0">
                    <a:moveTo>
                      <a:pt x="0" y="1"/>
                    </a:moveTo>
                    <a:lnTo>
                      <a:pt x="2630" y="21659"/>
                    </a:lnTo>
                    <a:lnTo>
                      <a:pt x="5072" y="21659"/>
                    </a:lnTo>
                    <a:lnTo>
                      <a:pt x="4624" y="1"/>
                    </a:lnTo>
                    <a:close/>
                  </a:path>
                </a:pathLst>
              </a:custGeom>
              <a:solidFill>
                <a:srgbClr val="FDC3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2259;p59">
                <a:extLst>
                  <a:ext uri="{FF2B5EF4-FFF2-40B4-BE49-F238E27FC236}">
                    <a16:creationId xmlns:a16="http://schemas.microsoft.com/office/drawing/2014/main" id="{247C8210-774E-44BC-1936-522D7D346DA2}"/>
                  </a:ext>
                </a:extLst>
              </p:cNvPr>
              <p:cNvSpPr/>
              <p:nvPr/>
            </p:nvSpPr>
            <p:spPr>
              <a:xfrm>
                <a:off x="6180411" y="2688469"/>
                <a:ext cx="166865" cy="55531"/>
              </a:xfrm>
              <a:custGeom>
                <a:avLst/>
                <a:gdLst/>
                <a:ahLst/>
                <a:cxnLst/>
                <a:rect l="l" t="t" r="r" b="b"/>
                <a:pathLst>
                  <a:path w="8555" h="2847" extrusionOk="0">
                    <a:moveTo>
                      <a:pt x="6503" y="0"/>
                    </a:moveTo>
                    <a:lnTo>
                      <a:pt x="1" y="2485"/>
                    </a:lnTo>
                    <a:lnTo>
                      <a:pt x="810" y="2846"/>
                    </a:lnTo>
                    <a:lnTo>
                      <a:pt x="8555" y="2846"/>
                    </a:lnTo>
                    <a:lnTo>
                      <a:pt x="8555" y="968"/>
                    </a:lnTo>
                    <a:lnTo>
                      <a:pt x="6503" y="0"/>
                    </a:lnTo>
                    <a:close/>
                  </a:path>
                </a:pathLst>
              </a:custGeom>
              <a:solidFill>
                <a:srgbClr val="FDC3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2260;p59">
                <a:extLst>
                  <a:ext uri="{FF2B5EF4-FFF2-40B4-BE49-F238E27FC236}">
                    <a16:creationId xmlns:a16="http://schemas.microsoft.com/office/drawing/2014/main" id="{7D33CB0E-5F44-3C0D-0296-DB64D0CCEB27}"/>
                  </a:ext>
                </a:extLst>
              </p:cNvPr>
              <p:cNvSpPr/>
              <p:nvPr/>
            </p:nvSpPr>
            <p:spPr>
              <a:xfrm>
                <a:off x="6163228" y="2707349"/>
                <a:ext cx="185180" cy="47066"/>
              </a:xfrm>
              <a:custGeom>
                <a:avLst/>
                <a:gdLst/>
                <a:ahLst/>
                <a:cxnLst/>
                <a:rect l="l" t="t" r="r" b="b"/>
                <a:pathLst>
                  <a:path w="9494" h="2413" extrusionOk="0">
                    <a:moveTo>
                      <a:pt x="9479" y="0"/>
                    </a:moveTo>
                    <a:cubicBezTo>
                      <a:pt x="9479" y="0"/>
                      <a:pt x="8583" y="1046"/>
                      <a:pt x="6780" y="1046"/>
                    </a:cubicBezTo>
                    <a:cubicBezTo>
                      <a:pt x="6013" y="1046"/>
                      <a:pt x="5083" y="857"/>
                      <a:pt x="3988" y="318"/>
                    </a:cubicBezTo>
                    <a:cubicBezTo>
                      <a:pt x="3988" y="318"/>
                      <a:pt x="1012" y="997"/>
                      <a:pt x="145" y="1965"/>
                    </a:cubicBezTo>
                    <a:cubicBezTo>
                      <a:pt x="1" y="2124"/>
                      <a:pt x="102" y="2370"/>
                      <a:pt x="318" y="2370"/>
                    </a:cubicBezTo>
                    <a:lnTo>
                      <a:pt x="9118" y="2413"/>
                    </a:lnTo>
                    <a:cubicBezTo>
                      <a:pt x="9334" y="2413"/>
                      <a:pt x="9493" y="2254"/>
                      <a:pt x="9493" y="2037"/>
                    </a:cubicBezTo>
                    <a:lnTo>
                      <a:pt x="9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2261;p59">
                <a:extLst>
                  <a:ext uri="{FF2B5EF4-FFF2-40B4-BE49-F238E27FC236}">
                    <a16:creationId xmlns:a16="http://schemas.microsoft.com/office/drawing/2014/main" id="{B956BAB0-6169-7929-28D2-213A23B5BEDC}"/>
                  </a:ext>
                </a:extLst>
              </p:cNvPr>
              <p:cNvSpPr/>
              <p:nvPr/>
            </p:nvSpPr>
            <p:spPr>
              <a:xfrm>
                <a:off x="6198180" y="1841608"/>
                <a:ext cx="164876" cy="809984"/>
              </a:xfrm>
              <a:custGeom>
                <a:avLst/>
                <a:gdLst/>
                <a:ahLst/>
                <a:cxnLst/>
                <a:rect l="l" t="t" r="r" b="b"/>
                <a:pathLst>
                  <a:path w="8453" h="41527" extrusionOk="0">
                    <a:moveTo>
                      <a:pt x="2500" y="1"/>
                    </a:moveTo>
                    <a:cubicBezTo>
                      <a:pt x="2500" y="1"/>
                      <a:pt x="0" y="2804"/>
                      <a:pt x="593" y="11054"/>
                    </a:cubicBezTo>
                    <a:lnTo>
                      <a:pt x="3150" y="41526"/>
                    </a:lnTo>
                    <a:lnTo>
                      <a:pt x="8409" y="41526"/>
                    </a:lnTo>
                    <a:lnTo>
                      <a:pt x="7586" y="6647"/>
                    </a:lnTo>
                    <a:lnTo>
                      <a:pt x="8453" y="535"/>
                    </a:lnTo>
                    <a:lnTo>
                      <a:pt x="25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2262;p59">
                <a:extLst>
                  <a:ext uri="{FF2B5EF4-FFF2-40B4-BE49-F238E27FC236}">
                    <a16:creationId xmlns:a16="http://schemas.microsoft.com/office/drawing/2014/main" id="{FAA04C43-56B0-4399-BA1C-634D08864C08}"/>
                  </a:ext>
                </a:extLst>
              </p:cNvPr>
              <p:cNvSpPr/>
              <p:nvPr/>
            </p:nvSpPr>
            <p:spPr>
              <a:xfrm>
                <a:off x="6246649" y="1841608"/>
                <a:ext cx="198424" cy="152763"/>
              </a:xfrm>
              <a:custGeom>
                <a:avLst/>
                <a:gdLst/>
                <a:ahLst/>
                <a:cxnLst/>
                <a:rect l="l" t="t" r="r" b="b"/>
                <a:pathLst>
                  <a:path w="10173" h="7832" extrusionOk="0">
                    <a:moveTo>
                      <a:pt x="0" y="1"/>
                    </a:moveTo>
                    <a:lnTo>
                      <a:pt x="3396" y="6459"/>
                    </a:lnTo>
                    <a:lnTo>
                      <a:pt x="10172" y="7832"/>
                    </a:lnTo>
                    <a:cubicBezTo>
                      <a:pt x="8959" y="2847"/>
                      <a:pt x="7167" y="535"/>
                      <a:pt x="7167" y="535"/>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2263;p59">
                <a:extLst>
                  <a:ext uri="{FF2B5EF4-FFF2-40B4-BE49-F238E27FC236}">
                    <a16:creationId xmlns:a16="http://schemas.microsoft.com/office/drawing/2014/main" id="{B58A1FA4-CC79-4BCF-A90E-24F9A8B428C2}"/>
                  </a:ext>
                </a:extLst>
              </p:cNvPr>
              <p:cNvSpPr/>
              <p:nvPr/>
            </p:nvSpPr>
            <p:spPr>
              <a:xfrm>
                <a:off x="6248892" y="1845274"/>
                <a:ext cx="42306" cy="763484"/>
              </a:xfrm>
              <a:custGeom>
                <a:avLst/>
                <a:gdLst/>
                <a:ahLst/>
                <a:cxnLst/>
                <a:rect l="l" t="t" r="r" b="b"/>
                <a:pathLst>
                  <a:path w="2169" h="39143" extrusionOk="0">
                    <a:moveTo>
                      <a:pt x="1619" y="0"/>
                    </a:moveTo>
                    <a:lnTo>
                      <a:pt x="1128" y="1084"/>
                    </a:lnTo>
                    <a:cubicBezTo>
                      <a:pt x="333" y="3020"/>
                      <a:pt x="1" y="5115"/>
                      <a:pt x="117" y="7181"/>
                    </a:cubicBezTo>
                    <a:lnTo>
                      <a:pt x="2067" y="39142"/>
                    </a:lnTo>
                    <a:lnTo>
                      <a:pt x="2168" y="39142"/>
                    </a:lnTo>
                    <a:lnTo>
                      <a:pt x="218" y="7181"/>
                    </a:lnTo>
                    <a:cubicBezTo>
                      <a:pt x="88" y="5130"/>
                      <a:pt x="434" y="3035"/>
                      <a:pt x="1200" y="1113"/>
                    </a:cubicBezTo>
                    <a:lnTo>
                      <a:pt x="1691" y="29"/>
                    </a:lnTo>
                    <a:lnTo>
                      <a:pt x="1619" y="0"/>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2264;p59">
                <a:extLst>
                  <a:ext uri="{FF2B5EF4-FFF2-40B4-BE49-F238E27FC236}">
                    <a16:creationId xmlns:a16="http://schemas.microsoft.com/office/drawing/2014/main" id="{3F65835E-3136-F5D4-57BB-E511BE316D13}"/>
                  </a:ext>
                </a:extLst>
              </p:cNvPr>
              <p:cNvSpPr/>
              <p:nvPr/>
            </p:nvSpPr>
            <p:spPr>
              <a:xfrm>
                <a:off x="6256791" y="2607857"/>
                <a:ext cx="101485" cy="1716"/>
              </a:xfrm>
              <a:custGeom>
                <a:avLst/>
                <a:gdLst/>
                <a:ahLst/>
                <a:cxnLst/>
                <a:rect l="l" t="t" r="r" b="b"/>
                <a:pathLst>
                  <a:path w="5203" h="88" extrusionOk="0">
                    <a:moveTo>
                      <a:pt x="0" y="1"/>
                    </a:moveTo>
                    <a:lnTo>
                      <a:pt x="0" y="87"/>
                    </a:lnTo>
                    <a:lnTo>
                      <a:pt x="5202" y="87"/>
                    </a:lnTo>
                    <a:lnTo>
                      <a:pt x="5202"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2265;p59">
                <a:extLst>
                  <a:ext uri="{FF2B5EF4-FFF2-40B4-BE49-F238E27FC236}">
                    <a16:creationId xmlns:a16="http://schemas.microsoft.com/office/drawing/2014/main" id="{E2CEAC53-BF4C-E77C-A323-11B7764AFA7D}"/>
                  </a:ext>
                </a:extLst>
              </p:cNvPr>
              <p:cNvSpPr/>
              <p:nvPr/>
            </p:nvSpPr>
            <p:spPr>
              <a:xfrm>
                <a:off x="6414603" y="2314491"/>
                <a:ext cx="177008" cy="422478"/>
              </a:xfrm>
              <a:custGeom>
                <a:avLst/>
                <a:gdLst/>
                <a:ahLst/>
                <a:cxnLst/>
                <a:rect l="l" t="t" r="r" b="b"/>
                <a:pathLst>
                  <a:path w="9075" h="21660" extrusionOk="0">
                    <a:moveTo>
                      <a:pt x="1" y="1"/>
                    </a:moveTo>
                    <a:lnTo>
                      <a:pt x="6618" y="21659"/>
                    </a:lnTo>
                    <a:lnTo>
                      <a:pt x="9075" y="21659"/>
                    </a:lnTo>
                    <a:lnTo>
                      <a:pt x="5159" y="1"/>
                    </a:lnTo>
                    <a:close/>
                  </a:path>
                </a:pathLst>
              </a:custGeom>
              <a:solidFill>
                <a:srgbClr val="FDC3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2266;p59">
                <a:extLst>
                  <a:ext uri="{FF2B5EF4-FFF2-40B4-BE49-F238E27FC236}">
                    <a16:creationId xmlns:a16="http://schemas.microsoft.com/office/drawing/2014/main" id="{A81EC8B9-2593-99DC-40BD-F534FC8119D2}"/>
                  </a:ext>
                </a:extLst>
              </p:cNvPr>
              <p:cNvSpPr/>
              <p:nvPr/>
            </p:nvSpPr>
            <p:spPr>
              <a:xfrm>
                <a:off x="6543684" y="2688469"/>
                <a:ext cx="166846" cy="55531"/>
              </a:xfrm>
              <a:custGeom>
                <a:avLst/>
                <a:gdLst/>
                <a:ahLst/>
                <a:cxnLst/>
                <a:rect l="l" t="t" r="r" b="b"/>
                <a:pathLst>
                  <a:path w="8554" h="2847" extrusionOk="0">
                    <a:moveTo>
                      <a:pt x="2052" y="0"/>
                    </a:moveTo>
                    <a:lnTo>
                      <a:pt x="0" y="968"/>
                    </a:lnTo>
                    <a:lnTo>
                      <a:pt x="0" y="2846"/>
                    </a:lnTo>
                    <a:lnTo>
                      <a:pt x="7745" y="2846"/>
                    </a:lnTo>
                    <a:lnTo>
                      <a:pt x="8554" y="2485"/>
                    </a:lnTo>
                    <a:lnTo>
                      <a:pt x="2052" y="0"/>
                    </a:lnTo>
                    <a:close/>
                  </a:path>
                </a:pathLst>
              </a:custGeom>
              <a:solidFill>
                <a:srgbClr val="FDC3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2267;p59">
                <a:extLst>
                  <a:ext uri="{FF2B5EF4-FFF2-40B4-BE49-F238E27FC236}">
                    <a16:creationId xmlns:a16="http://schemas.microsoft.com/office/drawing/2014/main" id="{1A10B27A-A986-8634-21C6-AF3BE29706D2}"/>
                  </a:ext>
                </a:extLst>
              </p:cNvPr>
              <p:cNvSpPr/>
              <p:nvPr/>
            </p:nvSpPr>
            <p:spPr>
              <a:xfrm>
                <a:off x="6535219" y="2706783"/>
                <a:ext cx="192222" cy="47631"/>
              </a:xfrm>
              <a:custGeom>
                <a:avLst/>
                <a:gdLst/>
                <a:ahLst/>
                <a:cxnLst/>
                <a:rect l="l" t="t" r="r" b="b"/>
                <a:pathLst>
                  <a:path w="9855" h="2442" extrusionOk="0">
                    <a:moveTo>
                      <a:pt x="1" y="0"/>
                    </a:moveTo>
                    <a:lnTo>
                      <a:pt x="362" y="2066"/>
                    </a:lnTo>
                    <a:cubicBezTo>
                      <a:pt x="362" y="2283"/>
                      <a:pt x="521" y="2442"/>
                      <a:pt x="738" y="2442"/>
                    </a:cubicBezTo>
                    <a:lnTo>
                      <a:pt x="9537" y="2413"/>
                    </a:lnTo>
                    <a:cubicBezTo>
                      <a:pt x="9754" y="2413"/>
                      <a:pt x="9855" y="2153"/>
                      <a:pt x="9710" y="1994"/>
                    </a:cubicBezTo>
                    <a:cubicBezTo>
                      <a:pt x="8843" y="1040"/>
                      <a:pt x="5867" y="347"/>
                      <a:pt x="5867" y="347"/>
                    </a:cubicBezTo>
                    <a:cubicBezTo>
                      <a:pt x="4790" y="885"/>
                      <a:pt x="3837" y="1075"/>
                      <a:pt x="3029" y="1075"/>
                    </a:cubicBezTo>
                    <a:cubicBezTo>
                      <a:pt x="1104" y="1075"/>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2268;p59">
                <a:extLst>
                  <a:ext uri="{FF2B5EF4-FFF2-40B4-BE49-F238E27FC236}">
                    <a16:creationId xmlns:a16="http://schemas.microsoft.com/office/drawing/2014/main" id="{AB64A29B-29F2-63EF-BE4B-4E2BF01B113E}"/>
                  </a:ext>
                </a:extLst>
              </p:cNvPr>
              <p:cNvSpPr/>
              <p:nvPr/>
            </p:nvSpPr>
            <p:spPr>
              <a:xfrm>
                <a:off x="6339081" y="1890369"/>
                <a:ext cx="252824" cy="759798"/>
              </a:xfrm>
              <a:custGeom>
                <a:avLst/>
                <a:gdLst/>
                <a:ahLst/>
                <a:cxnLst/>
                <a:rect l="l" t="t" r="r" b="b"/>
                <a:pathLst>
                  <a:path w="12962" h="38954" extrusionOk="0">
                    <a:moveTo>
                      <a:pt x="1" y="0"/>
                    </a:moveTo>
                    <a:lnTo>
                      <a:pt x="578" y="12022"/>
                    </a:lnTo>
                    <a:lnTo>
                      <a:pt x="7167" y="38954"/>
                    </a:lnTo>
                    <a:lnTo>
                      <a:pt x="12961" y="38954"/>
                    </a:lnTo>
                    <a:lnTo>
                      <a:pt x="5433" y="5332"/>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2269;p59">
                <a:extLst>
                  <a:ext uri="{FF2B5EF4-FFF2-40B4-BE49-F238E27FC236}">
                    <a16:creationId xmlns:a16="http://schemas.microsoft.com/office/drawing/2014/main" id="{371B9D4A-E184-7F1A-C4A1-2AE072DC3FB0}"/>
                  </a:ext>
                </a:extLst>
              </p:cNvPr>
              <p:cNvSpPr/>
              <p:nvPr/>
            </p:nvSpPr>
            <p:spPr>
              <a:xfrm>
                <a:off x="6471244" y="2607857"/>
                <a:ext cx="109091" cy="1716"/>
              </a:xfrm>
              <a:custGeom>
                <a:avLst/>
                <a:gdLst/>
                <a:ahLst/>
                <a:cxnLst/>
                <a:rect l="l" t="t" r="r" b="b"/>
                <a:pathLst>
                  <a:path w="5593" h="88" extrusionOk="0">
                    <a:moveTo>
                      <a:pt x="1" y="1"/>
                    </a:moveTo>
                    <a:lnTo>
                      <a:pt x="1" y="87"/>
                    </a:lnTo>
                    <a:lnTo>
                      <a:pt x="5593" y="87"/>
                    </a:lnTo>
                    <a:lnTo>
                      <a:pt x="5593"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2270;p59">
                <a:extLst>
                  <a:ext uri="{FF2B5EF4-FFF2-40B4-BE49-F238E27FC236}">
                    <a16:creationId xmlns:a16="http://schemas.microsoft.com/office/drawing/2014/main" id="{2F80EA81-47B3-CDDC-502B-472C4D95CCC0}"/>
                  </a:ext>
                </a:extLst>
              </p:cNvPr>
              <p:cNvSpPr/>
              <p:nvPr/>
            </p:nvSpPr>
            <p:spPr>
              <a:xfrm>
                <a:off x="6344152" y="1994346"/>
                <a:ext cx="87675" cy="465311"/>
              </a:xfrm>
              <a:custGeom>
                <a:avLst/>
                <a:gdLst/>
                <a:ahLst/>
                <a:cxnLst/>
                <a:rect l="l" t="t" r="r" b="b"/>
                <a:pathLst>
                  <a:path w="4495" h="23856" extrusionOk="0">
                    <a:moveTo>
                      <a:pt x="1402" y="1"/>
                    </a:moveTo>
                    <a:lnTo>
                      <a:pt x="1" y="1807"/>
                    </a:lnTo>
                    <a:lnTo>
                      <a:pt x="318" y="6691"/>
                    </a:lnTo>
                    <a:lnTo>
                      <a:pt x="4494" y="23856"/>
                    </a:lnTo>
                    <a:lnTo>
                      <a:pt x="1402" y="1"/>
                    </a:ln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2271;p59">
                <a:extLst>
                  <a:ext uri="{FF2B5EF4-FFF2-40B4-BE49-F238E27FC236}">
                    <a16:creationId xmlns:a16="http://schemas.microsoft.com/office/drawing/2014/main" id="{C8C8D712-46D4-AA8B-AC1C-28C88272EA8A}"/>
                  </a:ext>
                </a:extLst>
              </p:cNvPr>
              <p:cNvSpPr/>
              <p:nvPr/>
            </p:nvSpPr>
            <p:spPr>
              <a:xfrm>
                <a:off x="6723769" y="1753974"/>
                <a:ext cx="81745" cy="26215"/>
              </a:xfrm>
              <a:custGeom>
                <a:avLst/>
                <a:gdLst/>
                <a:ahLst/>
                <a:cxnLst/>
                <a:rect l="l" t="t" r="r" b="b"/>
                <a:pathLst>
                  <a:path w="4191" h="1344" extrusionOk="0">
                    <a:moveTo>
                      <a:pt x="0" y="0"/>
                    </a:moveTo>
                    <a:cubicBezTo>
                      <a:pt x="14" y="72"/>
                      <a:pt x="867" y="1156"/>
                      <a:pt x="867" y="1156"/>
                    </a:cubicBezTo>
                    <a:lnTo>
                      <a:pt x="3612" y="1344"/>
                    </a:lnTo>
                    <a:cubicBezTo>
                      <a:pt x="3930" y="1344"/>
                      <a:pt x="4190" y="1026"/>
                      <a:pt x="4118" y="722"/>
                    </a:cubicBezTo>
                    <a:cubicBezTo>
                      <a:pt x="4060" y="520"/>
                      <a:pt x="3901" y="376"/>
                      <a:pt x="3699" y="361"/>
                    </a:cubicBezTo>
                    <a:cubicBezTo>
                      <a:pt x="2716" y="260"/>
                      <a:pt x="0" y="0"/>
                      <a:pt x="0"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2272;p59">
                <a:extLst>
                  <a:ext uri="{FF2B5EF4-FFF2-40B4-BE49-F238E27FC236}">
                    <a16:creationId xmlns:a16="http://schemas.microsoft.com/office/drawing/2014/main" id="{1EADA58C-F105-CCCA-8C12-41728905449E}"/>
                  </a:ext>
                </a:extLst>
              </p:cNvPr>
              <p:cNvSpPr/>
              <p:nvPr/>
            </p:nvSpPr>
            <p:spPr>
              <a:xfrm>
                <a:off x="6670210" y="1752551"/>
                <a:ext cx="104859" cy="62475"/>
              </a:xfrm>
              <a:custGeom>
                <a:avLst/>
                <a:gdLst/>
                <a:ahLst/>
                <a:cxnLst/>
                <a:rect l="l" t="t" r="r" b="b"/>
                <a:pathLst>
                  <a:path w="5376" h="3203" extrusionOk="0">
                    <a:moveTo>
                      <a:pt x="1662" y="1"/>
                    </a:moveTo>
                    <a:cubicBezTo>
                      <a:pt x="1662" y="1"/>
                      <a:pt x="1" y="275"/>
                      <a:pt x="1099" y="1821"/>
                    </a:cubicBezTo>
                    <a:cubicBezTo>
                      <a:pt x="1846" y="2883"/>
                      <a:pt x="2386" y="3202"/>
                      <a:pt x="3055" y="3202"/>
                    </a:cubicBezTo>
                    <a:cubicBezTo>
                      <a:pt x="3369" y="3202"/>
                      <a:pt x="3712" y="3132"/>
                      <a:pt x="4119" y="3035"/>
                    </a:cubicBezTo>
                    <a:cubicBezTo>
                      <a:pt x="5376" y="2746"/>
                      <a:pt x="4292" y="795"/>
                      <a:pt x="4292" y="795"/>
                    </a:cubicBezTo>
                    <a:lnTo>
                      <a:pt x="2717" y="59"/>
                    </a:lnTo>
                    <a:lnTo>
                      <a:pt x="1662" y="1"/>
                    </a:ln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2273;p59">
                <a:extLst>
                  <a:ext uri="{FF2B5EF4-FFF2-40B4-BE49-F238E27FC236}">
                    <a16:creationId xmlns:a16="http://schemas.microsoft.com/office/drawing/2014/main" id="{F7F3448A-DBD7-3338-742C-517677B7994B}"/>
                  </a:ext>
                </a:extLst>
              </p:cNvPr>
              <p:cNvSpPr/>
              <p:nvPr/>
            </p:nvSpPr>
            <p:spPr>
              <a:xfrm>
                <a:off x="6632449" y="1749176"/>
                <a:ext cx="73865" cy="38054"/>
              </a:xfrm>
              <a:custGeom>
                <a:avLst/>
                <a:gdLst/>
                <a:ahLst/>
                <a:cxnLst/>
                <a:rect l="l" t="t" r="r" b="b"/>
                <a:pathLst>
                  <a:path w="3787" h="1951" extrusionOk="0">
                    <a:moveTo>
                      <a:pt x="1171" y="0"/>
                    </a:moveTo>
                    <a:lnTo>
                      <a:pt x="1" y="1893"/>
                    </a:lnTo>
                    <a:lnTo>
                      <a:pt x="3396" y="1951"/>
                    </a:lnTo>
                    <a:lnTo>
                      <a:pt x="3786" y="174"/>
                    </a:lnTo>
                    <a:lnTo>
                      <a:pt x="1171" y="0"/>
                    </a:lnTo>
                    <a:close/>
                  </a:path>
                </a:pathLst>
              </a:custGeom>
              <a:solidFill>
                <a:srgbClr val="F9BF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2274;p59">
                <a:extLst>
                  <a:ext uri="{FF2B5EF4-FFF2-40B4-BE49-F238E27FC236}">
                    <a16:creationId xmlns:a16="http://schemas.microsoft.com/office/drawing/2014/main" id="{B655D723-0451-D48D-EB26-945C86D315C5}"/>
                  </a:ext>
                </a:extLst>
              </p:cNvPr>
              <p:cNvSpPr/>
              <p:nvPr/>
            </p:nvSpPr>
            <p:spPr>
              <a:xfrm>
                <a:off x="6344152" y="1622924"/>
                <a:ext cx="326377" cy="178685"/>
              </a:xfrm>
              <a:custGeom>
                <a:avLst/>
                <a:gdLst/>
                <a:ahLst/>
                <a:cxnLst/>
                <a:rect l="l" t="t" r="r" b="b"/>
                <a:pathLst>
                  <a:path w="16733" h="9161" extrusionOk="0">
                    <a:moveTo>
                      <a:pt x="3179" y="0"/>
                    </a:moveTo>
                    <a:lnTo>
                      <a:pt x="1" y="2009"/>
                    </a:lnTo>
                    <a:lnTo>
                      <a:pt x="5043" y="7990"/>
                    </a:lnTo>
                    <a:cubicBezTo>
                      <a:pt x="5466" y="8498"/>
                      <a:pt x="6096" y="8786"/>
                      <a:pt x="6744" y="8786"/>
                    </a:cubicBezTo>
                    <a:cubicBezTo>
                      <a:pt x="6760" y="8786"/>
                      <a:pt x="6776" y="8786"/>
                      <a:pt x="6791" y="8785"/>
                    </a:cubicBezTo>
                    <a:lnTo>
                      <a:pt x="15432" y="9161"/>
                    </a:lnTo>
                    <a:lnTo>
                      <a:pt x="16732" y="6257"/>
                    </a:lnTo>
                    <a:lnTo>
                      <a:pt x="7731" y="5101"/>
                    </a:lnTo>
                    <a:lnTo>
                      <a:pt x="317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2275;p59">
                <a:extLst>
                  <a:ext uri="{FF2B5EF4-FFF2-40B4-BE49-F238E27FC236}">
                    <a16:creationId xmlns:a16="http://schemas.microsoft.com/office/drawing/2014/main" id="{BCAB479D-EDC1-719E-F65E-FC304AB69B1F}"/>
                  </a:ext>
                </a:extLst>
              </p:cNvPr>
              <p:cNvSpPr/>
              <p:nvPr/>
            </p:nvSpPr>
            <p:spPr>
              <a:xfrm>
                <a:off x="6399116" y="1669130"/>
                <a:ext cx="43418" cy="109930"/>
              </a:xfrm>
              <a:custGeom>
                <a:avLst/>
                <a:gdLst/>
                <a:ahLst/>
                <a:cxnLst/>
                <a:rect l="l" t="t" r="r" b="b"/>
                <a:pathLst>
                  <a:path w="2226" h="5636" extrusionOk="0">
                    <a:moveTo>
                      <a:pt x="188" y="1"/>
                    </a:moveTo>
                    <a:lnTo>
                      <a:pt x="0" y="2992"/>
                    </a:lnTo>
                    <a:lnTo>
                      <a:pt x="2225" y="5636"/>
                    </a:lnTo>
                    <a:lnTo>
                      <a:pt x="188"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2276;p59">
                <a:extLst>
                  <a:ext uri="{FF2B5EF4-FFF2-40B4-BE49-F238E27FC236}">
                    <a16:creationId xmlns:a16="http://schemas.microsoft.com/office/drawing/2014/main" id="{DC849E78-66E0-C0C7-DB72-025926D20681}"/>
                  </a:ext>
                </a:extLst>
              </p:cNvPr>
              <p:cNvSpPr/>
              <p:nvPr/>
            </p:nvSpPr>
            <p:spPr>
              <a:xfrm>
                <a:off x="6460263" y="1718457"/>
                <a:ext cx="34680" cy="4818"/>
              </a:xfrm>
              <a:custGeom>
                <a:avLst/>
                <a:gdLst/>
                <a:ahLst/>
                <a:cxnLst/>
                <a:rect l="l" t="t" r="r" b="b"/>
                <a:pathLst>
                  <a:path w="1778" h="247" extrusionOk="0">
                    <a:moveTo>
                      <a:pt x="0" y="0"/>
                    </a:moveTo>
                    <a:lnTo>
                      <a:pt x="0" y="73"/>
                    </a:lnTo>
                    <a:lnTo>
                      <a:pt x="1778" y="246"/>
                    </a:lnTo>
                    <a:lnTo>
                      <a:pt x="1778" y="174"/>
                    </a:lnTo>
                    <a:lnTo>
                      <a:pt x="0"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2277;p59">
                <a:extLst>
                  <a:ext uri="{FF2B5EF4-FFF2-40B4-BE49-F238E27FC236}">
                    <a16:creationId xmlns:a16="http://schemas.microsoft.com/office/drawing/2014/main" id="{9CCAA29D-D031-2D62-4560-A46CA9BB66AD}"/>
                  </a:ext>
                </a:extLst>
              </p:cNvPr>
              <p:cNvSpPr/>
              <p:nvPr/>
            </p:nvSpPr>
            <p:spPr>
              <a:xfrm>
                <a:off x="6204655" y="1622924"/>
                <a:ext cx="222650" cy="229145"/>
              </a:xfrm>
              <a:custGeom>
                <a:avLst/>
                <a:gdLst/>
                <a:ahLst/>
                <a:cxnLst/>
                <a:rect l="l" t="t" r="r" b="b"/>
                <a:pathLst>
                  <a:path w="11415" h="11748" extrusionOk="0">
                    <a:moveTo>
                      <a:pt x="10360" y="0"/>
                    </a:moveTo>
                    <a:lnTo>
                      <a:pt x="0" y="405"/>
                    </a:lnTo>
                    <a:lnTo>
                      <a:pt x="2168" y="11213"/>
                    </a:lnTo>
                    <a:lnTo>
                      <a:pt x="9320" y="11747"/>
                    </a:lnTo>
                    <a:lnTo>
                      <a:pt x="9739" y="6936"/>
                    </a:lnTo>
                    <a:cubicBezTo>
                      <a:pt x="10143" y="6863"/>
                      <a:pt x="11155" y="5895"/>
                      <a:pt x="11299" y="4711"/>
                    </a:cubicBezTo>
                    <a:cubicBezTo>
                      <a:pt x="11415" y="3743"/>
                      <a:pt x="10620" y="2587"/>
                      <a:pt x="10172" y="1994"/>
                    </a:cubicBezTo>
                    <a:lnTo>
                      <a:pt x="1036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2278;p59">
                <a:extLst>
                  <a:ext uri="{FF2B5EF4-FFF2-40B4-BE49-F238E27FC236}">
                    <a16:creationId xmlns:a16="http://schemas.microsoft.com/office/drawing/2014/main" id="{CBCC4166-B027-94C6-7F97-E2ADFB80A870}"/>
                  </a:ext>
                </a:extLst>
              </p:cNvPr>
              <p:cNvSpPr/>
              <p:nvPr/>
            </p:nvSpPr>
            <p:spPr>
              <a:xfrm>
                <a:off x="6223536" y="1712547"/>
                <a:ext cx="23406" cy="129084"/>
              </a:xfrm>
              <a:custGeom>
                <a:avLst/>
                <a:gdLst/>
                <a:ahLst/>
                <a:cxnLst/>
                <a:rect l="l" t="t" r="r" b="b"/>
                <a:pathLst>
                  <a:path w="1200" h="6618" extrusionOk="0">
                    <a:moveTo>
                      <a:pt x="1041" y="0"/>
                    </a:moveTo>
                    <a:lnTo>
                      <a:pt x="1" y="621"/>
                    </a:lnTo>
                    <a:lnTo>
                      <a:pt x="1200" y="6618"/>
                    </a:lnTo>
                    <a:lnTo>
                      <a:pt x="1041"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2279;p59">
                <a:extLst>
                  <a:ext uri="{FF2B5EF4-FFF2-40B4-BE49-F238E27FC236}">
                    <a16:creationId xmlns:a16="http://schemas.microsoft.com/office/drawing/2014/main" id="{2A30AFC5-DA51-CEBC-C539-A98F6795E52E}"/>
                  </a:ext>
                </a:extLst>
              </p:cNvPr>
              <p:cNvSpPr/>
              <p:nvPr/>
            </p:nvSpPr>
            <p:spPr>
              <a:xfrm>
                <a:off x="6183239" y="1873731"/>
                <a:ext cx="84847" cy="78644"/>
              </a:xfrm>
              <a:custGeom>
                <a:avLst/>
                <a:gdLst/>
                <a:ahLst/>
                <a:cxnLst/>
                <a:rect l="l" t="t" r="r" b="b"/>
                <a:pathLst>
                  <a:path w="4350" h="4032" extrusionOk="0">
                    <a:moveTo>
                      <a:pt x="2254" y="1"/>
                    </a:moveTo>
                    <a:cubicBezTo>
                      <a:pt x="1156" y="15"/>
                      <a:pt x="0" y="954"/>
                      <a:pt x="0" y="2024"/>
                    </a:cubicBezTo>
                    <a:cubicBezTo>
                      <a:pt x="0" y="3093"/>
                      <a:pt x="1315" y="4032"/>
                      <a:pt x="2399" y="4032"/>
                    </a:cubicBezTo>
                    <a:cubicBezTo>
                      <a:pt x="3468" y="4032"/>
                      <a:pt x="4349" y="3165"/>
                      <a:pt x="4349" y="2081"/>
                    </a:cubicBezTo>
                    <a:cubicBezTo>
                      <a:pt x="4349" y="1012"/>
                      <a:pt x="3324" y="1"/>
                      <a:pt x="2254" y="1"/>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2280;p59">
                <a:extLst>
                  <a:ext uri="{FF2B5EF4-FFF2-40B4-BE49-F238E27FC236}">
                    <a16:creationId xmlns:a16="http://schemas.microsoft.com/office/drawing/2014/main" id="{F2560D5B-A5A1-8EA9-6D6B-ADB76758D0CA}"/>
                  </a:ext>
                </a:extLst>
              </p:cNvPr>
              <p:cNvSpPr/>
              <p:nvPr/>
            </p:nvSpPr>
            <p:spPr>
              <a:xfrm>
                <a:off x="6144055" y="1845547"/>
                <a:ext cx="99788" cy="55258"/>
              </a:xfrm>
              <a:custGeom>
                <a:avLst/>
                <a:gdLst/>
                <a:ahLst/>
                <a:cxnLst/>
                <a:rect l="l" t="t" r="r" b="b"/>
                <a:pathLst>
                  <a:path w="5116" h="2833" extrusionOk="0">
                    <a:moveTo>
                      <a:pt x="897" y="1"/>
                    </a:moveTo>
                    <a:cubicBezTo>
                      <a:pt x="897" y="1"/>
                      <a:pt x="1" y="1605"/>
                      <a:pt x="102" y="1677"/>
                    </a:cubicBezTo>
                    <a:cubicBezTo>
                      <a:pt x="189" y="1749"/>
                      <a:pt x="3382" y="2833"/>
                      <a:pt x="3382" y="2833"/>
                    </a:cubicBezTo>
                    <a:lnTo>
                      <a:pt x="5116" y="1677"/>
                    </a:lnTo>
                    <a:lnTo>
                      <a:pt x="897" y="1"/>
                    </a:ln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2281;p59">
                <a:extLst>
                  <a:ext uri="{FF2B5EF4-FFF2-40B4-BE49-F238E27FC236}">
                    <a16:creationId xmlns:a16="http://schemas.microsoft.com/office/drawing/2014/main" id="{8A09A73A-C475-84A9-7C26-3828DEFF25DD}"/>
                  </a:ext>
                </a:extLst>
              </p:cNvPr>
              <p:cNvSpPr/>
              <p:nvPr/>
            </p:nvSpPr>
            <p:spPr>
              <a:xfrm>
                <a:off x="5993850" y="1630804"/>
                <a:ext cx="235913" cy="271432"/>
              </a:xfrm>
              <a:custGeom>
                <a:avLst/>
                <a:gdLst/>
                <a:ahLst/>
                <a:cxnLst/>
                <a:rect l="l" t="t" r="r" b="b"/>
                <a:pathLst>
                  <a:path w="12095" h="13916" extrusionOk="0">
                    <a:moveTo>
                      <a:pt x="10808" y="1"/>
                    </a:moveTo>
                    <a:lnTo>
                      <a:pt x="1316" y="7601"/>
                    </a:lnTo>
                    <a:cubicBezTo>
                      <a:pt x="1" y="8627"/>
                      <a:pt x="507" y="10736"/>
                      <a:pt x="2168" y="11054"/>
                    </a:cubicBezTo>
                    <a:lnTo>
                      <a:pt x="8771" y="13915"/>
                    </a:lnTo>
                    <a:lnTo>
                      <a:pt x="11054" y="11054"/>
                    </a:lnTo>
                    <a:lnTo>
                      <a:pt x="6026" y="8670"/>
                    </a:lnTo>
                    <a:lnTo>
                      <a:pt x="12094" y="4596"/>
                    </a:lnTo>
                    <a:lnTo>
                      <a:pt x="108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2282;p59">
                <a:extLst>
                  <a:ext uri="{FF2B5EF4-FFF2-40B4-BE49-F238E27FC236}">
                    <a16:creationId xmlns:a16="http://schemas.microsoft.com/office/drawing/2014/main" id="{85F4CAD9-C4EA-057B-31C2-AF3683EAC310}"/>
                  </a:ext>
                </a:extLst>
              </p:cNvPr>
              <p:cNvSpPr/>
              <p:nvPr/>
            </p:nvSpPr>
            <p:spPr>
              <a:xfrm>
                <a:off x="6078110" y="1799049"/>
                <a:ext cx="33276" cy="1443"/>
              </a:xfrm>
              <a:custGeom>
                <a:avLst/>
                <a:gdLst/>
                <a:ahLst/>
                <a:cxnLst/>
                <a:rect l="l" t="t" r="r" b="b"/>
                <a:pathLst>
                  <a:path w="1706" h="74" extrusionOk="0">
                    <a:moveTo>
                      <a:pt x="1" y="1"/>
                    </a:moveTo>
                    <a:lnTo>
                      <a:pt x="1" y="73"/>
                    </a:lnTo>
                    <a:lnTo>
                      <a:pt x="1706" y="73"/>
                    </a:lnTo>
                    <a:lnTo>
                      <a:pt x="1706" y="1"/>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2283;p59">
                <a:extLst>
                  <a:ext uri="{FF2B5EF4-FFF2-40B4-BE49-F238E27FC236}">
                    <a16:creationId xmlns:a16="http://schemas.microsoft.com/office/drawing/2014/main" id="{23BDE2E5-D593-2C8A-F41F-007E7A186407}"/>
                  </a:ext>
                </a:extLst>
              </p:cNvPr>
              <p:cNvSpPr/>
              <p:nvPr/>
            </p:nvSpPr>
            <p:spPr>
              <a:xfrm>
                <a:off x="6227203" y="1398214"/>
                <a:ext cx="220407" cy="169206"/>
              </a:xfrm>
              <a:custGeom>
                <a:avLst/>
                <a:gdLst/>
                <a:ahLst/>
                <a:cxnLst/>
                <a:rect l="l" t="t" r="r" b="b"/>
                <a:pathLst>
                  <a:path w="11300" h="8675" extrusionOk="0">
                    <a:moveTo>
                      <a:pt x="5539" y="1"/>
                    </a:moveTo>
                    <a:cubicBezTo>
                      <a:pt x="4875" y="1"/>
                      <a:pt x="4197" y="61"/>
                      <a:pt x="3555" y="150"/>
                    </a:cubicBezTo>
                    <a:cubicBezTo>
                      <a:pt x="622" y="540"/>
                      <a:pt x="0" y="3358"/>
                      <a:pt x="0" y="3358"/>
                    </a:cubicBezTo>
                    <a:lnTo>
                      <a:pt x="1575" y="4369"/>
                    </a:lnTo>
                    <a:cubicBezTo>
                      <a:pt x="1575" y="4369"/>
                      <a:pt x="3468" y="5135"/>
                      <a:pt x="5462" y="5467"/>
                    </a:cubicBezTo>
                    <a:lnTo>
                      <a:pt x="5361" y="8675"/>
                    </a:lnTo>
                    <a:lnTo>
                      <a:pt x="11097" y="8675"/>
                    </a:lnTo>
                    <a:cubicBezTo>
                      <a:pt x="11299" y="7620"/>
                      <a:pt x="11039" y="6594"/>
                      <a:pt x="10389" y="5857"/>
                    </a:cubicBezTo>
                    <a:cubicBezTo>
                      <a:pt x="9739" y="5106"/>
                      <a:pt x="9941" y="3936"/>
                      <a:pt x="9941" y="3936"/>
                    </a:cubicBezTo>
                    <a:cubicBezTo>
                      <a:pt x="10057" y="3257"/>
                      <a:pt x="9999" y="2708"/>
                      <a:pt x="9797" y="2289"/>
                    </a:cubicBezTo>
                    <a:cubicBezTo>
                      <a:pt x="9271" y="506"/>
                      <a:pt x="7460" y="1"/>
                      <a:pt x="5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2284;p59">
                <a:extLst>
                  <a:ext uri="{FF2B5EF4-FFF2-40B4-BE49-F238E27FC236}">
                    <a16:creationId xmlns:a16="http://schemas.microsoft.com/office/drawing/2014/main" id="{2C450E0B-C5B5-B7DD-882A-1AD1AF12DBD0}"/>
                  </a:ext>
                </a:extLst>
              </p:cNvPr>
              <p:cNvSpPr/>
              <p:nvPr/>
            </p:nvSpPr>
            <p:spPr>
              <a:xfrm>
                <a:off x="6284410" y="1545706"/>
                <a:ext cx="65966" cy="111061"/>
              </a:xfrm>
              <a:custGeom>
                <a:avLst/>
                <a:gdLst/>
                <a:ahLst/>
                <a:cxnLst/>
                <a:rect l="l" t="t" r="r" b="b"/>
                <a:pathLst>
                  <a:path w="3382" h="5694" extrusionOk="0">
                    <a:moveTo>
                      <a:pt x="0" y="0"/>
                    </a:moveTo>
                    <a:lnTo>
                      <a:pt x="0" y="4017"/>
                    </a:lnTo>
                    <a:cubicBezTo>
                      <a:pt x="0" y="4947"/>
                      <a:pt x="738" y="5693"/>
                      <a:pt x="1664" y="5693"/>
                    </a:cubicBezTo>
                    <a:cubicBezTo>
                      <a:pt x="1673" y="5693"/>
                      <a:pt x="1682" y="5693"/>
                      <a:pt x="1691" y="5693"/>
                    </a:cubicBezTo>
                    <a:cubicBezTo>
                      <a:pt x="2616" y="5693"/>
                      <a:pt x="3381" y="4956"/>
                      <a:pt x="3381" y="4017"/>
                    </a:cubicBezTo>
                    <a:lnTo>
                      <a:pt x="3381" y="0"/>
                    </a:ln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2285;p59">
                <a:extLst>
                  <a:ext uri="{FF2B5EF4-FFF2-40B4-BE49-F238E27FC236}">
                    <a16:creationId xmlns:a16="http://schemas.microsoft.com/office/drawing/2014/main" id="{F58B00EE-729C-6BAC-FD7A-FFAE96944D06}"/>
                  </a:ext>
                </a:extLst>
              </p:cNvPr>
              <p:cNvSpPr/>
              <p:nvPr/>
            </p:nvSpPr>
            <p:spPr>
              <a:xfrm>
                <a:off x="6281874" y="1529927"/>
                <a:ext cx="68502" cy="74314"/>
              </a:xfrm>
              <a:custGeom>
                <a:avLst/>
                <a:gdLst/>
                <a:ahLst/>
                <a:cxnLst/>
                <a:rect l="l" t="t" r="r" b="b"/>
                <a:pathLst>
                  <a:path w="3512" h="3810" extrusionOk="0">
                    <a:moveTo>
                      <a:pt x="0" y="0"/>
                    </a:moveTo>
                    <a:cubicBezTo>
                      <a:pt x="0" y="0"/>
                      <a:pt x="355" y="3810"/>
                      <a:pt x="3256" y="3810"/>
                    </a:cubicBezTo>
                    <a:cubicBezTo>
                      <a:pt x="3339" y="3810"/>
                      <a:pt x="3424" y="3807"/>
                      <a:pt x="3511" y="3800"/>
                    </a:cubicBezTo>
                    <a:lnTo>
                      <a:pt x="3511" y="1777"/>
                    </a:lnTo>
                    <a:lnTo>
                      <a:pt x="0"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2286;p59">
                <a:extLst>
                  <a:ext uri="{FF2B5EF4-FFF2-40B4-BE49-F238E27FC236}">
                    <a16:creationId xmlns:a16="http://schemas.microsoft.com/office/drawing/2014/main" id="{18B136D2-1CF8-ADC7-962B-6188CA67AD88}"/>
                  </a:ext>
                </a:extLst>
              </p:cNvPr>
              <p:cNvSpPr/>
              <p:nvPr/>
            </p:nvSpPr>
            <p:spPr>
              <a:xfrm>
                <a:off x="6370932" y="1492733"/>
                <a:ext cx="42014" cy="41721"/>
              </a:xfrm>
              <a:custGeom>
                <a:avLst/>
                <a:gdLst/>
                <a:ahLst/>
                <a:cxnLst/>
                <a:rect l="l" t="t" r="r" b="b"/>
                <a:pathLst>
                  <a:path w="2154" h="2139" extrusionOk="0">
                    <a:moveTo>
                      <a:pt x="1069" y="0"/>
                    </a:moveTo>
                    <a:cubicBezTo>
                      <a:pt x="477" y="0"/>
                      <a:pt x="0" y="477"/>
                      <a:pt x="0" y="1084"/>
                    </a:cubicBezTo>
                    <a:cubicBezTo>
                      <a:pt x="0" y="1676"/>
                      <a:pt x="491" y="2138"/>
                      <a:pt x="1084" y="2138"/>
                    </a:cubicBezTo>
                    <a:cubicBezTo>
                      <a:pt x="1691" y="2138"/>
                      <a:pt x="2153" y="1662"/>
                      <a:pt x="2153" y="1055"/>
                    </a:cubicBezTo>
                    <a:cubicBezTo>
                      <a:pt x="2153" y="462"/>
                      <a:pt x="1662" y="0"/>
                      <a:pt x="1069" y="0"/>
                    </a:cubicBezTo>
                    <a:close/>
                  </a:path>
                </a:pathLst>
              </a:custGeom>
              <a:solidFill>
                <a:srgbClr val="963D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2287;p59">
                <a:extLst>
                  <a:ext uri="{FF2B5EF4-FFF2-40B4-BE49-F238E27FC236}">
                    <a16:creationId xmlns:a16="http://schemas.microsoft.com/office/drawing/2014/main" id="{AD83919A-FFCC-313A-0C92-F93DDA49034A}"/>
                  </a:ext>
                </a:extLst>
              </p:cNvPr>
              <p:cNvSpPr/>
              <p:nvPr/>
            </p:nvSpPr>
            <p:spPr>
              <a:xfrm>
                <a:off x="6272863" y="1438900"/>
                <a:ext cx="127387" cy="149116"/>
              </a:xfrm>
              <a:custGeom>
                <a:avLst/>
                <a:gdLst/>
                <a:ahLst/>
                <a:cxnLst/>
                <a:rect l="l" t="t" r="r" b="b"/>
                <a:pathLst>
                  <a:path w="6531" h="7645" extrusionOk="0">
                    <a:moveTo>
                      <a:pt x="5491" y="0"/>
                    </a:moveTo>
                    <a:lnTo>
                      <a:pt x="535" y="44"/>
                    </a:lnTo>
                    <a:cubicBezTo>
                      <a:pt x="231" y="44"/>
                      <a:pt x="0" y="304"/>
                      <a:pt x="0" y="607"/>
                    </a:cubicBezTo>
                    <a:lnTo>
                      <a:pt x="29" y="5534"/>
                    </a:lnTo>
                    <a:cubicBezTo>
                      <a:pt x="29" y="6687"/>
                      <a:pt x="983" y="7644"/>
                      <a:pt x="2131" y="7644"/>
                    </a:cubicBezTo>
                    <a:cubicBezTo>
                      <a:pt x="2148" y="7644"/>
                      <a:pt x="2165" y="7644"/>
                      <a:pt x="2182" y="7644"/>
                    </a:cubicBezTo>
                    <a:lnTo>
                      <a:pt x="4407" y="7629"/>
                    </a:lnTo>
                    <a:cubicBezTo>
                      <a:pt x="5577" y="7615"/>
                      <a:pt x="6531" y="6632"/>
                      <a:pt x="6516" y="5476"/>
                    </a:cubicBezTo>
                    <a:lnTo>
                      <a:pt x="6473" y="983"/>
                    </a:lnTo>
                    <a:cubicBezTo>
                      <a:pt x="6473" y="434"/>
                      <a:pt x="6025" y="0"/>
                      <a:pt x="5491" y="0"/>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2288;p59">
                <a:extLst>
                  <a:ext uri="{FF2B5EF4-FFF2-40B4-BE49-F238E27FC236}">
                    <a16:creationId xmlns:a16="http://schemas.microsoft.com/office/drawing/2014/main" id="{B1D62AD6-61F3-D463-5611-0099F967FBB5}"/>
                  </a:ext>
                </a:extLst>
              </p:cNvPr>
              <p:cNvSpPr/>
              <p:nvPr/>
            </p:nvSpPr>
            <p:spPr>
              <a:xfrm>
                <a:off x="6261180" y="1468762"/>
                <a:ext cx="46071" cy="39712"/>
              </a:xfrm>
              <a:custGeom>
                <a:avLst/>
                <a:gdLst/>
                <a:ahLst/>
                <a:cxnLst/>
                <a:rect l="l" t="t" r="r" b="b"/>
                <a:pathLst>
                  <a:path w="2362" h="2036" extrusionOk="0">
                    <a:moveTo>
                      <a:pt x="599" y="1"/>
                    </a:moveTo>
                    <a:cubicBezTo>
                      <a:pt x="599" y="1"/>
                      <a:pt x="1" y="2035"/>
                      <a:pt x="1011" y="2035"/>
                    </a:cubicBezTo>
                    <a:cubicBezTo>
                      <a:pt x="1053" y="2035"/>
                      <a:pt x="1099" y="2031"/>
                      <a:pt x="1148" y="2024"/>
                    </a:cubicBezTo>
                    <a:cubicBezTo>
                      <a:pt x="2362" y="1821"/>
                      <a:pt x="2304" y="1"/>
                      <a:pt x="2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2289;p59">
                <a:extLst>
                  <a:ext uri="{FF2B5EF4-FFF2-40B4-BE49-F238E27FC236}">
                    <a16:creationId xmlns:a16="http://schemas.microsoft.com/office/drawing/2014/main" id="{743F38DC-3CD6-2FBD-06E7-BE1BF4110B01}"/>
                  </a:ext>
                </a:extLst>
              </p:cNvPr>
              <p:cNvSpPr/>
              <p:nvPr/>
            </p:nvSpPr>
            <p:spPr>
              <a:xfrm>
                <a:off x="6193947" y="1402817"/>
                <a:ext cx="182352" cy="174765"/>
              </a:xfrm>
              <a:custGeom>
                <a:avLst/>
                <a:gdLst/>
                <a:ahLst/>
                <a:cxnLst/>
                <a:rect l="l" t="t" r="r" b="b"/>
                <a:pathLst>
                  <a:path w="9349" h="8960" extrusionOk="0">
                    <a:moveTo>
                      <a:pt x="5031" y="0"/>
                    </a:moveTo>
                    <a:cubicBezTo>
                      <a:pt x="4758" y="0"/>
                      <a:pt x="2452" y="103"/>
                      <a:pt x="1257" y="3497"/>
                    </a:cubicBezTo>
                    <a:cubicBezTo>
                      <a:pt x="0" y="7110"/>
                      <a:pt x="1633" y="8901"/>
                      <a:pt x="1691" y="8959"/>
                    </a:cubicBezTo>
                    <a:lnTo>
                      <a:pt x="5130" y="8959"/>
                    </a:lnTo>
                    <a:cubicBezTo>
                      <a:pt x="5318" y="7933"/>
                      <a:pt x="5000" y="6951"/>
                      <a:pt x="4638" y="6170"/>
                    </a:cubicBezTo>
                    <a:cubicBezTo>
                      <a:pt x="4219" y="5275"/>
                      <a:pt x="4552" y="4249"/>
                      <a:pt x="4552" y="4249"/>
                    </a:cubicBezTo>
                    <a:cubicBezTo>
                      <a:pt x="4566" y="4191"/>
                      <a:pt x="4566" y="4133"/>
                      <a:pt x="4566" y="4075"/>
                    </a:cubicBezTo>
                    <a:cubicBezTo>
                      <a:pt x="5809" y="3989"/>
                      <a:pt x="8829" y="3570"/>
                      <a:pt x="9276" y="1402"/>
                    </a:cubicBezTo>
                    <a:lnTo>
                      <a:pt x="9349" y="608"/>
                    </a:lnTo>
                    <a:lnTo>
                      <a:pt x="5057" y="1"/>
                    </a:lnTo>
                    <a:cubicBezTo>
                      <a:pt x="5057" y="1"/>
                      <a:pt x="5048" y="0"/>
                      <a:pt x="50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2290;p59">
                <a:extLst>
                  <a:ext uri="{FF2B5EF4-FFF2-40B4-BE49-F238E27FC236}">
                    <a16:creationId xmlns:a16="http://schemas.microsoft.com/office/drawing/2014/main" id="{EAF06052-EBCE-0B3E-B70E-D01F213593D3}"/>
                  </a:ext>
                </a:extLst>
              </p:cNvPr>
              <p:cNvSpPr/>
              <p:nvPr/>
            </p:nvSpPr>
            <p:spPr>
              <a:xfrm>
                <a:off x="6251993" y="1491309"/>
                <a:ext cx="42014" cy="41741"/>
              </a:xfrm>
              <a:custGeom>
                <a:avLst/>
                <a:gdLst/>
                <a:ahLst/>
                <a:cxnLst/>
                <a:rect l="l" t="t" r="r" b="b"/>
                <a:pathLst>
                  <a:path w="2154" h="2140" extrusionOk="0">
                    <a:moveTo>
                      <a:pt x="1070" y="1"/>
                    </a:moveTo>
                    <a:cubicBezTo>
                      <a:pt x="463" y="1"/>
                      <a:pt x="1" y="478"/>
                      <a:pt x="1" y="1084"/>
                    </a:cubicBezTo>
                    <a:cubicBezTo>
                      <a:pt x="1" y="1677"/>
                      <a:pt x="492" y="2139"/>
                      <a:pt x="1085" y="2139"/>
                    </a:cubicBezTo>
                    <a:cubicBezTo>
                      <a:pt x="1677" y="2139"/>
                      <a:pt x="2154" y="1662"/>
                      <a:pt x="2154" y="1056"/>
                    </a:cubicBezTo>
                    <a:cubicBezTo>
                      <a:pt x="2125" y="478"/>
                      <a:pt x="1648" y="1"/>
                      <a:pt x="1070" y="1"/>
                    </a:cubicBezTo>
                    <a:close/>
                  </a:path>
                </a:pathLst>
              </a:custGeom>
              <a:solidFill>
                <a:srgbClr val="AC50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2291;p59">
                <a:extLst>
                  <a:ext uri="{FF2B5EF4-FFF2-40B4-BE49-F238E27FC236}">
                    <a16:creationId xmlns:a16="http://schemas.microsoft.com/office/drawing/2014/main" id="{09948080-237D-C320-07A6-3EF2F9A6C66F}"/>
                  </a:ext>
                </a:extLst>
              </p:cNvPr>
              <p:cNvSpPr/>
              <p:nvPr/>
            </p:nvSpPr>
            <p:spPr>
              <a:xfrm>
                <a:off x="6356557" y="1480601"/>
                <a:ext cx="9889" cy="53853"/>
              </a:xfrm>
              <a:custGeom>
                <a:avLst/>
                <a:gdLst/>
                <a:ahLst/>
                <a:cxnLst/>
                <a:rect l="l" t="t" r="r" b="b"/>
                <a:pathLst>
                  <a:path w="507" h="2761" extrusionOk="0">
                    <a:moveTo>
                      <a:pt x="217" y="1"/>
                    </a:moveTo>
                    <a:cubicBezTo>
                      <a:pt x="159" y="1"/>
                      <a:pt x="188" y="694"/>
                      <a:pt x="275" y="1503"/>
                    </a:cubicBezTo>
                    <a:cubicBezTo>
                      <a:pt x="289" y="1922"/>
                      <a:pt x="405" y="2298"/>
                      <a:pt x="304" y="2515"/>
                    </a:cubicBezTo>
                    <a:cubicBezTo>
                      <a:pt x="246" y="2616"/>
                      <a:pt x="159" y="2674"/>
                      <a:pt x="116" y="2688"/>
                    </a:cubicBezTo>
                    <a:cubicBezTo>
                      <a:pt x="44" y="2717"/>
                      <a:pt x="0" y="2717"/>
                      <a:pt x="0" y="2732"/>
                    </a:cubicBezTo>
                    <a:cubicBezTo>
                      <a:pt x="0" y="2746"/>
                      <a:pt x="44" y="2760"/>
                      <a:pt x="130" y="2760"/>
                    </a:cubicBezTo>
                    <a:cubicBezTo>
                      <a:pt x="217" y="2760"/>
                      <a:pt x="347" y="2717"/>
                      <a:pt x="419" y="2573"/>
                    </a:cubicBezTo>
                    <a:cubicBezTo>
                      <a:pt x="506" y="2428"/>
                      <a:pt x="506" y="2240"/>
                      <a:pt x="492" y="2067"/>
                    </a:cubicBezTo>
                    <a:cubicBezTo>
                      <a:pt x="477" y="1865"/>
                      <a:pt x="448" y="1677"/>
                      <a:pt x="434" y="1489"/>
                    </a:cubicBezTo>
                    <a:cubicBezTo>
                      <a:pt x="362" y="665"/>
                      <a:pt x="246" y="1"/>
                      <a:pt x="2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2292;p59">
                <a:extLst>
                  <a:ext uri="{FF2B5EF4-FFF2-40B4-BE49-F238E27FC236}">
                    <a16:creationId xmlns:a16="http://schemas.microsoft.com/office/drawing/2014/main" id="{1C6260FC-B4D4-BE42-53C6-589526E295DF}"/>
                  </a:ext>
                </a:extLst>
              </p:cNvPr>
              <p:cNvSpPr/>
              <p:nvPr/>
            </p:nvSpPr>
            <p:spPr>
              <a:xfrm>
                <a:off x="6321039" y="1484833"/>
                <a:ext cx="4252" cy="12990"/>
              </a:xfrm>
              <a:custGeom>
                <a:avLst/>
                <a:gdLst/>
                <a:ahLst/>
                <a:cxnLst/>
                <a:rect l="l" t="t" r="r" b="b"/>
                <a:pathLst>
                  <a:path w="218" h="666" extrusionOk="0">
                    <a:moveTo>
                      <a:pt x="73" y="0"/>
                    </a:moveTo>
                    <a:cubicBezTo>
                      <a:pt x="15" y="0"/>
                      <a:pt x="1" y="159"/>
                      <a:pt x="15" y="347"/>
                    </a:cubicBezTo>
                    <a:cubicBezTo>
                      <a:pt x="30" y="521"/>
                      <a:pt x="102" y="665"/>
                      <a:pt x="145" y="665"/>
                    </a:cubicBezTo>
                    <a:cubicBezTo>
                      <a:pt x="203" y="665"/>
                      <a:pt x="218" y="506"/>
                      <a:pt x="203" y="318"/>
                    </a:cubicBezTo>
                    <a:cubicBezTo>
                      <a:pt x="174" y="145"/>
                      <a:pt x="131" y="0"/>
                      <a:pt x="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2293;p59">
                <a:extLst>
                  <a:ext uri="{FF2B5EF4-FFF2-40B4-BE49-F238E27FC236}">
                    <a16:creationId xmlns:a16="http://schemas.microsoft.com/office/drawing/2014/main" id="{F8A8AE15-B974-0410-BF09-8D75E6FF1C0D}"/>
                  </a:ext>
                </a:extLst>
              </p:cNvPr>
              <p:cNvSpPr/>
              <p:nvPr/>
            </p:nvSpPr>
            <p:spPr>
              <a:xfrm>
                <a:off x="6379104" y="1479470"/>
                <a:ext cx="4233" cy="12990"/>
              </a:xfrm>
              <a:custGeom>
                <a:avLst/>
                <a:gdLst/>
                <a:ahLst/>
                <a:cxnLst/>
                <a:rect l="l" t="t" r="r" b="b"/>
                <a:pathLst>
                  <a:path w="217" h="666" extrusionOk="0">
                    <a:moveTo>
                      <a:pt x="72" y="1"/>
                    </a:moveTo>
                    <a:cubicBezTo>
                      <a:pt x="15" y="1"/>
                      <a:pt x="0" y="160"/>
                      <a:pt x="15" y="348"/>
                    </a:cubicBezTo>
                    <a:cubicBezTo>
                      <a:pt x="29" y="521"/>
                      <a:pt x="101" y="666"/>
                      <a:pt x="145" y="666"/>
                    </a:cubicBezTo>
                    <a:cubicBezTo>
                      <a:pt x="203" y="666"/>
                      <a:pt x="217" y="507"/>
                      <a:pt x="203" y="333"/>
                    </a:cubicBezTo>
                    <a:cubicBezTo>
                      <a:pt x="174" y="145"/>
                      <a:pt x="130" y="1"/>
                      <a:pt x="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2294;p59">
                <a:extLst>
                  <a:ext uri="{FF2B5EF4-FFF2-40B4-BE49-F238E27FC236}">
                    <a16:creationId xmlns:a16="http://schemas.microsoft.com/office/drawing/2014/main" id="{DDF93DF8-B9A8-526A-6D1C-557AEEF95C24}"/>
                  </a:ext>
                </a:extLst>
              </p:cNvPr>
              <p:cNvSpPr/>
              <p:nvPr/>
            </p:nvSpPr>
            <p:spPr>
              <a:xfrm>
                <a:off x="6329777" y="1533302"/>
                <a:ext cx="32710" cy="23367"/>
              </a:xfrm>
              <a:custGeom>
                <a:avLst/>
                <a:gdLst/>
                <a:ahLst/>
                <a:cxnLst/>
                <a:rect l="l" t="t" r="r" b="b"/>
                <a:pathLst>
                  <a:path w="1677" h="1198" extrusionOk="0">
                    <a:moveTo>
                      <a:pt x="58" y="1"/>
                    </a:moveTo>
                    <a:cubicBezTo>
                      <a:pt x="44" y="1"/>
                      <a:pt x="1" y="131"/>
                      <a:pt x="58" y="347"/>
                    </a:cubicBezTo>
                    <a:cubicBezTo>
                      <a:pt x="116" y="550"/>
                      <a:pt x="261" y="839"/>
                      <a:pt x="535" y="1027"/>
                    </a:cubicBezTo>
                    <a:cubicBezTo>
                      <a:pt x="752" y="1157"/>
                      <a:pt x="993" y="1197"/>
                      <a:pt x="1185" y="1197"/>
                    </a:cubicBezTo>
                    <a:cubicBezTo>
                      <a:pt x="1250" y="1197"/>
                      <a:pt x="1308" y="1193"/>
                      <a:pt x="1359" y="1185"/>
                    </a:cubicBezTo>
                    <a:cubicBezTo>
                      <a:pt x="1576" y="1128"/>
                      <a:pt x="1677" y="1055"/>
                      <a:pt x="1677" y="1041"/>
                    </a:cubicBezTo>
                    <a:cubicBezTo>
                      <a:pt x="1674" y="1038"/>
                      <a:pt x="1668" y="1037"/>
                      <a:pt x="1658" y="1037"/>
                    </a:cubicBezTo>
                    <a:cubicBezTo>
                      <a:pt x="1618" y="1037"/>
                      <a:pt x="1521" y="1055"/>
                      <a:pt x="1359" y="1055"/>
                    </a:cubicBezTo>
                    <a:cubicBezTo>
                      <a:pt x="1157" y="1055"/>
                      <a:pt x="882" y="1027"/>
                      <a:pt x="651" y="882"/>
                    </a:cubicBezTo>
                    <a:cubicBezTo>
                      <a:pt x="420" y="709"/>
                      <a:pt x="261" y="492"/>
                      <a:pt x="174" y="319"/>
                    </a:cubicBezTo>
                    <a:cubicBezTo>
                      <a:pt x="102" y="131"/>
                      <a:pt x="87" y="1"/>
                      <a:pt x="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2295;p59">
                <a:extLst>
                  <a:ext uri="{FF2B5EF4-FFF2-40B4-BE49-F238E27FC236}">
                    <a16:creationId xmlns:a16="http://schemas.microsoft.com/office/drawing/2014/main" id="{37D98887-FCF3-4640-9C0C-38A8B29A04CE}"/>
                  </a:ext>
                </a:extLst>
              </p:cNvPr>
              <p:cNvSpPr/>
              <p:nvPr/>
            </p:nvSpPr>
            <p:spPr>
              <a:xfrm>
                <a:off x="6322736" y="1529849"/>
                <a:ext cx="15526" cy="11371"/>
              </a:xfrm>
              <a:custGeom>
                <a:avLst/>
                <a:gdLst/>
                <a:ahLst/>
                <a:cxnLst/>
                <a:rect l="l" t="t" r="r" b="b"/>
                <a:pathLst>
                  <a:path w="796" h="583" extrusionOk="0">
                    <a:moveTo>
                      <a:pt x="594" y="1"/>
                    </a:moveTo>
                    <a:cubicBezTo>
                      <a:pt x="490" y="1"/>
                      <a:pt x="372" y="35"/>
                      <a:pt x="275" y="120"/>
                    </a:cubicBezTo>
                    <a:cubicBezTo>
                      <a:pt x="145" y="207"/>
                      <a:pt x="58" y="337"/>
                      <a:pt x="44" y="423"/>
                    </a:cubicBezTo>
                    <a:cubicBezTo>
                      <a:pt x="0" y="510"/>
                      <a:pt x="15" y="582"/>
                      <a:pt x="58" y="582"/>
                    </a:cubicBezTo>
                    <a:cubicBezTo>
                      <a:pt x="102" y="582"/>
                      <a:pt x="174" y="380"/>
                      <a:pt x="376" y="264"/>
                    </a:cubicBezTo>
                    <a:cubicBezTo>
                      <a:pt x="564" y="120"/>
                      <a:pt x="781" y="134"/>
                      <a:pt x="795" y="77"/>
                    </a:cubicBezTo>
                    <a:cubicBezTo>
                      <a:pt x="795" y="62"/>
                      <a:pt x="737" y="19"/>
                      <a:pt x="651" y="4"/>
                    </a:cubicBezTo>
                    <a:cubicBezTo>
                      <a:pt x="632" y="2"/>
                      <a:pt x="613" y="1"/>
                      <a:pt x="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2977-82E8-E3A1-331C-A304D16B2812}"/>
              </a:ext>
            </a:extLst>
          </p:cNvPr>
          <p:cNvSpPr>
            <a:spLocks noGrp="1"/>
          </p:cNvSpPr>
          <p:nvPr>
            <p:ph type="title"/>
          </p:nvPr>
        </p:nvSpPr>
        <p:spPr>
          <a:noFill/>
          <a:ln>
            <a:noFill/>
          </a:ln>
        </p:spPr>
        <p:txBody>
          <a:bodyPr spcFirstLastPara="1" wrap="square" lIns="91425" tIns="91425" rIns="91425" bIns="91425" anchor="t" anchorCtr="0">
            <a:noAutofit/>
          </a:bodyPr>
          <a:lstStyle/>
          <a:p>
            <a:r>
              <a:rPr lang="en-US" sz="2000" dirty="0">
                <a:solidFill>
                  <a:schemeClr val="tx1">
                    <a:lumMod val="50000"/>
                    <a:lumOff val="50000"/>
                  </a:schemeClr>
                </a:solidFill>
              </a:rPr>
              <a:t>Why NOT the Alternatives?</a:t>
            </a:r>
          </a:p>
        </p:txBody>
      </p:sp>
      <p:graphicFrame>
        <p:nvGraphicFramePr>
          <p:cNvPr id="4" name="Table 3">
            <a:extLst>
              <a:ext uri="{FF2B5EF4-FFF2-40B4-BE49-F238E27FC236}">
                <a16:creationId xmlns:a16="http://schemas.microsoft.com/office/drawing/2014/main" id="{1859B6F7-91C2-7EC6-3CFD-58CD1656364E}"/>
              </a:ext>
            </a:extLst>
          </p:cNvPr>
          <p:cNvGraphicFramePr>
            <a:graphicFrameLocks noGrp="1"/>
          </p:cNvGraphicFramePr>
          <p:nvPr>
            <p:extLst>
              <p:ext uri="{D42A27DB-BD31-4B8C-83A1-F6EECF244321}">
                <p14:modId xmlns:p14="http://schemas.microsoft.com/office/powerpoint/2010/main" val="2199265067"/>
              </p:ext>
            </p:extLst>
          </p:nvPr>
        </p:nvGraphicFramePr>
        <p:xfrm>
          <a:off x="780585" y="1122557"/>
          <a:ext cx="7582830" cy="3843454"/>
        </p:xfrm>
        <a:graphic>
          <a:graphicData uri="http://schemas.openxmlformats.org/drawingml/2006/table">
            <a:tbl>
              <a:tblPr firstRow="1" firstCol="1" bandRow="1"/>
              <a:tblGrid>
                <a:gridCol w="2988527">
                  <a:extLst>
                    <a:ext uri="{9D8B030D-6E8A-4147-A177-3AD203B41FA5}">
                      <a16:colId xmlns:a16="http://schemas.microsoft.com/office/drawing/2014/main" val="1249008868"/>
                    </a:ext>
                  </a:extLst>
                </a:gridCol>
                <a:gridCol w="4594303">
                  <a:extLst>
                    <a:ext uri="{9D8B030D-6E8A-4147-A177-3AD203B41FA5}">
                      <a16:colId xmlns:a16="http://schemas.microsoft.com/office/drawing/2014/main" val="1934742135"/>
                    </a:ext>
                  </a:extLst>
                </a:gridCol>
              </a:tblGrid>
              <a:tr h="347668">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Alternative Considered</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Why Rejected</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991125992"/>
                  </a:ext>
                </a:extLst>
              </a:tr>
              <a:tr h="699157">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GLP-1 (OZEMPIC/MOUNJARO tier)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Duopoly — Eli Lilly (52.9%) + Novo Nordisk (44.5%) own 97.4%. Entry requires biosimilar at 80% price discount — margin destructive.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78407204"/>
                  </a:ext>
                </a:extLst>
              </a:tr>
              <a:tr h="699157">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Vitamins/Supplements (A11)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HHI = 0.12, 243 corps — most fragmented class. Too many undifferentiated competitors. Limitless Naturals already owns the narrative.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478346748"/>
                  </a:ext>
                </a:extLst>
              </a:tr>
              <a:tr h="504311">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Anti-infectives (J01, +17.9%)</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Below market growth rate. Generic pressure severe. Market is commoditized — no pricing power.</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212987838"/>
                  </a:ext>
                </a:extLst>
              </a:tr>
              <a:tr h="894004">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PPIs / Antacids (A02, 34% of market)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ZURCAL already dominates as local generic. CONTROLOC losing. AUG PHARMA owns this category — HHI 0.10 but AUG has decisive brand advantage.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36197754"/>
                  </a:ext>
                </a:extLst>
              </a:tr>
              <a:tr h="699157">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Wound Healing / PANTHENOL (D03, +65%)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Two companies (PANTHENOL, MEBO) own 90% of a EGP 2.17B market — rapid consolidation post-boom. Entry window is closed.</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015412382"/>
                  </a:ext>
                </a:extLst>
              </a:tr>
            </a:tbl>
          </a:graphicData>
        </a:graphic>
      </p:graphicFrame>
    </p:spTree>
    <p:extLst>
      <p:ext uri="{BB962C8B-B14F-4D97-AF65-F5344CB8AC3E}">
        <p14:creationId xmlns:p14="http://schemas.microsoft.com/office/powerpoint/2010/main" val="29792986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596"/>
        <p:cNvGrpSpPr/>
        <p:nvPr/>
      </p:nvGrpSpPr>
      <p:grpSpPr>
        <a:xfrm>
          <a:off x="0" y="0"/>
          <a:ext cx="0" cy="0"/>
          <a:chOff x="0" y="0"/>
          <a:chExt cx="0" cy="0"/>
        </a:xfrm>
      </p:grpSpPr>
      <p:sp>
        <p:nvSpPr>
          <p:cNvPr id="1597" name="Google Shape;1597;p53"/>
          <p:cNvSpPr/>
          <p:nvPr/>
        </p:nvSpPr>
        <p:spPr>
          <a:xfrm>
            <a:off x="3125500" y="1472375"/>
            <a:ext cx="1003200" cy="10032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53"/>
          <p:cNvSpPr/>
          <p:nvPr/>
        </p:nvSpPr>
        <p:spPr>
          <a:xfrm>
            <a:off x="4981638" y="1472375"/>
            <a:ext cx="1003200" cy="10032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53"/>
          <p:cNvSpPr/>
          <p:nvPr/>
        </p:nvSpPr>
        <p:spPr>
          <a:xfrm>
            <a:off x="3125500" y="3276075"/>
            <a:ext cx="1003200" cy="10032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53"/>
          <p:cNvSpPr/>
          <p:nvPr/>
        </p:nvSpPr>
        <p:spPr>
          <a:xfrm>
            <a:off x="4981638" y="3276075"/>
            <a:ext cx="1003200" cy="10032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53"/>
          <p:cNvSpPr txBox="1">
            <a:spLocks noGrp="1"/>
          </p:cNvSpPr>
          <p:nvPr>
            <p:ph type="title"/>
          </p:nvPr>
        </p:nvSpPr>
        <p:spPr>
          <a:xfrm>
            <a:off x="956220" y="164763"/>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dirty="0"/>
              <a:t>Strategic Opportunity: SGLT2 Diabetes Portfolio</a:t>
            </a:r>
            <a:endParaRPr sz="2800" dirty="0"/>
          </a:p>
          <a:p>
            <a:pPr marL="0" lvl="0" indent="0" algn="ctr" rtl="0">
              <a:spcBef>
                <a:spcPts val="0"/>
              </a:spcBef>
              <a:spcAft>
                <a:spcPts val="0"/>
              </a:spcAft>
              <a:buNone/>
            </a:pPr>
            <a:endParaRPr sz="2800" dirty="0"/>
          </a:p>
        </p:txBody>
      </p:sp>
      <p:sp>
        <p:nvSpPr>
          <p:cNvPr id="1602" name="Google Shape;1602;p53"/>
          <p:cNvSpPr txBox="1">
            <a:spLocks noGrp="1"/>
          </p:cNvSpPr>
          <p:nvPr>
            <p:ph type="title" idx="4294967295"/>
          </p:nvPr>
        </p:nvSpPr>
        <p:spPr>
          <a:xfrm>
            <a:off x="672125" y="1746963"/>
            <a:ext cx="2338200" cy="478800"/>
          </a:xfrm>
          <a:prstGeom prst="rect">
            <a:avLst/>
          </a:prstGeom>
        </p:spPr>
        <p:txBody>
          <a:bodyPr spcFirstLastPara="1" wrap="square" lIns="91425" tIns="91425" rIns="91425" bIns="91425" anchor="t" anchorCtr="0">
            <a:noAutofit/>
          </a:bodyPr>
          <a:lstStyle/>
          <a:p>
            <a:pPr marL="0" lvl="0" indent="0" algn="ctr" rtl="0">
              <a:lnSpc>
                <a:spcPct val="70000"/>
              </a:lnSpc>
              <a:spcBef>
                <a:spcPts val="0"/>
              </a:spcBef>
              <a:spcAft>
                <a:spcPts val="0"/>
              </a:spcAft>
              <a:buNone/>
            </a:pPr>
            <a:r>
              <a:rPr lang="en" sz="1600" dirty="0"/>
              <a:t>Market</a:t>
            </a:r>
            <a:r>
              <a:rPr lang="en" sz="1800" dirty="0"/>
              <a:t> Size</a:t>
            </a:r>
            <a:endParaRPr sz="1800" dirty="0"/>
          </a:p>
          <a:p>
            <a:pPr marL="0" lvl="0" indent="0" algn="r" rtl="0">
              <a:spcBef>
                <a:spcPts val="0"/>
              </a:spcBef>
              <a:spcAft>
                <a:spcPts val="0"/>
              </a:spcAft>
              <a:buNone/>
            </a:pPr>
            <a:endParaRPr sz="2200" dirty="0"/>
          </a:p>
        </p:txBody>
      </p:sp>
      <p:sp>
        <p:nvSpPr>
          <p:cNvPr id="1603" name="Google Shape;1603;p53"/>
          <p:cNvSpPr txBox="1">
            <a:spLocks noGrp="1"/>
          </p:cNvSpPr>
          <p:nvPr>
            <p:ph type="subTitle" idx="4294967295"/>
          </p:nvPr>
        </p:nvSpPr>
        <p:spPr>
          <a:xfrm>
            <a:off x="727500" y="2055763"/>
            <a:ext cx="2282700" cy="659700"/>
          </a:xfrm>
          <a:prstGeom prst="rect">
            <a:avLst/>
          </a:prstGeom>
        </p:spPr>
        <p:txBody>
          <a:bodyPr spcFirstLastPara="1" wrap="square" lIns="91425" tIns="91425" rIns="91425" bIns="91425" anchor="t" anchorCtr="0">
            <a:noAutofit/>
          </a:bodyPr>
          <a:lstStyle/>
          <a:p>
            <a:pPr marL="0" lvl="0" indent="0" rtl="0">
              <a:lnSpc>
                <a:spcPct val="100000"/>
              </a:lnSpc>
              <a:spcBef>
                <a:spcPts val="0"/>
              </a:spcBef>
              <a:spcAft>
                <a:spcPts val="1600"/>
              </a:spcAft>
              <a:buClr>
                <a:schemeClr val="dk1"/>
              </a:buClr>
              <a:buSzPts val="1100"/>
              <a:buFont typeface="Arial"/>
              <a:buNone/>
            </a:pPr>
            <a:r>
              <a:rPr lang="en" sz="1200" b="1" dirty="0"/>
              <a:t>Diabetes: EGP 14.51B — Egypt’s LARGEST ATC2 class. YoY +54.1%. SGLT2/DPP-IV target segments = EGP 7.58B growing 20-97% annually. SGLT2+DPP-IV Combo doubling annually (+97.8%).</a:t>
            </a:r>
            <a:endParaRPr sz="1200" b="1" dirty="0"/>
          </a:p>
        </p:txBody>
      </p:sp>
      <p:sp>
        <p:nvSpPr>
          <p:cNvPr id="1604" name="Google Shape;1604;p53"/>
          <p:cNvSpPr txBox="1">
            <a:spLocks noGrp="1"/>
          </p:cNvSpPr>
          <p:nvPr>
            <p:ph type="title" idx="4294967295"/>
          </p:nvPr>
        </p:nvSpPr>
        <p:spPr>
          <a:xfrm>
            <a:off x="617067" y="3541200"/>
            <a:ext cx="2338200" cy="478800"/>
          </a:xfrm>
          <a:prstGeom prst="rect">
            <a:avLst/>
          </a:prstGeom>
        </p:spPr>
        <p:txBody>
          <a:bodyPr spcFirstLastPara="1" wrap="square" lIns="91425" tIns="91425" rIns="91425" bIns="91425" anchor="t" anchorCtr="0">
            <a:noAutofit/>
          </a:bodyPr>
          <a:lstStyle/>
          <a:p>
            <a:pPr marL="0" lvl="0" indent="0" algn="ctr" rtl="0">
              <a:lnSpc>
                <a:spcPct val="70000"/>
              </a:lnSpc>
              <a:spcBef>
                <a:spcPts val="0"/>
              </a:spcBef>
              <a:spcAft>
                <a:spcPts val="0"/>
              </a:spcAft>
              <a:buNone/>
            </a:pPr>
            <a:r>
              <a:rPr lang="en" sz="1600" dirty="0"/>
              <a:t>Competition</a:t>
            </a:r>
            <a:endParaRPr sz="1600" dirty="0"/>
          </a:p>
          <a:p>
            <a:pPr marL="0" lvl="0" indent="0" algn="r" rtl="0">
              <a:spcBef>
                <a:spcPts val="0"/>
              </a:spcBef>
              <a:spcAft>
                <a:spcPts val="0"/>
              </a:spcAft>
              <a:buNone/>
            </a:pPr>
            <a:endParaRPr sz="2200" dirty="0"/>
          </a:p>
        </p:txBody>
      </p:sp>
      <p:sp>
        <p:nvSpPr>
          <p:cNvPr id="1605" name="Google Shape;1605;p53"/>
          <p:cNvSpPr txBox="1">
            <a:spLocks noGrp="1"/>
          </p:cNvSpPr>
          <p:nvPr>
            <p:ph type="subTitle" idx="4294967295"/>
          </p:nvPr>
        </p:nvSpPr>
        <p:spPr>
          <a:xfrm>
            <a:off x="727500" y="3860025"/>
            <a:ext cx="2282700" cy="659700"/>
          </a:xfrm>
          <a:prstGeom prst="rect">
            <a:avLst/>
          </a:prstGeom>
        </p:spPr>
        <p:txBody>
          <a:bodyPr spcFirstLastPara="1" wrap="square" lIns="91425" tIns="91425" rIns="91425" bIns="91425" anchor="t" anchorCtr="0">
            <a:noAutofit/>
          </a:bodyPr>
          <a:lstStyle/>
          <a:p>
            <a:pPr marL="0" lvl="0" indent="0" rtl="0">
              <a:lnSpc>
                <a:spcPct val="100000"/>
              </a:lnSpc>
              <a:spcBef>
                <a:spcPts val="0"/>
              </a:spcBef>
              <a:spcAft>
                <a:spcPts val="0"/>
              </a:spcAft>
              <a:buClr>
                <a:schemeClr val="dk1"/>
              </a:buClr>
              <a:buSzPts val="1100"/>
              <a:buFont typeface="Arial"/>
              <a:buNone/>
            </a:pPr>
            <a:r>
              <a:rPr lang="en" sz="1200" b="1" dirty="0"/>
              <a:t>HHI &lt;0.16 — no player over 20% share. GLP-1 closed (duopoly). SGLT2 combinations OPEN.</a:t>
            </a:r>
            <a:endParaRPr sz="1200" b="1" dirty="0"/>
          </a:p>
        </p:txBody>
      </p:sp>
      <p:sp>
        <p:nvSpPr>
          <p:cNvPr id="1606" name="Google Shape;1606;p53"/>
          <p:cNvSpPr txBox="1">
            <a:spLocks noGrp="1"/>
          </p:cNvSpPr>
          <p:nvPr>
            <p:ph type="title" idx="4294967295"/>
          </p:nvPr>
        </p:nvSpPr>
        <p:spPr>
          <a:xfrm>
            <a:off x="6118450" y="1746963"/>
            <a:ext cx="2338200" cy="478800"/>
          </a:xfrm>
          <a:prstGeom prst="rect">
            <a:avLst/>
          </a:prstGeom>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n" sz="2000"/>
              <a:t>Demand</a:t>
            </a:r>
            <a:endParaRPr sz="2000"/>
          </a:p>
          <a:p>
            <a:pPr marL="0" lvl="0" indent="0" algn="l" rtl="0">
              <a:spcBef>
                <a:spcPts val="0"/>
              </a:spcBef>
              <a:spcAft>
                <a:spcPts val="0"/>
              </a:spcAft>
              <a:buNone/>
            </a:pPr>
            <a:endParaRPr sz="2200"/>
          </a:p>
        </p:txBody>
      </p:sp>
      <p:sp>
        <p:nvSpPr>
          <p:cNvPr id="1607" name="Google Shape;1607;p53"/>
          <p:cNvSpPr txBox="1">
            <a:spLocks noGrp="1"/>
          </p:cNvSpPr>
          <p:nvPr>
            <p:ph type="subTitle" idx="4294967295"/>
          </p:nvPr>
        </p:nvSpPr>
        <p:spPr>
          <a:xfrm>
            <a:off x="6118450" y="2055763"/>
            <a:ext cx="2282700" cy="659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600"/>
              </a:spcAft>
              <a:buClr>
                <a:schemeClr val="dk1"/>
              </a:buClr>
              <a:buSzPts val="1100"/>
              <a:buFont typeface="Arial"/>
              <a:buNone/>
            </a:pPr>
            <a:r>
              <a:rPr lang="en" sz="1200" b="1" dirty="0"/>
              <a:t>9.3M diabetics, only 30% controlled = 6.5M undertreated. SGLT2 cardio-renal benefits unlock hospital channel.</a:t>
            </a:r>
            <a:endParaRPr sz="1200" b="1" dirty="0"/>
          </a:p>
        </p:txBody>
      </p:sp>
      <p:sp>
        <p:nvSpPr>
          <p:cNvPr id="1608" name="Google Shape;1608;p53"/>
          <p:cNvSpPr txBox="1">
            <a:spLocks noGrp="1"/>
          </p:cNvSpPr>
          <p:nvPr>
            <p:ph type="title" idx="4294967295"/>
          </p:nvPr>
        </p:nvSpPr>
        <p:spPr>
          <a:xfrm>
            <a:off x="6118450" y="3541200"/>
            <a:ext cx="2338200" cy="478800"/>
          </a:xfrm>
          <a:prstGeom prst="rect">
            <a:avLst/>
          </a:prstGeom>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n" sz="1600" dirty="0"/>
              <a:t>Geography</a:t>
            </a:r>
            <a:endParaRPr sz="1600" dirty="0"/>
          </a:p>
          <a:p>
            <a:pPr marL="0" lvl="0" indent="0" algn="l" rtl="0">
              <a:spcBef>
                <a:spcPts val="0"/>
              </a:spcBef>
              <a:spcAft>
                <a:spcPts val="0"/>
              </a:spcAft>
              <a:buNone/>
            </a:pPr>
            <a:endParaRPr sz="2200" dirty="0"/>
          </a:p>
        </p:txBody>
      </p:sp>
      <p:sp>
        <p:nvSpPr>
          <p:cNvPr id="1609" name="Google Shape;1609;p53"/>
          <p:cNvSpPr txBox="1">
            <a:spLocks noGrp="1"/>
          </p:cNvSpPr>
          <p:nvPr>
            <p:ph type="subTitle" idx="4294967295"/>
          </p:nvPr>
        </p:nvSpPr>
        <p:spPr>
          <a:xfrm>
            <a:off x="6133800" y="3850000"/>
            <a:ext cx="2282700" cy="659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1600"/>
              </a:spcAft>
              <a:buClr>
                <a:schemeClr val="dk1"/>
              </a:buClr>
              <a:buSzPts val="1100"/>
              <a:buFont typeface="Arial"/>
              <a:buNone/>
            </a:pPr>
            <a:r>
              <a:rPr lang="en" sz="1200" b="1" dirty="0"/>
              <a:t>Upper Egypt: 12.3% of diabetes market vs 40% population. First mover in Minya, Assiut, Sohag = 3-4x upside.</a:t>
            </a:r>
            <a:endParaRPr sz="1200" b="1" dirty="0"/>
          </a:p>
        </p:txBody>
      </p:sp>
      <p:grpSp>
        <p:nvGrpSpPr>
          <p:cNvPr id="1610" name="Google Shape;1610;p53"/>
          <p:cNvGrpSpPr/>
          <p:nvPr/>
        </p:nvGrpSpPr>
        <p:grpSpPr>
          <a:xfrm>
            <a:off x="3361130" y="3491327"/>
            <a:ext cx="531939" cy="572696"/>
            <a:chOff x="3361132" y="3460997"/>
            <a:chExt cx="531939" cy="572696"/>
          </a:xfrm>
        </p:grpSpPr>
        <p:sp>
          <p:nvSpPr>
            <p:cNvPr id="1611" name="Google Shape;1611;p53"/>
            <p:cNvSpPr/>
            <p:nvPr/>
          </p:nvSpPr>
          <p:spPr>
            <a:xfrm>
              <a:off x="3626887" y="3486855"/>
              <a:ext cx="132917" cy="73167"/>
            </a:xfrm>
            <a:custGeom>
              <a:avLst/>
              <a:gdLst/>
              <a:ahLst/>
              <a:cxnLst/>
              <a:rect l="l" t="t" r="r" b="b"/>
              <a:pathLst>
                <a:path w="3408" h="1876" extrusionOk="0">
                  <a:moveTo>
                    <a:pt x="0" y="0"/>
                  </a:moveTo>
                  <a:lnTo>
                    <a:pt x="0" y="1876"/>
                  </a:lnTo>
                  <a:lnTo>
                    <a:pt x="3130" y="1876"/>
                  </a:lnTo>
                  <a:cubicBezTo>
                    <a:pt x="3293" y="1866"/>
                    <a:pt x="3407" y="1685"/>
                    <a:pt x="3340" y="1531"/>
                  </a:cubicBezTo>
                  <a:lnTo>
                    <a:pt x="3034" y="938"/>
                  </a:lnTo>
                  <a:lnTo>
                    <a:pt x="3340" y="335"/>
                  </a:lnTo>
                  <a:cubicBezTo>
                    <a:pt x="3398" y="182"/>
                    <a:pt x="3293" y="10"/>
                    <a:pt x="31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53"/>
            <p:cNvSpPr/>
            <p:nvPr/>
          </p:nvSpPr>
          <p:spPr>
            <a:xfrm>
              <a:off x="3626887" y="3486855"/>
              <a:ext cx="27301" cy="73167"/>
            </a:xfrm>
            <a:custGeom>
              <a:avLst/>
              <a:gdLst/>
              <a:ahLst/>
              <a:cxnLst/>
              <a:rect l="l" t="t" r="r" b="b"/>
              <a:pathLst>
                <a:path w="700" h="1876" extrusionOk="0">
                  <a:moveTo>
                    <a:pt x="0" y="0"/>
                  </a:moveTo>
                  <a:lnTo>
                    <a:pt x="0" y="1876"/>
                  </a:lnTo>
                  <a:lnTo>
                    <a:pt x="699" y="1876"/>
                  </a:lnTo>
                  <a:lnTo>
                    <a:pt x="699"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53"/>
            <p:cNvSpPr/>
            <p:nvPr/>
          </p:nvSpPr>
          <p:spPr>
            <a:xfrm>
              <a:off x="3617566" y="3460997"/>
              <a:ext cx="18331" cy="408851"/>
            </a:xfrm>
            <a:custGeom>
              <a:avLst/>
              <a:gdLst/>
              <a:ahLst/>
              <a:cxnLst/>
              <a:rect l="l" t="t" r="r" b="b"/>
              <a:pathLst>
                <a:path w="470" h="10483" extrusionOk="0">
                  <a:moveTo>
                    <a:pt x="235" y="0"/>
                  </a:moveTo>
                  <a:cubicBezTo>
                    <a:pt x="132" y="0"/>
                    <a:pt x="29" y="65"/>
                    <a:pt x="0" y="194"/>
                  </a:cubicBezTo>
                  <a:lnTo>
                    <a:pt x="0" y="10243"/>
                  </a:lnTo>
                  <a:cubicBezTo>
                    <a:pt x="0" y="10367"/>
                    <a:pt x="105" y="10482"/>
                    <a:pt x="239" y="10482"/>
                  </a:cubicBezTo>
                  <a:cubicBezTo>
                    <a:pt x="364" y="10473"/>
                    <a:pt x="469" y="10367"/>
                    <a:pt x="469" y="10243"/>
                  </a:cubicBezTo>
                  <a:lnTo>
                    <a:pt x="469" y="194"/>
                  </a:lnTo>
                  <a:cubicBezTo>
                    <a:pt x="440" y="65"/>
                    <a:pt x="338" y="0"/>
                    <a:pt x="2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53"/>
            <p:cNvSpPr/>
            <p:nvPr/>
          </p:nvSpPr>
          <p:spPr>
            <a:xfrm>
              <a:off x="3471974" y="3787672"/>
              <a:ext cx="72816" cy="163923"/>
            </a:xfrm>
            <a:custGeom>
              <a:avLst/>
              <a:gdLst/>
              <a:ahLst/>
              <a:cxnLst/>
              <a:rect l="l" t="t" r="r" b="b"/>
              <a:pathLst>
                <a:path w="1867" h="4203" extrusionOk="0">
                  <a:moveTo>
                    <a:pt x="1" y="1"/>
                  </a:moveTo>
                  <a:lnTo>
                    <a:pt x="1" y="4202"/>
                  </a:lnTo>
                  <a:lnTo>
                    <a:pt x="1867" y="4202"/>
                  </a:lnTo>
                  <a:lnTo>
                    <a:pt x="186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53"/>
            <p:cNvSpPr/>
            <p:nvPr/>
          </p:nvSpPr>
          <p:spPr>
            <a:xfrm>
              <a:off x="3453682" y="3614506"/>
              <a:ext cx="194500" cy="191887"/>
            </a:xfrm>
            <a:custGeom>
              <a:avLst/>
              <a:gdLst/>
              <a:ahLst/>
              <a:cxnLst/>
              <a:rect l="l" t="t" r="r" b="b"/>
              <a:pathLst>
                <a:path w="4987" h="4920" extrusionOk="0">
                  <a:moveTo>
                    <a:pt x="939" y="0"/>
                  </a:moveTo>
                  <a:lnTo>
                    <a:pt x="939" y="555"/>
                  </a:lnTo>
                  <a:cubicBezTo>
                    <a:pt x="939" y="641"/>
                    <a:pt x="881" y="728"/>
                    <a:pt x="795" y="766"/>
                  </a:cubicBezTo>
                  <a:lnTo>
                    <a:pt x="278" y="986"/>
                  </a:lnTo>
                  <a:cubicBezTo>
                    <a:pt x="116" y="1062"/>
                    <a:pt x="1" y="1235"/>
                    <a:pt x="1" y="1417"/>
                  </a:cubicBezTo>
                  <a:lnTo>
                    <a:pt x="1" y="2852"/>
                  </a:lnTo>
                  <a:cubicBezTo>
                    <a:pt x="1" y="3139"/>
                    <a:pt x="39" y="3417"/>
                    <a:pt x="125" y="3694"/>
                  </a:cubicBezTo>
                  <a:lnTo>
                    <a:pt x="470" y="4919"/>
                  </a:lnTo>
                  <a:lnTo>
                    <a:pt x="709" y="4450"/>
                  </a:lnTo>
                  <a:lnTo>
                    <a:pt x="2346" y="4450"/>
                  </a:lnTo>
                  <a:lnTo>
                    <a:pt x="2346" y="2000"/>
                  </a:lnTo>
                  <a:lnTo>
                    <a:pt x="2901" y="2670"/>
                  </a:lnTo>
                  <a:cubicBezTo>
                    <a:pt x="2994" y="2780"/>
                    <a:pt x="3128" y="2839"/>
                    <a:pt x="3264" y="2839"/>
                  </a:cubicBezTo>
                  <a:cubicBezTo>
                    <a:pt x="3364" y="2839"/>
                    <a:pt x="3466" y="2807"/>
                    <a:pt x="3551" y="2737"/>
                  </a:cubicBezTo>
                  <a:lnTo>
                    <a:pt x="4872" y="1694"/>
                  </a:lnTo>
                  <a:cubicBezTo>
                    <a:pt x="4968" y="1618"/>
                    <a:pt x="4987" y="1484"/>
                    <a:pt x="4930" y="1369"/>
                  </a:cubicBezTo>
                  <a:cubicBezTo>
                    <a:pt x="4880" y="1276"/>
                    <a:pt x="4787" y="1223"/>
                    <a:pt x="4691" y="1223"/>
                  </a:cubicBezTo>
                  <a:cubicBezTo>
                    <a:pt x="4638" y="1223"/>
                    <a:pt x="4585" y="1239"/>
                    <a:pt x="4537" y="1273"/>
                  </a:cubicBezTo>
                  <a:lnTo>
                    <a:pt x="3322" y="2106"/>
                  </a:lnTo>
                  <a:lnTo>
                    <a:pt x="2661" y="1082"/>
                  </a:lnTo>
                  <a:cubicBezTo>
                    <a:pt x="2604" y="986"/>
                    <a:pt x="2518" y="919"/>
                    <a:pt x="2413" y="881"/>
                  </a:cubicBezTo>
                  <a:lnTo>
                    <a:pt x="2030" y="756"/>
                  </a:lnTo>
                  <a:cubicBezTo>
                    <a:pt x="1934" y="728"/>
                    <a:pt x="1877" y="632"/>
                    <a:pt x="1867" y="536"/>
                  </a:cubicBezTo>
                  <a:lnTo>
                    <a:pt x="186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53"/>
            <p:cNvSpPr/>
            <p:nvPr/>
          </p:nvSpPr>
          <p:spPr>
            <a:xfrm>
              <a:off x="3508206" y="3805964"/>
              <a:ext cx="9360" cy="145982"/>
            </a:xfrm>
            <a:custGeom>
              <a:avLst/>
              <a:gdLst/>
              <a:ahLst/>
              <a:cxnLst/>
              <a:rect l="l" t="t" r="r" b="b"/>
              <a:pathLst>
                <a:path w="240" h="3743" extrusionOk="0">
                  <a:moveTo>
                    <a:pt x="125" y="1"/>
                  </a:moveTo>
                  <a:cubicBezTo>
                    <a:pt x="58" y="1"/>
                    <a:pt x="0" y="49"/>
                    <a:pt x="0" y="116"/>
                  </a:cubicBezTo>
                  <a:lnTo>
                    <a:pt x="0" y="3743"/>
                  </a:lnTo>
                  <a:lnTo>
                    <a:pt x="239" y="3743"/>
                  </a:lnTo>
                  <a:lnTo>
                    <a:pt x="239" y="116"/>
                  </a:lnTo>
                  <a:cubicBezTo>
                    <a:pt x="239" y="49"/>
                    <a:pt x="192" y="1"/>
                    <a:pt x="125"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53"/>
            <p:cNvSpPr/>
            <p:nvPr/>
          </p:nvSpPr>
          <p:spPr>
            <a:xfrm>
              <a:off x="3361483" y="3841416"/>
              <a:ext cx="531588" cy="192277"/>
            </a:xfrm>
            <a:custGeom>
              <a:avLst/>
              <a:gdLst/>
              <a:ahLst/>
              <a:cxnLst/>
              <a:rect l="l" t="t" r="r" b="b"/>
              <a:pathLst>
                <a:path w="13630" h="4930" extrusionOk="0">
                  <a:moveTo>
                    <a:pt x="6810" y="1"/>
                  </a:moveTo>
                  <a:cubicBezTo>
                    <a:pt x="6621" y="1"/>
                    <a:pt x="6432" y="58"/>
                    <a:pt x="6270" y="173"/>
                  </a:cubicBezTo>
                  <a:lnTo>
                    <a:pt x="173" y="4508"/>
                  </a:lnTo>
                  <a:cubicBezTo>
                    <a:pt x="1" y="4642"/>
                    <a:pt x="87" y="4920"/>
                    <a:pt x="307" y="4930"/>
                  </a:cubicBezTo>
                  <a:lnTo>
                    <a:pt x="13323" y="4930"/>
                  </a:lnTo>
                  <a:cubicBezTo>
                    <a:pt x="13543" y="4920"/>
                    <a:pt x="13629" y="4642"/>
                    <a:pt x="13457" y="4508"/>
                  </a:cubicBezTo>
                  <a:lnTo>
                    <a:pt x="7351" y="173"/>
                  </a:lnTo>
                  <a:cubicBezTo>
                    <a:pt x="7188" y="58"/>
                    <a:pt x="6999" y="1"/>
                    <a:pt x="68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53"/>
            <p:cNvSpPr/>
            <p:nvPr/>
          </p:nvSpPr>
          <p:spPr>
            <a:xfrm>
              <a:off x="3667526" y="3895004"/>
              <a:ext cx="89664" cy="64040"/>
            </a:xfrm>
            <a:custGeom>
              <a:avLst/>
              <a:gdLst/>
              <a:ahLst/>
              <a:cxnLst/>
              <a:rect l="l" t="t" r="r" b="b"/>
              <a:pathLst>
                <a:path w="2299" h="1642" extrusionOk="0">
                  <a:moveTo>
                    <a:pt x="380" y="1"/>
                  </a:moveTo>
                  <a:cubicBezTo>
                    <a:pt x="197" y="1"/>
                    <a:pt x="0" y="349"/>
                    <a:pt x="222" y="436"/>
                  </a:cubicBezTo>
                  <a:lnTo>
                    <a:pt x="1858" y="1594"/>
                  </a:lnTo>
                  <a:cubicBezTo>
                    <a:pt x="1897" y="1622"/>
                    <a:pt x="1944" y="1642"/>
                    <a:pt x="1992" y="1642"/>
                  </a:cubicBezTo>
                  <a:cubicBezTo>
                    <a:pt x="2212" y="1632"/>
                    <a:pt x="2298" y="1354"/>
                    <a:pt x="2126" y="1220"/>
                  </a:cubicBezTo>
                  <a:lnTo>
                    <a:pt x="490" y="53"/>
                  </a:lnTo>
                  <a:cubicBezTo>
                    <a:pt x="456" y="16"/>
                    <a:pt x="418" y="1"/>
                    <a:pt x="3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53"/>
            <p:cNvSpPr/>
            <p:nvPr/>
          </p:nvSpPr>
          <p:spPr>
            <a:xfrm>
              <a:off x="3631333" y="3869224"/>
              <a:ext cx="34789" cy="25234"/>
            </a:xfrm>
            <a:custGeom>
              <a:avLst/>
              <a:gdLst/>
              <a:ahLst/>
              <a:cxnLst/>
              <a:rect l="l" t="t" r="r" b="b"/>
              <a:pathLst>
                <a:path w="892" h="647" extrusionOk="0">
                  <a:moveTo>
                    <a:pt x="378" y="1"/>
                  </a:moveTo>
                  <a:cubicBezTo>
                    <a:pt x="195" y="1"/>
                    <a:pt x="1" y="342"/>
                    <a:pt x="221" y="436"/>
                  </a:cubicBezTo>
                  <a:lnTo>
                    <a:pt x="451" y="599"/>
                  </a:lnTo>
                  <a:cubicBezTo>
                    <a:pt x="489" y="628"/>
                    <a:pt x="537" y="647"/>
                    <a:pt x="585" y="647"/>
                  </a:cubicBezTo>
                  <a:cubicBezTo>
                    <a:pt x="805" y="628"/>
                    <a:pt x="891" y="360"/>
                    <a:pt x="719" y="216"/>
                  </a:cubicBezTo>
                  <a:lnTo>
                    <a:pt x="489" y="54"/>
                  </a:lnTo>
                  <a:cubicBezTo>
                    <a:pt x="456" y="16"/>
                    <a:pt x="417" y="1"/>
                    <a:pt x="3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53"/>
            <p:cNvSpPr/>
            <p:nvPr/>
          </p:nvSpPr>
          <p:spPr>
            <a:xfrm>
              <a:off x="3361132" y="3841377"/>
              <a:ext cx="276247" cy="192316"/>
            </a:xfrm>
            <a:custGeom>
              <a:avLst/>
              <a:gdLst/>
              <a:ahLst/>
              <a:cxnLst/>
              <a:rect l="l" t="t" r="r" b="b"/>
              <a:pathLst>
                <a:path w="7083" h="4931" extrusionOk="0">
                  <a:moveTo>
                    <a:pt x="6818" y="0"/>
                  </a:moveTo>
                  <a:cubicBezTo>
                    <a:pt x="6625" y="0"/>
                    <a:pt x="6433" y="62"/>
                    <a:pt x="6269" y="174"/>
                  </a:cubicBezTo>
                  <a:lnTo>
                    <a:pt x="173" y="4509"/>
                  </a:lnTo>
                  <a:cubicBezTo>
                    <a:pt x="0" y="4643"/>
                    <a:pt x="87" y="4921"/>
                    <a:pt x="307" y="4931"/>
                  </a:cubicBezTo>
                  <a:lnTo>
                    <a:pt x="3159" y="4931"/>
                  </a:lnTo>
                  <a:cubicBezTo>
                    <a:pt x="3015" y="4931"/>
                    <a:pt x="2958" y="4634"/>
                    <a:pt x="3072" y="4509"/>
                  </a:cubicBezTo>
                  <a:lnTo>
                    <a:pt x="6910" y="174"/>
                  </a:lnTo>
                  <a:cubicBezTo>
                    <a:pt x="6958" y="117"/>
                    <a:pt x="7015" y="69"/>
                    <a:pt x="7082" y="40"/>
                  </a:cubicBezTo>
                  <a:cubicBezTo>
                    <a:pt x="6996" y="13"/>
                    <a:pt x="6907" y="0"/>
                    <a:pt x="681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53"/>
            <p:cNvSpPr/>
            <p:nvPr/>
          </p:nvSpPr>
          <p:spPr>
            <a:xfrm>
              <a:off x="3489524" y="3614506"/>
              <a:ext cx="37753" cy="27262"/>
            </a:xfrm>
            <a:custGeom>
              <a:avLst/>
              <a:gdLst/>
              <a:ahLst/>
              <a:cxnLst/>
              <a:rect l="l" t="t" r="r" b="b"/>
              <a:pathLst>
                <a:path w="968" h="699" extrusionOk="0">
                  <a:moveTo>
                    <a:pt x="10" y="0"/>
                  </a:moveTo>
                  <a:lnTo>
                    <a:pt x="10" y="546"/>
                  </a:lnTo>
                  <a:cubicBezTo>
                    <a:pt x="10" y="574"/>
                    <a:pt x="10" y="594"/>
                    <a:pt x="1" y="613"/>
                  </a:cubicBezTo>
                  <a:cubicBezTo>
                    <a:pt x="154" y="670"/>
                    <a:pt x="316" y="699"/>
                    <a:pt x="489" y="699"/>
                  </a:cubicBezTo>
                  <a:cubicBezTo>
                    <a:pt x="651" y="699"/>
                    <a:pt x="814" y="670"/>
                    <a:pt x="967" y="613"/>
                  </a:cubicBezTo>
                  <a:cubicBezTo>
                    <a:pt x="958" y="584"/>
                    <a:pt x="948" y="565"/>
                    <a:pt x="948" y="536"/>
                  </a:cubicBezTo>
                  <a:lnTo>
                    <a:pt x="948"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3"/>
            <p:cNvSpPr/>
            <p:nvPr/>
          </p:nvSpPr>
          <p:spPr>
            <a:xfrm>
              <a:off x="3471974" y="3550661"/>
              <a:ext cx="72816" cy="82176"/>
            </a:xfrm>
            <a:custGeom>
              <a:avLst/>
              <a:gdLst/>
              <a:ahLst/>
              <a:cxnLst/>
              <a:rect l="l" t="t" r="r" b="b"/>
              <a:pathLst>
                <a:path w="1867" h="2107" extrusionOk="0">
                  <a:moveTo>
                    <a:pt x="699" y="1"/>
                  </a:moveTo>
                  <a:cubicBezTo>
                    <a:pt x="317" y="1"/>
                    <a:pt x="1" y="316"/>
                    <a:pt x="1" y="699"/>
                  </a:cubicBezTo>
                  <a:lnTo>
                    <a:pt x="1" y="1168"/>
                  </a:lnTo>
                  <a:cubicBezTo>
                    <a:pt x="1" y="1685"/>
                    <a:pt x="422" y="2106"/>
                    <a:pt x="939" y="2106"/>
                  </a:cubicBezTo>
                  <a:cubicBezTo>
                    <a:pt x="1455" y="2106"/>
                    <a:pt x="1867" y="1685"/>
                    <a:pt x="1867" y="1168"/>
                  </a:cubicBezTo>
                  <a:lnTo>
                    <a:pt x="1867" y="699"/>
                  </a:lnTo>
                  <a:cubicBezTo>
                    <a:pt x="1867" y="316"/>
                    <a:pt x="1561" y="1"/>
                    <a:pt x="11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53"/>
            <p:cNvSpPr/>
            <p:nvPr/>
          </p:nvSpPr>
          <p:spPr>
            <a:xfrm>
              <a:off x="3471700" y="3550661"/>
              <a:ext cx="50351" cy="82254"/>
            </a:xfrm>
            <a:custGeom>
              <a:avLst/>
              <a:gdLst/>
              <a:ahLst/>
              <a:cxnLst/>
              <a:rect l="l" t="t" r="r" b="b"/>
              <a:pathLst>
                <a:path w="1291" h="2109" extrusionOk="0">
                  <a:moveTo>
                    <a:pt x="706" y="1"/>
                  </a:moveTo>
                  <a:cubicBezTo>
                    <a:pt x="314" y="1"/>
                    <a:pt x="8" y="316"/>
                    <a:pt x="8" y="699"/>
                  </a:cubicBezTo>
                  <a:lnTo>
                    <a:pt x="8" y="1168"/>
                  </a:lnTo>
                  <a:cubicBezTo>
                    <a:pt x="0" y="1711"/>
                    <a:pt x="444" y="2109"/>
                    <a:pt x="938" y="2109"/>
                  </a:cubicBezTo>
                  <a:cubicBezTo>
                    <a:pt x="1054" y="2109"/>
                    <a:pt x="1174" y="2087"/>
                    <a:pt x="1290" y="2039"/>
                  </a:cubicBezTo>
                  <a:cubicBezTo>
                    <a:pt x="936" y="1896"/>
                    <a:pt x="706" y="1551"/>
                    <a:pt x="706" y="1168"/>
                  </a:cubicBezTo>
                  <a:lnTo>
                    <a:pt x="706" y="699"/>
                  </a:lnTo>
                  <a:cubicBezTo>
                    <a:pt x="706" y="364"/>
                    <a:pt x="955" y="68"/>
                    <a:pt x="1290" y="10"/>
                  </a:cubicBezTo>
                  <a:cubicBezTo>
                    <a:pt x="1252" y="10"/>
                    <a:pt x="1214" y="1"/>
                    <a:pt x="1175"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53"/>
            <p:cNvSpPr/>
            <p:nvPr/>
          </p:nvSpPr>
          <p:spPr>
            <a:xfrm>
              <a:off x="3471974" y="3550661"/>
              <a:ext cx="72816" cy="36622"/>
            </a:xfrm>
            <a:custGeom>
              <a:avLst/>
              <a:gdLst/>
              <a:ahLst/>
              <a:cxnLst/>
              <a:rect l="l" t="t" r="r" b="b"/>
              <a:pathLst>
                <a:path w="1867" h="939" extrusionOk="0">
                  <a:moveTo>
                    <a:pt x="699" y="1"/>
                  </a:moveTo>
                  <a:cubicBezTo>
                    <a:pt x="317" y="1"/>
                    <a:pt x="1" y="316"/>
                    <a:pt x="1" y="699"/>
                  </a:cubicBezTo>
                  <a:cubicBezTo>
                    <a:pt x="1" y="699"/>
                    <a:pt x="699" y="939"/>
                    <a:pt x="1867" y="939"/>
                  </a:cubicBezTo>
                  <a:lnTo>
                    <a:pt x="1867" y="699"/>
                  </a:lnTo>
                  <a:cubicBezTo>
                    <a:pt x="1867" y="316"/>
                    <a:pt x="1551"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53"/>
            <p:cNvSpPr/>
            <p:nvPr/>
          </p:nvSpPr>
          <p:spPr>
            <a:xfrm>
              <a:off x="3471974" y="3550661"/>
              <a:ext cx="50078" cy="33268"/>
            </a:xfrm>
            <a:custGeom>
              <a:avLst/>
              <a:gdLst/>
              <a:ahLst/>
              <a:cxnLst/>
              <a:rect l="l" t="t" r="r" b="b"/>
              <a:pathLst>
                <a:path w="1284" h="853" extrusionOk="0">
                  <a:moveTo>
                    <a:pt x="699" y="1"/>
                  </a:moveTo>
                  <a:cubicBezTo>
                    <a:pt x="307" y="1"/>
                    <a:pt x="1" y="316"/>
                    <a:pt x="1" y="699"/>
                  </a:cubicBezTo>
                  <a:cubicBezTo>
                    <a:pt x="230" y="776"/>
                    <a:pt x="460" y="824"/>
                    <a:pt x="699" y="852"/>
                  </a:cubicBezTo>
                  <a:lnTo>
                    <a:pt x="699" y="699"/>
                  </a:lnTo>
                  <a:cubicBezTo>
                    <a:pt x="699" y="364"/>
                    <a:pt x="948" y="68"/>
                    <a:pt x="1283" y="10"/>
                  </a:cubicBezTo>
                  <a:cubicBezTo>
                    <a:pt x="1245" y="10"/>
                    <a:pt x="1207" y="1"/>
                    <a:pt x="1168"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53"/>
            <p:cNvSpPr/>
            <p:nvPr/>
          </p:nvSpPr>
          <p:spPr>
            <a:xfrm>
              <a:off x="3453682" y="3645473"/>
              <a:ext cx="177729" cy="142238"/>
            </a:xfrm>
            <a:custGeom>
              <a:avLst/>
              <a:gdLst/>
              <a:ahLst/>
              <a:cxnLst/>
              <a:rect l="l" t="t" r="r" b="b"/>
              <a:pathLst>
                <a:path w="4557" h="3647" extrusionOk="0">
                  <a:moveTo>
                    <a:pt x="2145" y="1"/>
                  </a:moveTo>
                  <a:cubicBezTo>
                    <a:pt x="1960" y="248"/>
                    <a:pt x="1682" y="373"/>
                    <a:pt x="1403" y="373"/>
                  </a:cubicBezTo>
                  <a:cubicBezTo>
                    <a:pt x="1131" y="373"/>
                    <a:pt x="859" y="255"/>
                    <a:pt x="671" y="20"/>
                  </a:cubicBezTo>
                  <a:lnTo>
                    <a:pt x="278" y="192"/>
                  </a:lnTo>
                  <a:cubicBezTo>
                    <a:pt x="106" y="268"/>
                    <a:pt x="1" y="431"/>
                    <a:pt x="1" y="623"/>
                  </a:cubicBezTo>
                  <a:lnTo>
                    <a:pt x="1" y="3647"/>
                  </a:lnTo>
                  <a:lnTo>
                    <a:pt x="2336" y="3647"/>
                  </a:lnTo>
                  <a:lnTo>
                    <a:pt x="2336" y="1206"/>
                  </a:lnTo>
                  <a:lnTo>
                    <a:pt x="2891" y="1876"/>
                  </a:lnTo>
                  <a:cubicBezTo>
                    <a:pt x="2984" y="1986"/>
                    <a:pt x="3119" y="2045"/>
                    <a:pt x="3254" y="2045"/>
                  </a:cubicBezTo>
                  <a:cubicBezTo>
                    <a:pt x="3355" y="2045"/>
                    <a:pt x="3456" y="2013"/>
                    <a:pt x="3542" y="1943"/>
                  </a:cubicBezTo>
                  <a:lnTo>
                    <a:pt x="4556" y="1139"/>
                  </a:lnTo>
                  <a:lnTo>
                    <a:pt x="4250" y="670"/>
                  </a:lnTo>
                  <a:lnTo>
                    <a:pt x="3312" y="1312"/>
                  </a:lnTo>
                  <a:lnTo>
                    <a:pt x="2661" y="278"/>
                  </a:lnTo>
                  <a:cubicBezTo>
                    <a:pt x="2594" y="192"/>
                    <a:pt x="2508" y="125"/>
                    <a:pt x="2413" y="87"/>
                  </a:cubicBezTo>
                  <a:lnTo>
                    <a:pt x="21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3"/>
            <p:cNvSpPr/>
            <p:nvPr/>
          </p:nvSpPr>
          <p:spPr>
            <a:xfrm>
              <a:off x="3544750" y="3657057"/>
              <a:ext cx="87012" cy="68213"/>
            </a:xfrm>
            <a:custGeom>
              <a:avLst/>
              <a:gdLst/>
              <a:ahLst/>
              <a:cxnLst/>
              <a:rect l="l" t="t" r="r" b="b"/>
              <a:pathLst>
                <a:path w="2231" h="1749" extrusionOk="0">
                  <a:moveTo>
                    <a:pt x="336" y="0"/>
                  </a:moveTo>
                  <a:lnTo>
                    <a:pt x="135" y="326"/>
                  </a:lnTo>
                  <a:cubicBezTo>
                    <a:pt x="49" y="469"/>
                    <a:pt x="1" y="632"/>
                    <a:pt x="1" y="804"/>
                  </a:cubicBezTo>
                  <a:lnTo>
                    <a:pt x="1" y="909"/>
                  </a:lnTo>
                  <a:lnTo>
                    <a:pt x="556" y="1579"/>
                  </a:lnTo>
                  <a:cubicBezTo>
                    <a:pt x="649" y="1689"/>
                    <a:pt x="784" y="1748"/>
                    <a:pt x="919" y="1748"/>
                  </a:cubicBezTo>
                  <a:cubicBezTo>
                    <a:pt x="1020" y="1748"/>
                    <a:pt x="1121" y="1716"/>
                    <a:pt x="1207" y="1646"/>
                  </a:cubicBezTo>
                  <a:lnTo>
                    <a:pt x="2231" y="842"/>
                  </a:lnTo>
                  <a:lnTo>
                    <a:pt x="1915" y="373"/>
                  </a:lnTo>
                  <a:lnTo>
                    <a:pt x="987" y="1015"/>
                  </a:lnTo>
                  <a:lnTo>
                    <a:pt x="3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3"/>
            <p:cNvSpPr/>
            <p:nvPr/>
          </p:nvSpPr>
          <p:spPr>
            <a:xfrm>
              <a:off x="3453682" y="3656667"/>
              <a:ext cx="27691" cy="149336"/>
            </a:xfrm>
            <a:custGeom>
              <a:avLst/>
              <a:gdLst/>
              <a:ahLst/>
              <a:cxnLst/>
              <a:rect l="l" t="t" r="r" b="b"/>
              <a:pathLst>
                <a:path w="710" h="3829" extrusionOk="0">
                  <a:moveTo>
                    <a:pt x="154" y="1"/>
                  </a:moveTo>
                  <a:cubicBezTo>
                    <a:pt x="58" y="87"/>
                    <a:pt x="1" y="211"/>
                    <a:pt x="1" y="336"/>
                  </a:cubicBezTo>
                  <a:lnTo>
                    <a:pt x="1" y="3589"/>
                  </a:lnTo>
                  <a:cubicBezTo>
                    <a:pt x="1" y="3723"/>
                    <a:pt x="106" y="3829"/>
                    <a:pt x="240" y="3829"/>
                  </a:cubicBezTo>
                  <a:lnTo>
                    <a:pt x="709" y="3829"/>
                  </a:lnTo>
                  <a:lnTo>
                    <a:pt x="709" y="843"/>
                  </a:lnTo>
                  <a:cubicBezTo>
                    <a:pt x="709" y="661"/>
                    <a:pt x="632" y="479"/>
                    <a:pt x="498" y="355"/>
                  </a:cubicBezTo>
                  <a:lnTo>
                    <a:pt x="1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3"/>
            <p:cNvSpPr/>
            <p:nvPr/>
          </p:nvSpPr>
          <p:spPr>
            <a:xfrm>
              <a:off x="3462652" y="3805613"/>
              <a:ext cx="18721" cy="18682"/>
            </a:xfrm>
            <a:custGeom>
              <a:avLst/>
              <a:gdLst/>
              <a:ahLst/>
              <a:cxnLst/>
              <a:rect l="l" t="t" r="r" b="b"/>
              <a:pathLst>
                <a:path w="480" h="479" extrusionOk="0">
                  <a:moveTo>
                    <a:pt x="1" y="0"/>
                  </a:moveTo>
                  <a:lnTo>
                    <a:pt x="1" y="239"/>
                  </a:lnTo>
                  <a:cubicBezTo>
                    <a:pt x="1" y="364"/>
                    <a:pt x="106" y="479"/>
                    <a:pt x="240" y="479"/>
                  </a:cubicBezTo>
                  <a:lnTo>
                    <a:pt x="383" y="479"/>
                  </a:lnTo>
                  <a:cubicBezTo>
                    <a:pt x="431" y="469"/>
                    <a:pt x="479" y="421"/>
                    <a:pt x="469" y="373"/>
                  </a:cubicBezTo>
                  <a:lnTo>
                    <a:pt x="4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0" name="Google Shape;1630;p53"/>
          <p:cNvGrpSpPr/>
          <p:nvPr/>
        </p:nvGrpSpPr>
        <p:grpSpPr>
          <a:xfrm>
            <a:off x="5217265" y="1708002"/>
            <a:ext cx="531945" cy="531945"/>
            <a:chOff x="5217262" y="1922561"/>
            <a:chExt cx="531945" cy="531945"/>
          </a:xfrm>
        </p:grpSpPr>
        <p:sp>
          <p:nvSpPr>
            <p:cNvPr id="1631" name="Google Shape;1631;p53"/>
            <p:cNvSpPr/>
            <p:nvPr/>
          </p:nvSpPr>
          <p:spPr>
            <a:xfrm>
              <a:off x="5481829" y="1940746"/>
              <a:ext cx="134566" cy="131425"/>
            </a:xfrm>
            <a:custGeom>
              <a:avLst/>
              <a:gdLst/>
              <a:ahLst/>
              <a:cxnLst/>
              <a:rect l="l" t="t" r="r" b="b"/>
              <a:pathLst>
                <a:path w="3685" h="3599" extrusionOk="0">
                  <a:moveTo>
                    <a:pt x="0" y="0"/>
                  </a:moveTo>
                  <a:lnTo>
                    <a:pt x="0" y="3599"/>
                  </a:lnTo>
                  <a:lnTo>
                    <a:pt x="2929" y="3599"/>
                  </a:lnTo>
                  <a:lnTo>
                    <a:pt x="2709" y="3149"/>
                  </a:lnTo>
                  <a:cubicBezTo>
                    <a:pt x="2651" y="3044"/>
                    <a:pt x="2594" y="2939"/>
                    <a:pt x="2517" y="2843"/>
                  </a:cubicBezTo>
                  <a:cubicBezTo>
                    <a:pt x="2087" y="2240"/>
                    <a:pt x="2297" y="1991"/>
                    <a:pt x="2335" y="1953"/>
                  </a:cubicBezTo>
                  <a:cubicBezTo>
                    <a:pt x="2410" y="1886"/>
                    <a:pt x="2508" y="1848"/>
                    <a:pt x="2611" y="1848"/>
                  </a:cubicBezTo>
                  <a:cubicBezTo>
                    <a:pt x="2640" y="1848"/>
                    <a:pt x="2669" y="1851"/>
                    <a:pt x="2699" y="1857"/>
                  </a:cubicBezTo>
                  <a:cubicBezTo>
                    <a:pt x="2852" y="1895"/>
                    <a:pt x="2986" y="1982"/>
                    <a:pt x="3091" y="2106"/>
                  </a:cubicBezTo>
                  <a:lnTo>
                    <a:pt x="3627" y="2651"/>
                  </a:lnTo>
                  <a:lnTo>
                    <a:pt x="3627" y="412"/>
                  </a:lnTo>
                  <a:cubicBezTo>
                    <a:pt x="3627" y="393"/>
                    <a:pt x="3627" y="374"/>
                    <a:pt x="3627" y="355"/>
                  </a:cubicBezTo>
                  <a:lnTo>
                    <a:pt x="36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53"/>
            <p:cNvSpPr/>
            <p:nvPr/>
          </p:nvSpPr>
          <p:spPr>
            <a:xfrm>
              <a:off x="5481829" y="2039306"/>
              <a:ext cx="106959" cy="32865"/>
            </a:xfrm>
            <a:custGeom>
              <a:avLst/>
              <a:gdLst/>
              <a:ahLst/>
              <a:cxnLst/>
              <a:rect l="l" t="t" r="r" b="b"/>
              <a:pathLst>
                <a:path w="2929" h="900" extrusionOk="0">
                  <a:moveTo>
                    <a:pt x="0" y="0"/>
                  </a:moveTo>
                  <a:lnTo>
                    <a:pt x="0" y="900"/>
                  </a:lnTo>
                  <a:lnTo>
                    <a:pt x="2929" y="900"/>
                  </a:lnTo>
                  <a:lnTo>
                    <a:pt x="2709" y="450"/>
                  </a:lnTo>
                  <a:cubicBezTo>
                    <a:pt x="2661" y="335"/>
                    <a:pt x="2594" y="230"/>
                    <a:pt x="2527" y="134"/>
                  </a:cubicBezTo>
                  <a:cubicBezTo>
                    <a:pt x="2489" y="86"/>
                    <a:pt x="2460" y="39"/>
                    <a:pt x="2431"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3"/>
            <p:cNvSpPr/>
            <p:nvPr/>
          </p:nvSpPr>
          <p:spPr>
            <a:xfrm>
              <a:off x="5350404" y="2307013"/>
              <a:ext cx="134602" cy="131060"/>
            </a:xfrm>
            <a:custGeom>
              <a:avLst/>
              <a:gdLst/>
              <a:ahLst/>
              <a:cxnLst/>
              <a:rect l="l" t="t" r="r" b="b"/>
              <a:pathLst>
                <a:path w="3686" h="3589" extrusionOk="0">
                  <a:moveTo>
                    <a:pt x="766" y="0"/>
                  </a:moveTo>
                  <a:lnTo>
                    <a:pt x="977" y="440"/>
                  </a:lnTo>
                  <a:cubicBezTo>
                    <a:pt x="1034" y="555"/>
                    <a:pt x="1092" y="651"/>
                    <a:pt x="1168" y="756"/>
                  </a:cubicBezTo>
                  <a:cubicBezTo>
                    <a:pt x="1599" y="1349"/>
                    <a:pt x="1389" y="1608"/>
                    <a:pt x="1350" y="1637"/>
                  </a:cubicBezTo>
                  <a:cubicBezTo>
                    <a:pt x="1276" y="1704"/>
                    <a:pt x="1178" y="1742"/>
                    <a:pt x="1075" y="1742"/>
                  </a:cubicBezTo>
                  <a:cubicBezTo>
                    <a:pt x="1046" y="1742"/>
                    <a:pt x="1016" y="1739"/>
                    <a:pt x="987" y="1732"/>
                  </a:cubicBezTo>
                  <a:cubicBezTo>
                    <a:pt x="843" y="1684"/>
                    <a:pt x="699" y="1598"/>
                    <a:pt x="594" y="1483"/>
                  </a:cubicBezTo>
                  <a:lnTo>
                    <a:pt x="58" y="938"/>
                  </a:lnTo>
                  <a:lnTo>
                    <a:pt x="58" y="3177"/>
                  </a:lnTo>
                  <a:cubicBezTo>
                    <a:pt x="58" y="3197"/>
                    <a:pt x="58" y="3216"/>
                    <a:pt x="58" y="3225"/>
                  </a:cubicBezTo>
                  <a:lnTo>
                    <a:pt x="1" y="3589"/>
                  </a:lnTo>
                  <a:lnTo>
                    <a:pt x="3685" y="3589"/>
                  </a:lnTo>
                  <a:lnTo>
                    <a:pt x="36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3"/>
            <p:cNvSpPr/>
            <p:nvPr/>
          </p:nvSpPr>
          <p:spPr>
            <a:xfrm>
              <a:off x="5378376" y="2307013"/>
              <a:ext cx="106630" cy="32537"/>
            </a:xfrm>
            <a:custGeom>
              <a:avLst/>
              <a:gdLst/>
              <a:ahLst/>
              <a:cxnLst/>
              <a:rect l="l" t="t" r="r" b="b"/>
              <a:pathLst>
                <a:path w="2920" h="891" extrusionOk="0">
                  <a:moveTo>
                    <a:pt x="0" y="0"/>
                  </a:moveTo>
                  <a:lnTo>
                    <a:pt x="211" y="440"/>
                  </a:lnTo>
                  <a:cubicBezTo>
                    <a:pt x="268" y="555"/>
                    <a:pt x="326" y="651"/>
                    <a:pt x="402" y="756"/>
                  </a:cubicBezTo>
                  <a:cubicBezTo>
                    <a:pt x="441" y="804"/>
                    <a:pt x="469" y="852"/>
                    <a:pt x="498" y="890"/>
                  </a:cubicBezTo>
                  <a:lnTo>
                    <a:pt x="2919" y="890"/>
                  </a:lnTo>
                  <a:lnTo>
                    <a:pt x="2919"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3"/>
            <p:cNvSpPr/>
            <p:nvPr/>
          </p:nvSpPr>
          <p:spPr>
            <a:xfrm>
              <a:off x="5226684" y="2224156"/>
              <a:ext cx="184594" cy="230350"/>
            </a:xfrm>
            <a:custGeom>
              <a:avLst/>
              <a:gdLst/>
              <a:ahLst/>
              <a:cxnLst/>
              <a:rect l="l" t="t" r="r" b="b"/>
              <a:pathLst>
                <a:path w="5055" h="6308" extrusionOk="0">
                  <a:moveTo>
                    <a:pt x="585" y="1"/>
                  </a:moveTo>
                  <a:lnTo>
                    <a:pt x="585" y="1121"/>
                  </a:lnTo>
                  <a:cubicBezTo>
                    <a:pt x="1" y="1551"/>
                    <a:pt x="20" y="3159"/>
                    <a:pt x="30" y="3226"/>
                  </a:cubicBezTo>
                  <a:lnTo>
                    <a:pt x="30" y="4422"/>
                  </a:lnTo>
                  <a:cubicBezTo>
                    <a:pt x="30" y="4700"/>
                    <a:pt x="250" y="4920"/>
                    <a:pt x="527" y="4920"/>
                  </a:cubicBezTo>
                  <a:lnTo>
                    <a:pt x="546" y="4920"/>
                  </a:lnTo>
                  <a:cubicBezTo>
                    <a:pt x="661" y="4920"/>
                    <a:pt x="776" y="4882"/>
                    <a:pt x="872" y="4805"/>
                  </a:cubicBezTo>
                  <a:lnTo>
                    <a:pt x="872" y="5399"/>
                  </a:lnTo>
                  <a:cubicBezTo>
                    <a:pt x="872" y="5676"/>
                    <a:pt x="1092" y="5906"/>
                    <a:pt x="1369" y="5906"/>
                  </a:cubicBezTo>
                  <a:lnTo>
                    <a:pt x="1389" y="5906"/>
                  </a:lnTo>
                  <a:cubicBezTo>
                    <a:pt x="1503" y="5906"/>
                    <a:pt x="1618" y="5868"/>
                    <a:pt x="1704" y="5791"/>
                  </a:cubicBezTo>
                  <a:lnTo>
                    <a:pt x="1704" y="5801"/>
                  </a:lnTo>
                  <a:cubicBezTo>
                    <a:pt x="1704" y="6078"/>
                    <a:pt x="1934" y="6308"/>
                    <a:pt x="2212" y="6308"/>
                  </a:cubicBezTo>
                  <a:lnTo>
                    <a:pt x="2221" y="6308"/>
                  </a:lnTo>
                  <a:cubicBezTo>
                    <a:pt x="2499" y="6308"/>
                    <a:pt x="2728" y="6078"/>
                    <a:pt x="2728" y="5801"/>
                  </a:cubicBezTo>
                  <a:lnTo>
                    <a:pt x="2728" y="5791"/>
                  </a:lnTo>
                  <a:cubicBezTo>
                    <a:pt x="2815" y="5868"/>
                    <a:pt x="2929" y="5906"/>
                    <a:pt x="3044" y="5906"/>
                  </a:cubicBezTo>
                  <a:lnTo>
                    <a:pt x="3063" y="5906"/>
                  </a:lnTo>
                  <a:cubicBezTo>
                    <a:pt x="3341" y="5906"/>
                    <a:pt x="3571" y="5686"/>
                    <a:pt x="3571" y="5408"/>
                  </a:cubicBezTo>
                  <a:lnTo>
                    <a:pt x="3571" y="3561"/>
                  </a:lnTo>
                  <a:cubicBezTo>
                    <a:pt x="3724" y="3791"/>
                    <a:pt x="3982" y="4087"/>
                    <a:pt x="4288" y="4145"/>
                  </a:cubicBezTo>
                  <a:cubicBezTo>
                    <a:pt x="4330" y="4155"/>
                    <a:pt x="4372" y="4159"/>
                    <a:pt x="4413" y="4159"/>
                  </a:cubicBezTo>
                  <a:cubicBezTo>
                    <a:pt x="4536" y="4159"/>
                    <a:pt x="4657" y="4118"/>
                    <a:pt x="4757" y="4040"/>
                  </a:cubicBezTo>
                  <a:lnTo>
                    <a:pt x="4805" y="4001"/>
                  </a:lnTo>
                  <a:lnTo>
                    <a:pt x="4834" y="3953"/>
                  </a:lnTo>
                  <a:cubicBezTo>
                    <a:pt x="4920" y="3829"/>
                    <a:pt x="5054" y="3504"/>
                    <a:pt x="4633" y="2920"/>
                  </a:cubicBezTo>
                  <a:cubicBezTo>
                    <a:pt x="4451" y="2681"/>
                    <a:pt x="4346" y="2413"/>
                    <a:pt x="4308" y="2126"/>
                  </a:cubicBezTo>
                  <a:cubicBezTo>
                    <a:pt x="4231" y="1685"/>
                    <a:pt x="4126" y="1360"/>
                    <a:pt x="3456" y="843"/>
                  </a:cubicBezTo>
                  <a:lnTo>
                    <a:pt x="34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3"/>
            <p:cNvSpPr/>
            <p:nvPr/>
          </p:nvSpPr>
          <p:spPr>
            <a:xfrm>
              <a:off x="5226684" y="2224156"/>
              <a:ext cx="33596" cy="179701"/>
            </a:xfrm>
            <a:custGeom>
              <a:avLst/>
              <a:gdLst/>
              <a:ahLst/>
              <a:cxnLst/>
              <a:rect l="l" t="t" r="r" b="b"/>
              <a:pathLst>
                <a:path w="920" h="4921" extrusionOk="0">
                  <a:moveTo>
                    <a:pt x="585" y="1"/>
                  </a:moveTo>
                  <a:lnTo>
                    <a:pt x="585" y="1121"/>
                  </a:lnTo>
                  <a:cubicBezTo>
                    <a:pt x="1" y="1542"/>
                    <a:pt x="20" y="3159"/>
                    <a:pt x="30" y="3226"/>
                  </a:cubicBezTo>
                  <a:lnTo>
                    <a:pt x="30" y="4422"/>
                  </a:lnTo>
                  <a:cubicBezTo>
                    <a:pt x="30" y="4700"/>
                    <a:pt x="250" y="4920"/>
                    <a:pt x="527" y="4920"/>
                  </a:cubicBezTo>
                  <a:lnTo>
                    <a:pt x="546" y="4920"/>
                  </a:lnTo>
                  <a:cubicBezTo>
                    <a:pt x="604" y="4920"/>
                    <a:pt x="652" y="4910"/>
                    <a:pt x="700" y="4901"/>
                  </a:cubicBezTo>
                  <a:cubicBezTo>
                    <a:pt x="499" y="4824"/>
                    <a:pt x="355" y="4633"/>
                    <a:pt x="355" y="4422"/>
                  </a:cubicBezTo>
                  <a:lnTo>
                    <a:pt x="355" y="3226"/>
                  </a:lnTo>
                  <a:cubicBezTo>
                    <a:pt x="355" y="3159"/>
                    <a:pt x="326" y="1637"/>
                    <a:pt x="920" y="1216"/>
                  </a:cubicBezTo>
                  <a:lnTo>
                    <a:pt x="920"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3"/>
            <p:cNvSpPr/>
            <p:nvPr/>
          </p:nvSpPr>
          <p:spPr>
            <a:xfrm>
              <a:off x="5258162" y="2344224"/>
              <a:ext cx="24832" cy="95602"/>
            </a:xfrm>
            <a:custGeom>
              <a:avLst/>
              <a:gdLst/>
              <a:ahLst/>
              <a:cxnLst/>
              <a:rect l="l" t="t" r="r" b="b"/>
              <a:pathLst>
                <a:path w="680" h="2618" extrusionOk="0">
                  <a:moveTo>
                    <a:pt x="163" y="0"/>
                  </a:moveTo>
                  <a:cubicBezTo>
                    <a:pt x="82" y="0"/>
                    <a:pt x="0" y="53"/>
                    <a:pt x="0" y="158"/>
                  </a:cubicBezTo>
                  <a:lnTo>
                    <a:pt x="0" y="1776"/>
                  </a:lnTo>
                  <a:lnTo>
                    <a:pt x="0" y="2120"/>
                  </a:lnTo>
                  <a:cubicBezTo>
                    <a:pt x="0" y="2398"/>
                    <a:pt x="230" y="2618"/>
                    <a:pt x="507" y="2618"/>
                  </a:cubicBezTo>
                  <a:lnTo>
                    <a:pt x="527" y="2618"/>
                  </a:lnTo>
                  <a:cubicBezTo>
                    <a:pt x="574" y="2618"/>
                    <a:pt x="632" y="2608"/>
                    <a:pt x="680" y="2599"/>
                  </a:cubicBezTo>
                  <a:cubicBezTo>
                    <a:pt x="469" y="2522"/>
                    <a:pt x="335" y="2331"/>
                    <a:pt x="335" y="2111"/>
                  </a:cubicBezTo>
                  <a:lnTo>
                    <a:pt x="335" y="1517"/>
                  </a:lnTo>
                  <a:lnTo>
                    <a:pt x="326" y="1527"/>
                  </a:lnTo>
                  <a:lnTo>
                    <a:pt x="326" y="158"/>
                  </a:lnTo>
                  <a:cubicBezTo>
                    <a:pt x="326" y="53"/>
                    <a:pt x="244" y="0"/>
                    <a:pt x="163"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3"/>
            <p:cNvSpPr/>
            <p:nvPr/>
          </p:nvSpPr>
          <p:spPr>
            <a:xfrm>
              <a:off x="5325244" y="2367267"/>
              <a:ext cx="18916" cy="72304"/>
            </a:xfrm>
            <a:custGeom>
              <a:avLst/>
              <a:gdLst/>
              <a:ahLst/>
              <a:cxnLst/>
              <a:rect l="l" t="t" r="r" b="b"/>
              <a:pathLst>
                <a:path w="518" h="1980" extrusionOk="0">
                  <a:moveTo>
                    <a:pt x="163" y="1"/>
                  </a:moveTo>
                  <a:cubicBezTo>
                    <a:pt x="82" y="1"/>
                    <a:pt x="1" y="54"/>
                    <a:pt x="1" y="159"/>
                  </a:cubicBezTo>
                  <a:lnTo>
                    <a:pt x="1" y="1776"/>
                  </a:lnTo>
                  <a:cubicBezTo>
                    <a:pt x="1" y="1805"/>
                    <a:pt x="10" y="1834"/>
                    <a:pt x="29" y="1862"/>
                  </a:cubicBezTo>
                  <a:cubicBezTo>
                    <a:pt x="39" y="1882"/>
                    <a:pt x="58" y="1891"/>
                    <a:pt x="77" y="1901"/>
                  </a:cubicBezTo>
                  <a:cubicBezTo>
                    <a:pt x="153" y="1951"/>
                    <a:pt x="250" y="1979"/>
                    <a:pt x="343" y="1979"/>
                  </a:cubicBezTo>
                  <a:cubicBezTo>
                    <a:pt x="357" y="1979"/>
                    <a:pt x="370" y="1978"/>
                    <a:pt x="384" y="1977"/>
                  </a:cubicBezTo>
                  <a:cubicBezTo>
                    <a:pt x="431" y="1977"/>
                    <a:pt x="470" y="1968"/>
                    <a:pt x="518" y="1958"/>
                  </a:cubicBezTo>
                  <a:cubicBezTo>
                    <a:pt x="460" y="1939"/>
                    <a:pt x="412" y="1910"/>
                    <a:pt x="364" y="1872"/>
                  </a:cubicBezTo>
                  <a:cubicBezTo>
                    <a:pt x="345" y="1853"/>
                    <a:pt x="326" y="1824"/>
                    <a:pt x="326" y="1786"/>
                  </a:cubicBezTo>
                  <a:lnTo>
                    <a:pt x="326" y="1776"/>
                  </a:lnTo>
                  <a:lnTo>
                    <a:pt x="326" y="159"/>
                  </a:lnTo>
                  <a:cubicBezTo>
                    <a:pt x="326" y="54"/>
                    <a:pt x="245" y="1"/>
                    <a:pt x="16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3"/>
            <p:cNvSpPr/>
            <p:nvPr/>
          </p:nvSpPr>
          <p:spPr>
            <a:xfrm>
              <a:off x="5289274" y="2372963"/>
              <a:ext cx="24138" cy="81543"/>
            </a:xfrm>
            <a:custGeom>
              <a:avLst/>
              <a:gdLst/>
              <a:ahLst/>
              <a:cxnLst/>
              <a:rect l="l" t="t" r="r" b="b"/>
              <a:pathLst>
                <a:path w="661" h="2233" extrusionOk="0">
                  <a:moveTo>
                    <a:pt x="158" y="0"/>
                  </a:moveTo>
                  <a:cubicBezTo>
                    <a:pt x="79" y="0"/>
                    <a:pt x="0" y="56"/>
                    <a:pt x="0" y="166"/>
                  </a:cubicBezTo>
                  <a:lnTo>
                    <a:pt x="0" y="1783"/>
                  </a:lnTo>
                  <a:cubicBezTo>
                    <a:pt x="0" y="1793"/>
                    <a:pt x="0" y="1812"/>
                    <a:pt x="10" y="1831"/>
                  </a:cubicBezTo>
                  <a:lnTo>
                    <a:pt x="0" y="1831"/>
                  </a:lnTo>
                  <a:cubicBezTo>
                    <a:pt x="48" y="2060"/>
                    <a:pt x="249" y="2233"/>
                    <a:pt x="488" y="2233"/>
                  </a:cubicBezTo>
                  <a:lnTo>
                    <a:pt x="507" y="2233"/>
                  </a:lnTo>
                  <a:cubicBezTo>
                    <a:pt x="565" y="2233"/>
                    <a:pt x="613" y="2223"/>
                    <a:pt x="660" y="2204"/>
                  </a:cubicBezTo>
                  <a:cubicBezTo>
                    <a:pt x="459" y="2137"/>
                    <a:pt x="316" y="1946"/>
                    <a:pt x="316" y="1726"/>
                  </a:cubicBezTo>
                  <a:lnTo>
                    <a:pt x="316" y="166"/>
                  </a:lnTo>
                  <a:cubicBezTo>
                    <a:pt x="316" y="56"/>
                    <a:pt x="237" y="0"/>
                    <a:pt x="15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3"/>
            <p:cNvSpPr/>
            <p:nvPr/>
          </p:nvSpPr>
          <p:spPr>
            <a:xfrm>
              <a:off x="5357050" y="2337761"/>
              <a:ext cx="36371" cy="38270"/>
            </a:xfrm>
            <a:custGeom>
              <a:avLst/>
              <a:gdLst/>
              <a:ahLst/>
              <a:cxnLst/>
              <a:rect l="l" t="t" r="r" b="b"/>
              <a:pathLst>
                <a:path w="996" h="1048" extrusionOk="0">
                  <a:moveTo>
                    <a:pt x="1" y="0"/>
                  </a:moveTo>
                  <a:lnTo>
                    <a:pt x="1" y="441"/>
                  </a:lnTo>
                  <a:cubicBezTo>
                    <a:pt x="96" y="574"/>
                    <a:pt x="211" y="708"/>
                    <a:pt x="326" y="823"/>
                  </a:cubicBezTo>
                  <a:cubicBezTo>
                    <a:pt x="431" y="929"/>
                    <a:pt x="565" y="996"/>
                    <a:pt x="709" y="1034"/>
                  </a:cubicBezTo>
                  <a:cubicBezTo>
                    <a:pt x="752" y="1042"/>
                    <a:pt x="795" y="1047"/>
                    <a:pt x="838" y="1047"/>
                  </a:cubicBezTo>
                  <a:cubicBezTo>
                    <a:pt x="891" y="1047"/>
                    <a:pt x="943" y="1040"/>
                    <a:pt x="996" y="1024"/>
                  </a:cubicBezTo>
                  <a:cubicBezTo>
                    <a:pt x="805" y="948"/>
                    <a:pt x="632" y="833"/>
                    <a:pt x="498" y="670"/>
                  </a:cubicBezTo>
                  <a:cubicBezTo>
                    <a:pt x="470" y="632"/>
                    <a:pt x="412" y="555"/>
                    <a:pt x="355" y="479"/>
                  </a:cubicBezTo>
                  <a:lnTo>
                    <a:pt x="326" y="441"/>
                  </a:lnTo>
                  <a:cubicBezTo>
                    <a:pt x="173" y="249"/>
                    <a:pt x="1" y="0"/>
                    <a:pt x="1"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3"/>
            <p:cNvSpPr/>
            <p:nvPr/>
          </p:nvSpPr>
          <p:spPr>
            <a:xfrm>
              <a:off x="5234754" y="2056432"/>
              <a:ext cx="131425" cy="134566"/>
            </a:xfrm>
            <a:custGeom>
              <a:avLst/>
              <a:gdLst/>
              <a:ahLst/>
              <a:cxnLst/>
              <a:rect l="l" t="t" r="r" b="b"/>
              <a:pathLst>
                <a:path w="3599" h="3685" extrusionOk="0">
                  <a:moveTo>
                    <a:pt x="0" y="0"/>
                  </a:moveTo>
                  <a:lnTo>
                    <a:pt x="0" y="3685"/>
                  </a:lnTo>
                  <a:lnTo>
                    <a:pt x="3598" y="3685"/>
                  </a:lnTo>
                  <a:lnTo>
                    <a:pt x="3598" y="756"/>
                  </a:lnTo>
                  <a:lnTo>
                    <a:pt x="3149" y="976"/>
                  </a:lnTo>
                  <a:cubicBezTo>
                    <a:pt x="3043" y="1024"/>
                    <a:pt x="2938" y="1091"/>
                    <a:pt x="2842" y="1158"/>
                  </a:cubicBezTo>
                  <a:cubicBezTo>
                    <a:pt x="2661" y="1311"/>
                    <a:pt x="2440" y="1407"/>
                    <a:pt x="2201" y="1426"/>
                  </a:cubicBezTo>
                  <a:cubicBezTo>
                    <a:pt x="2192" y="1427"/>
                    <a:pt x="2183" y="1428"/>
                    <a:pt x="2174" y="1428"/>
                  </a:cubicBezTo>
                  <a:cubicBezTo>
                    <a:pt x="2096" y="1428"/>
                    <a:pt x="2012" y="1392"/>
                    <a:pt x="1952" y="1340"/>
                  </a:cubicBezTo>
                  <a:cubicBezTo>
                    <a:pt x="1866" y="1244"/>
                    <a:pt x="1828" y="1110"/>
                    <a:pt x="1857" y="986"/>
                  </a:cubicBezTo>
                  <a:cubicBezTo>
                    <a:pt x="1905" y="833"/>
                    <a:pt x="1991" y="699"/>
                    <a:pt x="2106" y="594"/>
                  </a:cubicBezTo>
                  <a:lnTo>
                    <a:pt x="2651" y="48"/>
                  </a:lnTo>
                  <a:lnTo>
                    <a:pt x="354" y="48"/>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3"/>
            <p:cNvSpPr/>
            <p:nvPr/>
          </p:nvSpPr>
          <p:spPr>
            <a:xfrm>
              <a:off x="5600656" y="2187821"/>
              <a:ext cx="131790" cy="134602"/>
            </a:xfrm>
            <a:custGeom>
              <a:avLst/>
              <a:gdLst/>
              <a:ahLst/>
              <a:cxnLst/>
              <a:rect l="l" t="t" r="r" b="b"/>
              <a:pathLst>
                <a:path w="3609" h="3686" extrusionOk="0">
                  <a:moveTo>
                    <a:pt x="0" y="1"/>
                  </a:moveTo>
                  <a:lnTo>
                    <a:pt x="0" y="2920"/>
                  </a:lnTo>
                  <a:lnTo>
                    <a:pt x="460" y="2709"/>
                  </a:lnTo>
                  <a:cubicBezTo>
                    <a:pt x="565" y="2652"/>
                    <a:pt x="670" y="2594"/>
                    <a:pt x="766" y="2518"/>
                  </a:cubicBezTo>
                  <a:cubicBezTo>
                    <a:pt x="948" y="2364"/>
                    <a:pt x="1168" y="2278"/>
                    <a:pt x="1407" y="2250"/>
                  </a:cubicBezTo>
                  <a:cubicBezTo>
                    <a:pt x="1493" y="2250"/>
                    <a:pt x="1579" y="2278"/>
                    <a:pt x="1656" y="2336"/>
                  </a:cubicBezTo>
                  <a:cubicBezTo>
                    <a:pt x="1742" y="2431"/>
                    <a:pt x="1780" y="2565"/>
                    <a:pt x="1752" y="2699"/>
                  </a:cubicBezTo>
                  <a:cubicBezTo>
                    <a:pt x="1704" y="2853"/>
                    <a:pt x="1618" y="2987"/>
                    <a:pt x="1503" y="3092"/>
                  </a:cubicBezTo>
                  <a:lnTo>
                    <a:pt x="948" y="3628"/>
                  </a:lnTo>
                  <a:lnTo>
                    <a:pt x="3244" y="3628"/>
                  </a:lnTo>
                  <a:lnTo>
                    <a:pt x="3608" y="3685"/>
                  </a:lnTo>
                  <a:lnTo>
                    <a:pt x="36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3"/>
            <p:cNvSpPr/>
            <p:nvPr/>
          </p:nvSpPr>
          <p:spPr>
            <a:xfrm>
              <a:off x="5600656" y="2187821"/>
              <a:ext cx="33231" cy="106995"/>
            </a:xfrm>
            <a:custGeom>
              <a:avLst/>
              <a:gdLst/>
              <a:ahLst/>
              <a:cxnLst/>
              <a:rect l="l" t="t" r="r" b="b"/>
              <a:pathLst>
                <a:path w="910" h="2930" extrusionOk="0">
                  <a:moveTo>
                    <a:pt x="0" y="1"/>
                  </a:moveTo>
                  <a:lnTo>
                    <a:pt x="0" y="2920"/>
                  </a:lnTo>
                  <a:lnTo>
                    <a:pt x="0" y="2929"/>
                  </a:lnTo>
                  <a:lnTo>
                    <a:pt x="460" y="2709"/>
                  </a:lnTo>
                  <a:cubicBezTo>
                    <a:pt x="565" y="2652"/>
                    <a:pt x="670" y="2594"/>
                    <a:pt x="766" y="2518"/>
                  </a:cubicBezTo>
                  <a:cubicBezTo>
                    <a:pt x="814" y="2489"/>
                    <a:pt x="861" y="2451"/>
                    <a:pt x="909" y="2422"/>
                  </a:cubicBezTo>
                  <a:lnTo>
                    <a:pt x="909" y="1"/>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3"/>
            <p:cNvSpPr/>
            <p:nvPr/>
          </p:nvSpPr>
          <p:spPr>
            <a:xfrm>
              <a:off x="5234754" y="2023238"/>
              <a:ext cx="32865" cy="167760"/>
            </a:xfrm>
            <a:custGeom>
              <a:avLst/>
              <a:gdLst/>
              <a:ahLst/>
              <a:cxnLst/>
              <a:rect l="l" t="t" r="r" b="b"/>
              <a:pathLst>
                <a:path w="900" h="4594" extrusionOk="0">
                  <a:moveTo>
                    <a:pt x="900" y="0"/>
                  </a:moveTo>
                  <a:lnTo>
                    <a:pt x="450" y="345"/>
                  </a:lnTo>
                  <a:cubicBezTo>
                    <a:pt x="335" y="431"/>
                    <a:pt x="230" y="526"/>
                    <a:pt x="134" y="641"/>
                  </a:cubicBezTo>
                  <a:cubicBezTo>
                    <a:pt x="86" y="689"/>
                    <a:pt x="48" y="747"/>
                    <a:pt x="0" y="785"/>
                  </a:cubicBezTo>
                  <a:lnTo>
                    <a:pt x="0" y="4594"/>
                  </a:lnTo>
                  <a:lnTo>
                    <a:pt x="900" y="4594"/>
                  </a:lnTo>
                  <a:lnTo>
                    <a:pt x="900"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3"/>
            <p:cNvSpPr/>
            <p:nvPr/>
          </p:nvSpPr>
          <p:spPr>
            <a:xfrm>
              <a:off x="5555557" y="1922561"/>
              <a:ext cx="184558" cy="230022"/>
            </a:xfrm>
            <a:custGeom>
              <a:avLst/>
              <a:gdLst/>
              <a:ahLst/>
              <a:cxnLst/>
              <a:rect l="l" t="t" r="r" b="b"/>
              <a:pathLst>
                <a:path w="5054" h="6299" extrusionOk="0">
                  <a:moveTo>
                    <a:pt x="2824" y="1"/>
                  </a:moveTo>
                  <a:cubicBezTo>
                    <a:pt x="2546" y="1"/>
                    <a:pt x="2326" y="221"/>
                    <a:pt x="2326" y="498"/>
                  </a:cubicBezTo>
                  <a:lnTo>
                    <a:pt x="2326" y="518"/>
                  </a:lnTo>
                  <a:cubicBezTo>
                    <a:pt x="2240" y="441"/>
                    <a:pt x="2125" y="393"/>
                    <a:pt x="2001" y="393"/>
                  </a:cubicBezTo>
                  <a:lnTo>
                    <a:pt x="1991" y="393"/>
                  </a:lnTo>
                  <a:cubicBezTo>
                    <a:pt x="1714" y="393"/>
                    <a:pt x="1484" y="623"/>
                    <a:pt x="1484" y="900"/>
                  </a:cubicBezTo>
                  <a:lnTo>
                    <a:pt x="1484" y="2747"/>
                  </a:lnTo>
                  <a:cubicBezTo>
                    <a:pt x="1321" y="2518"/>
                    <a:pt x="1072" y="2221"/>
                    <a:pt x="766" y="2154"/>
                  </a:cubicBezTo>
                  <a:cubicBezTo>
                    <a:pt x="731" y="2148"/>
                    <a:pt x="696" y="2145"/>
                    <a:pt x="661" y="2145"/>
                  </a:cubicBezTo>
                  <a:cubicBezTo>
                    <a:pt x="531" y="2145"/>
                    <a:pt x="403" y="2186"/>
                    <a:pt x="297" y="2269"/>
                  </a:cubicBezTo>
                  <a:lnTo>
                    <a:pt x="249" y="2307"/>
                  </a:lnTo>
                  <a:lnTo>
                    <a:pt x="211" y="2355"/>
                  </a:lnTo>
                  <a:cubicBezTo>
                    <a:pt x="135" y="2470"/>
                    <a:pt x="1" y="2805"/>
                    <a:pt x="422" y="3389"/>
                  </a:cubicBezTo>
                  <a:cubicBezTo>
                    <a:pt x="594" y="3618"/>
                    <a:pt x="709" y="3896"/>
                    <a:pt x="747" y="4183"/>
                  </a:cubicBezTo>
                  <a:cubicBezTo>
                    <a:pt x="824" y="4623"/>
                    <a:pt x="929" y="4949"/>
                    <a:pt x="1599" y="5465"/>
                  </a:cubicBezTo>
                  <a:lnTo>
                    <a:pt x="1599" y="6298"/>
                  </a:lnTo>
                  <a:lnTo>
                    <a:pt x="4470" y="6298"/>
                  </a:lnTo>
                  <a:lnTo>
                    <a:pt x="4470" y="5188"/>
                  </a:lnTo>
                  <a:cubicBezTo>
                    <a:pt x="5054" y="4757"/>
                    <a:pt x="5025" y="3140"/>
                    <a:pt x="5025" y="3073"/>
                  </a:cubicBezTo>
                  <a:lnTo>
                    <a:pt x="5025" y="1886"/>
                  </a:lnTo>
                  <a:cubicBezTo>
                    <a:pt x="5025" y="1609"/>
                    <a:pt x="4805" y="1388"/>
                    <a:pt x="4518" y="1388"/>
                  </a:cubicBezTo>
                  <a:lnTo>
                    <a:pt x="4508" y="1388"/>
                  </a:lnTo>
                  <a:cubicBezTo>
                    <a:pt x="4384" y="1388"/>
                    <a:pt x="4279" y="1427"/>
                    <a:pt x="4183" y="1503"/>
                  </a:cubicBezTo>
                  <a:lnTo>
                    <a:pt x="4183" y="910"/>
                  </a:lnTo>
                  <a:cubicBezTo>
                    <a:pt x="4183" y="632"/>
                    <a:pt x="3963" y="403"/>
                    <a:pt x="3685" y="403"/>
                  </a:cubicBezTo>
                  <a:lnTo>
                    <a:pt x="3666" y="403"/>
                  </a:lnTo>
                  <a:cubicBezTo>
                    <a:pt x="3551" y="403"/>
                    <a:pt x="3436" y="441"/>
                    <a:pt x="3350" y="518"/>
                  </a:cubicBezTo>
                  <a:lnTo>
                    <a:pt x="3350" y="508"/>
                  </a:lnTo>
                  <a:cubicBezTo>
                    <a:pt x="3350" y="221"/>
                    <a:pt x="3121" y="1"/>
                    <a:pt x="28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3"/>
            <p:cNvSpPr/>
            <p:nvPr/>
          </p:nvSpPr>
          <p:spPr>
            <a:xfrm>
              <a:off x="5555557" y="2000853"/>
              <a:ext cx="67484" cy="151729"/>
            </a:xfrm>
            <a:custGeom>
              <a:avLst/>
              <a:gdLst/>
              <a:ahLst/>
              <a:cxnLst/>
              <a:rect l="l" t="t" r="r" b="b"/>
              <a:pathLst>
                <a:path w="1848" h="4155" extrusionOk="0">
                  <a:moveTo>
                    <a:pt x="661" y="1"/>
                  </a:moveTo>
                  <a:cubicBezTo>
                    <a:pt x="532" y="1"/>
                    <a:pt x="405" y="42"/>
                    <a:pt x="307" y="125"/>
                  </a:cubicBezTo>
                  <a:lnTo>
                    <a:pt x="249" y="163"/>
                  </a:lnTo>
                  <a:lnTo>
                    <a:pt x="221" y="211"/>
                  </a:lnTo>
                  <a:cubicBezTo>
                    <a:pt x="135" y="336"/>
                    <a:pt x="1" y="661"/>
                    <a:pt x="431" y="1245"/>
                  </a:cubicBezTo>
                  <a:cubicBezTo>
                    <a:pt x="604" y="1474"/>
                    <a:pt x="709" y="1752"/>
                    <a:pt x="747" y="2039"/>
                  </a:cubicBezTo>
                  <a:cubicBezTo>
                    <a:pt x="824" y="2479"/>
                    <a:pt x="929" y="2805"/>
                    <a:pt x="1599" y="3321"/>
                  </a:cubicBezTo>
                  <a:lnTo>
                    <a:pt x="1599" y="4154"/>
                  </a:lnTo>
                  <a:lnTo>
                    <a:pt x="1848" y="4154"/>
                  </a:lnTo>
                  <a:lnTo>
                    <a:pt x="1848" y="3235"/>
                  </a:lnTo>
                  <a:cubicBezTo>
                    <a:pt x="1187" y="2718"/>
                    <a:pt x="1082" y="2479"/>
                    <a:pt x="996" y="2039"/>
                  </a:cubicBezTo>
                  <a:cubicBezTo>
                    <a:pt x="967" y="1752"/>
                    <a:pt x="852" y="1474"/>
                    <a:pt x="680" y="1245"/>
                  </a:cubicBezTo>
                  <a:cubicBezTo>
                    <a:pt x="249" y="661"/>
                    <a:pt x="393" y="326"/>
                    <a:pt x="470" y="211"/>
                  </a:cubicBezTo>
                  <a:lnTo>
                    <a:pt x="508" y="163"/>
                  </a:lnTo>
                  <a:lnTo>
                    <a:pt x="556" y="125"/>
                  </a:lnTo>
                  <a:cubicBezTo>
                    <a:pt x="623" y="68"/>
                    <a:pt x="699" y="39"/>
                    <a:pt x="776" y="10"/>
                  </a:cubicBezTo>
                  <a:lnTo>
                    <a:pt x="766" y="10"/>
                  </a:lnTo>
                  <a:cubicBezTo>
                    <a:pt x="731" y="4"/>
                    <a:pt x="696" y="1"/>
                    <a:pt x="661"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3"/>
            <p:cNvSpPr/>
            <p:nvPr/>
          </p:nvSpPr>
          <p:spPr>
            <a:xfrm>
              <a:off x="5676137" y="1937240"/>
              <a:ext cx="18916" cy="72560"/>
            </a:xfrm>
            <a:custGeom>
              <a:avLst/>
              <a:gdLst/>
              <a:ahLst/>
              <a:cxnLst/>
              <a:rect l="l" t="t" r="r" b="b"/>
              <a:pathLst>
                <a:path w="518" h="1987" extrusionOk="0">
                  <a:moveTo>
                    <a:pt x="383" y="1"/>
                  </a:moveTo>
                  <a:cubicBezTo>
                    <a:pt x="278" y="1"/>
                    <a:pt x="173" y="20"/>
                    <a:pt x="77" y="77"/>
                  </a:cubicBezTo>
                  <a:cubicBezTo>
                    <a:pt x="58" y="87"/>
                    <a:pt x="39" y="106"/>
                    <a:pt x="29" y="116"/>
                  </a:cubicBezTo>
                  <a:cubicBezTo>
                    <a:pt x="10" y="144"/>
                    <a:pt x="10" y="173"/>
                    <a:pt x="0" y="211"/>
                  </a:cubicBezTo>
                  <a:lnTo>
                    <a:pt x="0" y="1829"/>
                  </a:lnTo>
                  <a:cubicBezTo>
                    <a:pt x="0" y="1934"/>
                    <a:pt x="82" y="1987"/>
                    <a:pt x="163" y="1987"/>
                  </a:cubicBezTo>
                  <a:cubicBezTo>
                    <a:pt x="244" y="1987"/>
                    <a:pt x="326" y="1934"/>
                    <a:pt x="326" y="1829"/>
                  </a:cubicBezTo>
                  <a:lnTo>
                    <a:pt x="326" y="211"/>
                  </a:lnTo>
                  <a:lnTo>
                    <a:pt x="326" y="202"/>
                  </a:lnTo>
                  <a:cubicBezTo>
                    <a:pt x="326" y="163"/>
                    <a:pt x="345" y="135"/>
                    <a:pt x="364" y="106"/>
                  </a:cubicBezTo>
                  <a:cubicBezTo>
                    <a:pt x="412" y="68"/>
                    <a:pt x="460" y="39"/>
                    <a:pt x="517" y="29"/>
                  </a:cubicBezTo>
                  <a:cubicBezTo>
                    <a:pt x="479" y="10"/>
                    <a:pt x="431" y="1"/>
                    <a:pt x="38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3"/>
            <p:cNvSpPr/>
            <p:nvPr/>
          </p:nvSpPr>
          <p:spPr>
            <a:xfrm>
              <a:off x="5707943" y="1973539"/>
              <a:ext cx="18551" cy="49554"/>
            </a:xfrm>
            <a:custGeom>
              <a:avLst/>
              <a:gdLst/>
              <a:ahLst/>
              <a:cxnLst/>
              <a:rect l="l" t="t" r="r" b="b"/>
              <a:pathLst>
                <a:path w="508" h="1357" extrusionOk="0">
                  <a:moveTo>
                    <a:pt x="340" y="0"/>
                  </a:moveTo>
                  <a:cubicBezTo>
                    <a:pt x="242" y="0"/>
                    <a:pt x="151" y="29"/>
                    <a:pt x="67" y="79"/>
                  </a:cubicBezTo>
                  <a:cubicBezTo>
                    <a:pt x="48" y="88"/>
                    <a:pt x="39" y="107"/>
                    <a:pt x="19" y="117"/>
                  </a:cubicBezTo>
                  <a:cubicBezTo>
                    <a:pt x="10" y="146"/>
                    <a:pt x="0" y="174"/>
                    <a:pt x="0" y="213"/>
                  </a:cubicBezTo>
                  <a:lnTo>
                    <a:pt x="0" y="1198"/>
                  </a:lnTo>
                  <a:cubicBezTo>
                    <a:pt x="0" y="1304"/>
                    <a:pt x="79" y="1356"/>
                    <a:pt x="158" y="1356"/>
                  </a:cubicBezTo>
                  <a:cubicBezTo>
                    <a:pt x="237" y="1356"/>
                    <a:pt x="316" y="1304"/>
                    <a:pt x="316" y="1198"/>
                  </a:cubicBezTo>
                  <a:lnTo>
                    <a:pt x="316" y="213"/>
                  </a:lnTo>
                  <a:lnTo>
                    <a:pt x="316" y="193"/>
                  </a:lnTo>
                  <a:cubicBezTo>
                    <a:pt x="326" y="165"/>
                    <a:pt x="335" y="126"/>
                    <a:pt x="354" y="107"/>
                  </a:cubicBezTo>
                  <a:cubicBezTo>
                    <a:pt x="402" y="69"/>
                    <a:pt x="450" y="40"/>
                    <a:pt x="507" y="21"/>
                  </a:cubicBezTo>
                  <a:cubicBezTo>
                    <a:pt x="469" y="12"/>
                    <a:pt x="421" y="2"/>
                    <a:pt x="383" y="2"/>
                  </a:cubicBezTo>
                  <a:cubicBezTo>
                    <a:pt x="368" y="1"/>
                    <a:pt x="354" y="0"/>
                    <a:pt x="340"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3"/>
            <p:cNvSpPr/>
            <p:nvPr/>
          </p:nvSpPr>
          <p:spPr>
            <a:xfrm>
              <a:off x="5640131" y="1922561"/>
              <a:ext cx="24503" cy="81579"/>
            </a:xfrm>
            <a:custGeom>
              <a:avLst/>
              <a:gdLst/>
              <a:ahLst/>
              <a:cxnLst/>
              <a:rect l="l" t="t" r="r" b="b"/>
              <a:pathLst>
                <a:path w="671" h="2234" extrusionOk="0">
                  <a:moveTo>
                    <a:pt x="498" y="1"/>
                  </a:moveTo>
                  <a:cubicBezTo>
                    <a:pt x="259" y="1"/>
                    <a:pt x="48" y="173"/>
                    <a:pt x="1" y="403"/>
                  </a:cubicBezTo>
                  <a:lnTo>
                    <a:pt x="10" y="403"/>
                  </a:lnTo>
                  <a:cubicBezTo>
                    <a:pt x="1" y="422"/>
                    <a:pt x="1" y="441"/>
                    <a:pt x="1" y="460"/>
                  </a:cubicBezTo>
                  <a:lnTo>
                    <a:pt x="1" y="2068"/>
                  </a:lnTo>
                  <a:cubicBezTo>
                    <a:pt x="1" y="2178"/>
                    <a:pt x="80" y="2233"/>
                    <a:pt x="159" y="2233"/>
                  </a:cubicBezTo>
                  <a:cubicBezTo>
                    <a:pt x="237" y="2233"/>
                    <a:pt x="316" y="2178"/>
                    <a:pt x="316" y="2068"/>
                  </a:cubicBezTo>
                  <a:lnTo>
                    <a:pt x="316" y="508"/>
                  </a:lnTo>
                  <a:cubicBezTo>
                    <a:pt x="316" y="288"/>
                    <a:pt x="460" y="97"/>
                    <a:pt x="671" y="30"/>
                  </a:cubicBezTo>
                  <a:cubicBezTo>
                    <a:pt x="613" y="10"/>
                    <a:pt x="565" y="1"/>
                    <a:pt x="508"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3"/>
            <p:cNvSpPr/>
            <p:nvPr/>
          </p:nvSpPr>
          <p:spPr>
            <a:xfrm>
              <a:off x="5609384" y="1937240"/>
              <a:ext cx="24503" cy="101737"/>
            </a:xfrm>
            <a:custGeom>
              <a:avLst/>
              <a:gdLst/>
              <a:ahLst/>
              <a:cxnLst/>
              <a:rect l="l" t="t" r="r" b="b"/>
              <a:pathLst>
                <a:path w="671" h="2786" extrusionOk="0">
                  <a:moveTo>
                    <a:pt x="498" y="1"/>
                  </a:moveTo>
                  <a:cubicBezTo>
                    <a:pt x="221" y="1"/>
                    <a:pt x="0" y="230"/>
                    <a:pt x="0" y="508"/>
                  </a:cubicBezTo>
                  <a:lnTo>
                    <a:pt x="0" y="843"/>
                  </a:lnTo>
                  <a:lnTo>
                    <a:pt x="0" y="2317"/>
                  </a:lnTo>
                  <a:cubicBezTo>
                    <a:pt x="115" y="2470"/>
                    <a:pt x="221" y="2623"/>
                    <a:pt x="316" y="2786"/>
                  </a:cubicBezTo>
                  <a:lnTo>
                    <a:pt x="316" y="1101"/>
                  </a:lnTo>
                  <a:lnTo>
                    <a:pt x="326" y="1111"/>
                  </a:lnTo>
                  <a:lnTo>
                    <a:pt x="326" y="508"/>
                  </a:lnTo>
                  <a:cubicBezTo>
                    <a:pt x="326" y="288"/>
                    <a:pt x="469" y="96"/>
                    <a:pt x="670" y="29"/>
                  </a:cubicBezTo>
                  <a:cubicBezTo>
                    <a:pt x="622" y="10"/>
                    <a:pt x="575" y="1"/>
                    <a:pt x="517"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3"/>
            <p:cNvSpPr/>
            <p:nvPr/>
          </p:nvSpPr>
          <p:spPr>
            <a:xfrm>
              <a:off x="5217262" y="1932712"/>
              <a:ext cx="230350" cy="178934"/>
            </a:xfrm>
            <a:custGeom>
              <a:avLst/>
              <a:gdLst/>
              <a:ahLst/>
              <a:cxnLst/>
              <a:rect l="l" t="t" r="r" b="b"/>
              <a:pathLst>
                <a:path w="6308" h="4900" extrusionOk="0">
                  <a:moveTo>
                    <a:pt x="3134" y="0"/>
                  </a:moveTo>
                  <a:cubicBezTo>
                    <a:pt x="3106" y="0"/>
                    <a:pt x="3088" y="0"/>
                    <a:pt x="3082" y="0"/>
                  </a:cubicBezTo>
                  <a:lnTo>
                    <a:pt x="1895" y="0"/>
                  </a:lnTo>
                  <a:cubicBezTo>
                    <a:pt x="1618" y="0"/>
                    <a:pt x="1388" y="230"/>
                    <a:pt x="1388" y="508"/>
                  </a:cubicBezTo>
                  <a:lnTo>
                    <a:pt x="1388" y="527"/>
                  </a:lnTo>
                  <a:cubicBezTo>
                    <a:pt x="1388" y="642"/>
                    <a:pt x="1436" y="756"/>
                    <a:pt x="1513" y="843"/>
                  </a:cubicBezTo>
                  <a:lnTo>
                    <a:pt x="910" y="843"/>
                  </a:lnTo>
                  <a:cubicBezTo>
                    <a:pt x="632" y="843"/>
                    <a:pt x="402" y="1072"/>
                    <a:pt x="402" y="1350"/>
                  </a:cubicBezTo>
                  <a:lnTo>
                    <a:pt x="402" y="1359"/>
                  </a:lnTo>
                  <a:cubicBezTo>
                    <a:pt x="402" y="1484"/>
                    <a:pt x="450" y="1589"/>
                    <a:pt x="517" y="1685"/>
                  </a:cubicBezTo>
                  <a:lnTo>
                    <a:pt x="508" y="1685"/>
                  </a:lnTo>
                  <a:cubicBezTo>
                    <a:pt x="230" y="1685"/>
                    <a:pt x="1" y="1905"/>
                    <a:pt x="1" y="2182"/>
                  </a:cubicBezTo>
                  <a:lnTo>
                    <a:pt x="1" y="2202"/>
                  </a:lnTo>
                  <a:cubicBezTo>
                    <a:pt x="1" y="2479"/>
                    <a:pt x="230" y="2709"/>
                    <a:pt x="508" y="2709"/>
                  </a:cubicBezTo>
                  <a:lnTo>
                    <a:pt x="527" y="2709"/>
                  </a:lnTo>
                  <a:cubicBezTo>
                    <a:pt x="450" y="2795"/>
                    <a:pt x="402" y="2910"/>
                    <a:pt x="402" y="3025"/>
                  </a:cubicBezTo>
                  <a:lnTo>
                    <a:pt x="402" y="3044"/>
                  </a:lnTo>
                  <a:cubicBezTo>
                    <a:pt x="402" y="3321"/>
                    <a:pt x="632" y="3541"/>
                    <a:pt x="910" y="3541"/>
                  </a:cubicBezTo>
                  <a:lnTo>
                    <a:pt x="2757" y="3541"/>
                  </a:lnTo>
                  <a:cubicBezTo>
                    <a:pt x="2518" y="3704"/>
                    <a:pt x="2221" y="3962"/>
                    <a:pt x="2163" y="4259"/>
                  </a:cubicBezTo>
                  <a:cubicBezTo>
                    <a:pt x="2125" y="4431"/>
                    <a:pt x="2163" y="4594"/>
                    <a:pt x="2269" y="4728"/>
                  </a:cubicBezTo>
                  <a:lnTo>
                    <a:pt x="2307" y="4776"/>
                  </a:lnTo>
                  <a:lnTo>
                    <a:pt x="2355" y="4814"/>
                  </a:lnTo>
                  <a:cubicBezTo>
                    <a:pt x="2413" y="4850"/>
                    <a:pt x="2514" y="4900"/>
                    <a:pt x="2665" y="4900"/>
                  </a:cubicBezTo>
                  <a:cubicBezTo>
                    <a:pt x="2838" y="4900"/>
                    <a:pt x="3076" y="4834"/>
                    <a:pt x="3388" y="4604"/>
                  </a:cubicBezTo>
                  <a:cubicBezTo>
                    <a:pt x="3628" y="4431"/>
                    <a:pt x="3896" y="4326"/>
                    <a:pt x="4183" y="4288"/>
                  </a:cubicBezTo>
                  <a:cubicBezTo>
                    <a:pt x="4623" y="4202"/>
                    <a:pt x="4948" y="4106"/>
                    <a:pt x="5465" y="3436"/>
                  </a:cubicBezTo>
                  <a:lnTo>
                    <a:pt x="6307" y="3436"/>
                  </a:lnTo>
                  <a:lnTo>
                    <a:pt x="6307" y="565"/>
                  </a:lnTo>
                  <a:lnTo>
                    <a:pt x="5188" y="565"/>
                  </a:lnTo>
                  <a:cubicBezTo>
                    <a:pt x="4804" y="24"/>
                    <a:pt x="3425" y="0"/>
                    <a:pt x="31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3"/>
            <p:cNvSpPr/>
            <p:nvPr/>
          </p:nvSpPr>
          <p:spPr>
            <a:xfrm>
              <a:off x="5268277" y="1932712"/>
              <a:ext cx="179336" cy="30419"/>
            </a:xfrm>
            <a:custGeom>
              <a:avLst/>
              <a:gdLst/>
              <a:ahLst/>
              <a:cxnLst/>
              <a:rect l="l" t="t" r="r" b="b"/>
              <a:pathLst>
                <a:path w="4911" h="833" extrusionOk="0">
                  <a:moveTo>
                    <a:pt x="1737" y="0"/>
                  </a:moveTo>
                  <a:cubicBezTo>
                    <a:pt x="1709" y="0"/>
                    <a:pt x="1691" y="0"/>
                    <a:pt x="1685" y="0"/>
                  </a:cubicBezTo>
                  <a:lnTo>
                    <a:pt x="498" y="0"/>
                  </a:lnTo>
                  <a:cubicBezTo>
                    <a:pt x="221" y="0"/>
                    <a:pt x="1" y="230"/>
                    <a:pt x="1" y="508"/>
                  </a:cubicBezTo>
                  <a:lnTo>
                    <a:pt x="1" y="527"/>
                  </a:lnTo>
                  <a:cubicBezTo>
                    <a:pt x="1" y="575"/>
                    <a:pt x="10" y="632"/>
                    <a:pt x="20" y="680"/>
                  </a:cubicBezTo>
                  <a:cubicBezTo>
                    <a:pt x="87" y="479"/>
                    <a:pt x="278" y="268"/>
                    <a:pt x="498" y="268"/>
                  </a:cubicBezTo>
                  <a:lnTo>
                    <a:pt x="1685" y="268"/>
                  </a:lnTo>
                  <a:cubicBezTo>
                    <a:pt x="1692" y="268"/>
                    <a:pt x="1710" y="268"/>
                    <a:pt x="1737" y="268"/>
                  </a:cubicBezTo>
                  <a:cubicBezTo>
                    <a:pt x="2015" y="268"/>
                    <a:pt x="3283" y="292"/>
                    <a:pt x="3676" y="833"/>
                  </a:cubicBezTo>
                  <a:lnTo>
                    <a:pt x="4910" y="833"/>
                  </a:lnTo>
                  <a:lnTo>
                    <a:pt x="4910" y="565"/>
                  </a:lnTo>
                  <a:lnTo>
                    <a:pt x="3800" y="565"/>
                  </a:lnTo>
                  <a:cubicBezTo>
                    <a:pt x="3408" y="24"/>
                    <a:pt x="2028" y="0"/>
                    <a:pt x="1737"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3"/>
            <p:cNvSpPr/>
            <p:nvPr/>
          </p:nvSpPr>
          <p:spPr>
            <a:xfrm>
              <a:off x="5231942" y="1963460"/>
              <a:ext cx="97537" cy="24868"/>
            </a:xfrm>
            <a:custGeom>
              <a:avLst/>
              <a:gdLst/>
              <a:ahLst/>
              <a:cxnLst/>
              <a:rect l="l" t="t" r="r" b="b"/>
              <a:pathLst>
                <a:path w="2671" h="681" extrusionOk="0">
                  <a:moveTo>
                    <a:pt x="508" y="1"/>
                  </a:moveTo>
                  <a:cubicBezTo>
                    <a:pt x="230" y="1"/>
                    <a:pt x="0" y="230"/>
                    <a:pt x="0" y="508"/>
                  </a:cubicBezTo>
                  <a:lnTo>
                    <a:pt x="0" y="517"/>
                  </a:lnTo>
                  <a:cubicBezTo>
                    <a:pt x="0" y="575"/>
                    <a:pt x="10" y="623"/>
                    <a:pt x="29" y="680"/>
                  </a:cubicBezTo>
                  <a:cubicBezTo>
                    <a:pt x="94" y="476"/>
                    <a:pt x="276" y="335"/>
                    <a:pt x="487" y="335"/>
                  </a:cubicBezTo>
                  <a:cubicBezTo>
                    <a:pt x="494" y="335"/>
                    <a:pt x="501" y="335"/>
                    <a:pt x="508" y="335"/>
                  </a:cubicBezTo>
                  <a:lnTo>
                    <a:pt x="1101" y="335"/>
                  </a:lnTo>
                  <a:lnTo>
                    <a:pt x="1101" y="316"/>
                  </a:lnTo>
                  <a:lnTo>
                    <a:pt x="2460" y="316"/>
                  </a:lnTo>
                  <a:cubicBezTo>
                    <a:pt x="2671" y="316"/>
                    <a:pt x="2671" y="1"/>
                    <a:pt x="2460"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3"/>
            <p:cNvSpPr/>
            <p:nvPr/>
          </p:nvSpPr>
          <p:spPr>
            <a:xfrm>
              <a:off x="5231942" y="2030578"/>
              <a:ext cx="74824" cy="18879"/>
            </a:xfrm>
            <a:custGeom>
              <a:avLst/>
              <a:gdLst/>
              <a:ahLst/>
              <a:cxnLst/>
              <a:rect l="l" t="t" r="r" b="b"/>
              <a:pathLst>
                <a:path w="2049" h="517" extrusionOk="0">
                  <a:moveTo>
                    <a:pt x="211" y="0"/>
                  </a:moveTo>
                  <a:cubicBezTo>
                    <a:pt x="182" y="0"/>
                    <a:pt x="144" y="10"/>
                    <a:pt x="115" y="19"/>
                  </a:cubicBezTo>
                  <a:cubicBezTo>
                    <a:pt x="106" y="38"/>
                    <a:pt x="96" y="57"/>
                    <a:pt x="77" y="67"/>
                  </a:cubicBezTo>
                  <a:cubicBezTo>
                    <a:pt x="29" y="163"/>
                    <a:pt x="0" y="268"/>
                    <a:pt x="0" y="383"/>
                  </a:cubicBezTo>
                  <a:cubicBezTo>
                    <a:pt x="0" y="431"/>
                    <a:pt x="10" y="469"/>
                    <a:pt x="29" y="517"/>
                  </a:cubicBezTo>
                  <a:cubicBezTo>
                    <a:pt x="48" y="459"/>
                    <a:pt x="77" y="402"/>
                    <a:pt x="106" y="364"/>
                  </a:cubicBezTo>
                  <a:cubicBezTo>
                    <a:pt x="134" y="335"/>
                    <a:pt x="163" y="325"/>
                    <a:pt x="201" y="325"/>
                  </a:cubicBezTo>
                  <a:lnTo>
                    <a:pt x="1828" y="325"/>
                  </a:lnTo>
                  <a:cubicBezTo>
                    <a:pt x="2049" y="325"/>
                    <a:pt x="2049" y="0"/>
                    <a:pt x="182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3"/>
            <p:cNvSpPr/>
            <p:nvPr/>
          </p:nvSpPr>
          <p:spPr>
            <a:xfrm>
              <a:off x="5217628" y="1994572"/>
              <a:ext cx="83186" cy="24503"/>
            </a:xfrm>
            <a:custGeom>
              <a:avLst/>
              <a:gdLst/>
              <a:ahLst/>
              <a:cxnLst/>
              <a:rect l="l" t="t" r="r" b="b"/>
              <a:pathLst>
                <a:path w="2278" h="671" extrusionOk="0">
                  <a:moveTo>
                    <a:pt x="402" y="0"/>
                  </a:moveTo>
                  <a:cubicBezTo>
                    <a:pt x="163" y="48"/>
                    <a:pt x="0" y="249"/>
                    <a:pt x="0" y="488"/>
                  </a:cubicBezTo>
                  <a:lnTo>
                    <a:pt x="0" y="508"/>
                  </a:lnTo>
                  <a:cubicBezTo>
                    <a:pt x="0" y="565"/>
                    <a:pt x="10" y="613"/>
                    <a:pt x="19" y="670"/>
                  </a:cubicBezTo>
                  <a:cubicBezTo>
                    <a:pt x="86" y="460"/>
                    <a:pt x="278" y="316"/>
                    <a:pt x="498" y="316"/>
                  </a:cubicBezTo>
                  <a:lnTo>
                    <a:pt x="2067" y="316"/>
                  </a:lnTo>
                  <a:cubicBezTo>
                    <a:pt x="2278" y="316"/>
                    <a:pt x="2278" y="0"/>
                    <a:pt x="2067" y="0"/>
                  </a:cubicBezTo>
                  <a:lnTo>
                    <a:pt x="450" y="0"/>
                  </a:lnTo>
                  <a:cubicBezTo>
                    <a:pt x="431" y="0"/>
                    <a:pt x="412" y="0"/>
                    <a:pt x="402" y="10"/>
                  </a:cubicBezTo>
                  <a:lnTo>
                    <a:pt x="402"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3"/>
            <p:cNvSpPr/>
            <p:nvPr/>
          </p:nvSpPr>
          <p:spPr>
            <a:xfrm>
              <a:off x="5295555" y="2062348"/>
              <a:ext cx="38453" cy="36408"/>
            </a:xfrm>
            <a:custGeom>
              <a:avLst/>
              <a:gdLst/>
              <a:ahLst/>
              <a:cxnLst/>
              <a:rect l="l" t="t" r="r" b="b"/>
              <a:pathLst>
                <a:path w="1053" h="997" extrusionOk="0">
                  <a:moveTo>
                    <a:pt x="613" y="1"/>
                  </a:moveTo>
                  <a:cubicBezTo>
                    <a:pt x="479" y="97"/>
                    <a:pt x="354" y="202"/>
                    <a:pt x="240" y="326"/>
                  </a:cubicBezTo>
                  <a:cubicBezTo>
                    <a:pt x="134" y="432"/>
                    <a:pt x="58" y="566"/>
                    <a:pt x="29" y="709"/>
                  </a:cubicBezTo>
                  <a:cubicBezTo>
                    <a:pt x="0" y="805"/>
                    <a:pt x="10" y="901"/>
                    <a:pt x="39" y="996"/>
                  </a:cubicBezTo>
                  <a:cubicBezTo>
                    <a:pt x="106" y="795"/>
                    <a:pt x="230" y="623"/>
                    <a:pt x="393" y="499"/>
                  </a:cubicBezTo>
                  <a:cubicBezTo>
                    <a:pt x="431" y="460"/>
                    <a:pt x="498" y="412"/>
                    <a:pt x="584" y="345"/>
                  </a:cubicBezTo>
                  <a:lnTo>
                    <a:pt x="613" y="326"/>
                  </a:lnTo>
                  <a:cubicBezTo>
                    <a:pt x="814" y="173"/>
                    <a:pt x="1053" y="1"/>
                    <a:pt x="1053"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3"/>
            <p:cNvSpPr/>
            <p:nvPr/>
          </p:nvSpPr>
          <p:spPr>
            <a:xfrm>
              <a:off x="5519223" y="2265420"/>
              <a:ext cx="229985" cy="178971"/>
            </a:xfrm>
            <a:custGeom>
              <a:avLst/>
              <a:gdLst/>
              <a:ahLst/>
              <a:cxnLst/>
              <a:rect l="l" t="t" r="r" b="b"/>
              <a:pathLst>
                <a:path w="6298" h="4901" extrusionOk="0">
                  <a:moveTo>
                    <a:pt x="3637" y="1"/>
                  </a:moveTo>
                  <a:cubicBezTo>
                    <a:pt x="3463" y="1"/>
                    <a:pt x="3222" y="67"/>
                    <a:pt x="2910" y="297"/>
                  </a:cubicBezTo>
                  <a:cubicBezTo>
                    <a:pt x="2680" y="469"/>
                    <a:pt x="2402" y="574"/>
                    <a:pt x="2115" y="613"/>
                  </a:cubicBezTo>
                  <a:cubicBezTo>
                    <a:pt x="1685" y="699"/>
                    <a:pt x="1350" y="795"/>
                    <a:pt x="842" y="1464"/>
                  </a:cubicBezTo>
                  <a:lnTo>
                    <a:pt x="0" y="1464"/>
                  </a:lnTo>
                  <a:lnTo>
                    <a:pt x="0" y="4336"/>
                  </a:lnTo>
                  <a:lnTo>
                    <a:pt x="1110" y="4336"/>
                  </a:lnTo>
                  <a:cubicBezTo>
                    <a:pt x="1494" y="4877"/>
                    <a:pt x="2873" y="4900"/>
                    <a:pt x="3164" y="4900"/>
                  </a:cubicBezTo>
                  <a:cubicBezTo>
                    <a:pt x="3192" y="4900"/>
                    <a:pt x="3210" y="4900"/>
                    <a:pt x="3216" y="4900"/>
                  </a:cubicBezTo>
                  <a:lnTo>
                    <a:pt x="4403" y="4900"/>
                  </a:lnTo>
                  <a:cubicBezTo>
                    <a:pt x="4680" y="4900"/>
                    <a:pt x="4910" y="4671"/>
                    <a:pt x="4910" y="4393"/>
                  </a:cubicBezTo>
                  <a:lnTo>
                    <a:pt x="4910" y="4374"/>
                  </a:lnTo>
                  <a:cubicBezTo>
                    <a:pt x="4910" y="4259"/>
                    <a:pt x="4862" y="4144"/>
                    <a:pt x="4785" y="4058"/>
                  </a:cubicBezTo>
                  <a:lnTo>
                    <a:pt x="5388" y="4058"/>
                  </a:lnTo>
                  <a:cubicBezTo>
                    <a:pt x="5666" y="4058"/>
                    <a:pt x="5886" y="3828"/>
                    <a:pt x="5886" y="3551"/>
                  </a:cubicBezTo>
                  <a:lnTo>
                    <a:pt x="5886" y="3541"/>
                  </a:lnTo>
                  <a:cubicBezTo>
                    <a:pt x="5886" y="3417"/>
                    <a:pt x="5848" y="3312"/>
                    <a:pt x="5781" y="3216"/>
                  </a:cubicBezTo>
                  <a:lnTo>
                    <a:pt x="5790" y="3216"/>
                  </a:lnTo>
                  <a:cubicBezTo>
                    <a:pt x="6068" y="3216"/>
                    <a:pt x="6288" y="2996"/>
                    <a:pt x="6288" y="2718"/>
                  </a:cubicBezTo>
                  <a:lnTo>
                    <a:pt x="6298" y="2699"/>
                  </a:lnTo>
                  <a:cubicBezTo>
                    <a:pt x="6298" y="2422"/>
                    <a:pt x="6077" y="2201"/>
                    <a:pt x="5800" y="2201"/>
                  </a:cubicBezTo>
                  <a:lnTo>
                    <a:pt x="5781" y="2201"/>
                  </a:lnTo>
                  <a:cubicBezTo>
                    <a:pt x="5857" y="2106"/>
                    <a:pt x="5905" y="1991"/>
                    <a:pt x="5905" y="1876"/>
                  </a:cubicBezTo>
                  <a:lnTo>
                    <a:pt x="5905" y="1857"/>
                  </a:lnTo>
                  <a:cubicBezTo>
                    <a:pt x="5905" y="1579"/>
                    <a:pt x="5675" y="1359"/>
                    <a:pt x="5398" y="1359"/>
                  </a:cubicBezTo>
                  <a:lnTo>
                    <a:pt x="3551" y="1359"/>
                  </a:lnTo>
                  <a:cubicBezTo>
                    <a:pt x="3790" y="1197"/>
                    <a:pt x="4077" y="938"/>
                    <a:pt x="4144" y="641"/>
                  </a:cubicBezTo>
                  <a:cubicBezTo>
                    <a:pt x="4182" y="469"/>
                    <a:pt x="4144" y="306"/>
                    <a:pt x="4039" y="172"/>
                  </a:cubicBezTo>
                  <a:lnTo>
                    <a:pt x="4001" y="125"/>
                  </a:lnTo>
                  <a:lnTo>
                    <a:pt x="3943" y="86"/>
                  </a:lnTo>
                  <a:cubicBezTo>
                    <a:pt x="3890" y="51"/>
                    <a:pt x="3789" y="1"/>
                    <a:pt x="36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3"/>
            <p:cNvSpPr/>
            <p:nvPr/>
          </p:nvSpPr>
          <p:spPr>
            <a:xfrm>
              <a:off x="5519223" y="2265603"/>
              <a:ext cx="152386" cy="62736"/>
            </a:xfrm>
            <a:custGeom>
              <a:avLst/>
              <a:gdLst/>
              <a:ahLst/>
              <a:cxnLst/>
              <a:rect l="l" t="t" r="r" b="b"/>
              <a:pathLst>
                <a:path w="4173" h="1718" extrusionOk="0">
                  <a:moveTo>
                    <a:pt x="3633" y="0"/>
                  </a:moveTo>
                  <a:cubicBezTo>
                    <a:pt x="3460" y="0"/>
                    <a:pt x="3222" y="67"/>
                    <a:pt x="2910" y="292"/>
                  </a:cubicBezTo>
                  <a:cubicBezTo>
                    <a:pt x="2670" y="464"/>
                    <a:pt x="2402" y="579"/>
                    <a:pt x="2115" y="617"/>
                  </a:cubicBezTo>
                  <a:cubicBezTo>
                    <a:pt x="1675" y="694"/>
                    <a:pt x="1350" y="799"/>
                    <a:pt x="833" y="1469"/>
                  </a:cubicBezTo>
                  <a:lnTo>
                    <a:pt x="0" y="1469"/>
                  </a:lnTo>
                  <a:lnTo>
                    <a:pt x="0" y="1718"/>
                  </a:lnTo>
                  <a:lnTo>
                    <a:pt x="957" y="1718"/>
                  </a:lnTo>
                  <a:cubicBezTo>
                    <a:pt x="1474" y="1048"/>
                    <a:pt x="1675" y="943"/>
                    <a:pt x="2115" y="866"/>
                  </a:cubicBezTo>
                  <a:cubicBezTo>
                    <a:pt x="2402" y="828"/>
                    <a:pt x="2680" y="723"/>
                    <a:pt x="2910" y="550"/>
                  </a:cubicBezTo>
                  <a:cubicBezTo>
                    <a:pt x="3222" y="320"/>
                    <a:pt x="3463" y="254"/>
                    <a:pt x="3637" y="254"/>
                  </a:cubicBezTo>
                  <a:cubicBezTo>
                    <a:pt x="3789" y="254"/>
                    <a:pt x="3890" y="304"/>
                    <a:pt x="3943" y="340"/>
                  </a:cubicBezTo>
                  <a:lnTo>
                    <a:pt x="3991" y="368"/>
                  </a:lnTo>
                  <a:lnTo>
                    <a:pt x="4029" y="426"/>
                  </a:lnTo>
                  <a:cubicBezTo>
                    <a:pt x="4087" y="493"/>
                    <a:pt x="4116" y="560"/>
                    <a:pt x="4135" y="646"/>
                  </a:cubicBezTo>
                  <a:lnTo>
                    <a:pt x="4135" y="636"/>
                  </a:lnTo>
                  <a:cubicBezTo>
                    <a:pt x="4173" y="474"/>
                    <a:pt x="4135" y="301"/>
                    <a:pt x="4029" y="167"/>
                  </a:cubicBezTo>
                  <a:lnTo>
                    <a:pt x="3991" y="120"/>
                  </a:lnTo>
                  <a:lnTo>
                    <a:pt x="3943" y="91"/>
                  </a:lnTo>
                  <a:cubicBezTo>
                    <a:pt x="3885" y="51"/>
                    <a:pt x="3784" y="0"/>
                    <a:pt x="3633"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53"/>
            <p:cNvSpPr/>
            <p:nvPr/>
          </p:nvSpPr>
          <p:spPr>
            <a:xfrm>
              <a:off x="5660069" y="2381435"/>
              <a:ext cx="74824" cy="18916"/>
            </a:xfrm>
            <a:custGeom>
              <a:avLst/>
              <a:gdLst/>
              <a:ahLst/>
              <a:cxnLst/>
              <a:rect l="l" t="t" r="r" b="b"/>
              <a:pathLst>
                <a:path w="2049" h="518" extrusionOk="0">
                  <a:moveTo>
                    <a:pt x="211" y="1"/>
                  </a:moveTo>
                  <a:cubicBezTo>
                    <a:pt x="0" y="1"/>
                    <a:pt x="0" y="326"/>
                    <a:pt x="211" y="326"/>
                  </a:cubicBezTo>
                  <a:lnTo>
                    <a:pt x="1847" y="326"/>
                  </a:lnTo>
                  <a:cubicBezTo>
                    <a:pt x="1876" y="326"/>
                    <a:pt x="1914" y="336"/>
                    <a:pt x="1943" y="364"/>
                  </a:cubicBezTo>
                  <a:cubicBezTo>
                    <a:pt x="1972" y="412"/>
                    <a:pt x="2000" y="460"/>
                    <a:pt x="2019" y="517"/>
                  </a:cubicBezTo>
                  <a:cubicBezTo>
                    <a:pt x="2029" y="469"/>
                    <a:pt x="2039" y="431"/>
                    <a:pt x="2048" y="383"/>
                  </a:cubicBezTo>
                  <a:cubicBezTo>
                    <a:pt x="2048" y="278"/>
                    <a:pt x="2019" y="163"/>
                    <a:pt x="1962" y="68"/>
                  </a:cubicBezTo>
                  <a:cubicBezTo>
                    <a:pt x="1952" y="58"/>
                    <a:pt x="1943" y="39"/>
                    <a:pt x="1924" y="29"/>
                  </a:cubicBezTo>
                  <a:cubicBezTo>
                    <a:pt x="1895" y="10"/>
                    <a:pt x="1866" y="1"/>
                    <a:pt x="1838"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53"/>
            <p:cNvSpPr/>
            <p:nvPr/>
          </p:nvSpPr>
          <p:spPr>
            <a:xfrm>
              <a:off x="5647142" y="2413242"/>
              <a:ext cx="51745" cy="18551"/>
            </a:xfrm>
            <a:custGeom>
              <a:avLst/>
              <a:gdLst/>
              <a:ahLst/>
              <a:cxnLst/>
              <a:rect l="l" t="t" r="r" b="b"/>
              <a:pathLst>
                <a:path w="1417" h="508" extrusionOk="0">
                  <a:moveTo>
                    <a:pt x="211" y="0"/>
                  </a:moveTo>
                  <a:cubicBezTo>
                    <a:pt x="0" y="0"/>
                    <a:pt x="0" y="316"/>
                    <a:pt x="211" y="316"/>
                  </a:cubicBezTo>
                  <a:lnTo>
                    <a:pt x="1206" y="316"/>
                  </a:lnTo>
                  <a:cubicBezTo>
                    <a:pt x="1244" y="316"/>
                    <a:pt x="1273" y="335"/>
                    <a:pt x="1302" y="355"/>
                  </a:cubicBezTo>
                  <a:cubicBezTo>
                    <a:pt x="1340" y="402"/>
                    <a:pt x="1369" y="450"/>
                    <a:pt x="1388" y="508"/>
                  </a:cubicBezTo>
                  <a:cubicBezTo>
                    <a:pt x="1397" y="469"/>
                    <a:pt x="1407" y="422"/>
                    <a:pt x="1407" y="374"/>
                  </a:cubicBezTo>
                  <a:cubicBezTo>
                    <a:pt x="1416" y="268"/>
                    <a:pt x="1388" y="163"/>
                    <a:pt x="1330" y="67"/>
                  </a:cubicBezTo>
                  <a:cubicBezTo>
                    <a:pt x="1321" y="48"/>
                    <a:pt x="1302" y="29"/>
                    <a:pt x="1292" y="20"/>
                  </a:cubicBezTo>
                  <a:cubicBezTo>
                    <a:pt x="1263" y="0"/>
                    <a:pt x="1235" y="0"/>
                    <a:pt x="1206"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3"/>
            <p:cNvSpPr/>
            <p:nvPr/>
          </p:nvSpPr>
          <p:spPr>
            <a:xfrm>
              <a:off x="5665985" y="2345429"/>
              <a:ext cx="83223" cy="24503"/>
            </a:xfrm>
            <a:custGeom>
              <a:avLst/>
              <a:gdLst/>
              <a:ahLst/>
              <a:cxnLst/>
              <a:rect l="l" t="t" r="r" b="b"/>
              <a:pathLst>
                <a:path w="2279" h="671" extrusionOk="0">
                  <a:moveTo>
                    <a:pt x="211" y="1"/>
                  </a:moveTo>
                  <a:cubicBezTo>
                    <a:pt x="1" y="1"/>
                    <a:pt x="1" y="317"/>
                    <a:pt x="211" y="317"/>
                  </a:cubicBezTo>
                  <a:lnTo>
                    <a:pt x="1781" y="317"/>
                  </a:lnTo>
                  <a:cubicBezTo>
                    <a:pt x="2001" y="317"/>
                    <a:pt x="2192" y="460"/>
                    <a:pt x="2259" y="671"/>
                  </a:cubicBezTo>
                  <a:cubicBezTo>
                    <a:pt x="2269" y="613"/>
                    <a:pt x="2279" y="565"/>
                    <a:pt x="2279" y="508"/>
                  </a:cubicBezTo>
                  <a:lnTo>
                    <a:pt x="2279" y="498"/>
                  </a:lnTo>
                  <a:cubicBezTo>
                    <a:pt x="2279" y="259"/>
                    <a:pt x="2116" y="49"/>
                    <a:pt x="1877" y="1"/>
                  </a:cubicBezTo>
                  <a:lnTo>
                    <a:pt x="1877" y="10"/>
                  </a:lnTo>
                  <a:cubicBezTo>
                    <a:pt x="1867" y="1"/>
                    <a:pt x="1848" y="1"/>
                    <a:pt x="1829"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3"/>
            <p:cNvSpPr/>
            <p:nvPr/>
          </p:nvSpPr>
          <p:spPr>
            <a:xfrm>
              <a:off x="5632791" y="2314353"/>
              <a:ext cx="101737" cy="24832"/>
            </a:xfrm>
            <a:custGeom>
              <a:avLst/>
              <a:gdLst/>
              <a:ahLst/>
              <a:cxnLst/>
              <a:rect l="l" t="t" r="r" b="b"/>
              <a:pathLst>
                <a:path w="2786" h="680" extrusionOk="0">
                  <a:moveTo>
                    <a:pt x="470" y="0"/>
                  </a:moveTo>
                  <a:cubicBezTo>
                    <a:pt x="326" y="124"/>
                    <a:pt x="163" y="230"/>
                    <a:pt x="1" y="325"/>
                  </a:cubicBezTo>
                  <a:lnTo>
                    <a:pt x="1695" y="325"/>
                  </a:lnTo>
                  <a:lnTo>
                    <a:pt x="1685" y="335"/>
                  </a:lnTo>
                  <a:lnTo>
                    <a:pt x="2278" y="335"/>
                  </a:lnTo>
                  <a:cubicBezTo>
                    <a:pt x="2498" y="335"/>
                    <a:pt x="2690" y="469"/>
                    <a:pt x="2757" y="680"/>
                  </a:cubicBezTo>
                  <a:cubicBezTo>
                    <a:pt x="2776" y="632"/>
                    <a:pt x="2786" y="574"/>
                    <a:pt x="2786" y="526"/>
                  </a:cubicBezTo>
                  <a:lnTo>
                    <a:pt x="2786" y="507"/>
                  </a:lnTo>
                  <a:cubicBezTo>
                    <a:pt x="2786" y="230"/>
                    <a:pt x="2556" y="0"/>
                    <a:pt x="2278"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3"/>
            <p:cNvSpPr/>
            <p:nvPr/>
          </p:nvSpPr>
          <p:spPr>
            <a:xfrm>
              <a:off x="5520245" y="2319246"/>
              <a:ext cx="13000" cy="104512"/>
            </a:xfrm>
            <a:custGeom>
              <a:avLst/>
              <a:gdLst/>
              <a:ahLst/>
              <a:cxnLst/>
              <a:rect l="l" t="t" r="r" b="b"/>
              <a:pathLst>
                <a:path w="356" h="2862" extrusionOk="0">
                  <a:moveTo>
                    <a:pt x="1" y="0"/>
                  </a:moveTo>
                  <a:lnTo>
                    <a:pt x="1" y="2862"/>
                  </a:lnTo>
                  <a:lnTo>
                    <a:pt x="355" y="2862"/>
                  </a:lnTo>
                  <a:lnTo>
                    <a:pt x="355"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3"/>
            <p:cNvSpPr/>
            <p:nvPr/>
          </p:nvSpPr>
          <p:spPr>
            <a:xfrm>
              <a:off x="5504872" y="1953308"/>
              <a:ext cx="22056" cy="22056"/>
            </a:xfrm>
            <a:custGeom>
              <a:avLst/>
              <a:gdLst/>
              <a:ahLst/>
              <a:cxnLst/>
              <a:rect l="l" t="t" r="r" b="b"/>
              <a:pathLst>
                <a:path w="604" h="604" extrusionOk="0">
                  <a:moveTo>
                    <a:pt x="307" y="1"/>
                  </a:moveTo>
                  <a:cubicBezTo>
                    <a:pt x="135" y="1"/>
                    <a:pt x="1" y="135"/>
                    <a:pt x="1" y="307"/>
                  </a:cubicBezTo>
                  <a:cubicBezTo>
                    <a:pt x="1" y="470"/>
                    <a:pt x="135" y="604"/>
                    <a:pt x="307" y="604"/>
                  </a:cubicBezTo>
                  <a:cubicBezTo>
                    <a:pt x="470" y="604"/>
                    <a:pt x="604" y="470"/>
                    <a:pt x="604" y="307"/>
                  </a:cubicBezTo>
                  <a:cubicBezTo>
                    <a:pt x="604" y="135"/>
                    <a:pt x="470" y="1"/>
                    <a:pt x="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3"/>
            <p:cNvSpPr/>
            <p:nvPr/>
          </p:nvSpPr>
          <p:spPr>
            <a:xfrm>
              <a:off x="5534925" y="1953308"/>
              <a:ext cx="22056" cy="22056"/>
            </a:xfrm>
            <a:custGeom>
              <a:avLst/>
              <a:gdLst/>
              <a:ahLst/>
              <a:cxnLst/>
              <a:rect l="l" t="t" r="r" b="b"/>
              <a:pathLst>
                <a:path w="604" h="604" extrusionOk="0">
                  <a:moveTo>
                    <a:pt x="298" y="1"/>
                  </a:moveTo>
                  <a:cubicBezTo>
                    <a:pt x="135" y="1"/>
                    <a:pt x="1" y="135"/>
                    <a:pt x="1" y="307"/>
                  </a:cubicBezTo>
                  <a:cubicBezTo>
                    <a:pt x="1" y="470"/>
                    <a:pt x="135" y="604"/>
                    <a:pt x="298" y="604"/>
                  </a:cubicBezTo>
                  <a:cubicBezTo>
                    <a:pt x="470" y="604"/>
                    <a:pt x="604" y="470"/>
                    <a:pt x="604" y="307"/>
                  </a:cubicBezTo>
                  <a:cubicBezTo>
                    <a:pt x="604" y="135"/>
                    <a:pt x="470" y="1"/>
                    <a:pt x="2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53"/>
            <p:cNvSpPr/>
            <p:nvPr/>
          </p:nvSpPr>
          <p:spPr>
            <a:xfrm>
              <a:off x="5699179" y="2211923"/>
              <a:ext cx="22056" cy="22056"/>
            </a:xfrm>
            <a:custGeom>
              <a:avLst/>
              <a:gdLst/>
              <a:ahLst/>
              <a:cxnLst/>
              <a:rect l="l" t="t" r="r" b="b"/>
              <a:pathLst>
                <a:path w="604" h="604" extrusionOk="0">
                  <a:moveTo>
                    <a:pt x="307" y="1"/>
                  </a:moveTo>
                  <a:cubicBezTo>
                    <a:pt x="135" y="1"/>
                    <a:pt x="1" y="135"/>
                    <a:pt x="1" y="307"/>
                  </a:cubicBezTo>
                  <a:cubicBezTo>
                    <a:pt x="1" y="470"/>
                    <a:pt x="135" y="604"/>
                    <a:pt x="307" y="604"/>
                  </a:cubicBezTo>
                  <a:cubicBezTo>
                    <a:pt x="470" y="604"/>
                    <a:pt x="604" y="470"/>
                    <a:pt x="604" y="307"/>
                  </a:cubicBezTo>
                  <a:cubicBezTo>
                    <a:pt x="604" y="135"/>
                    <a:pt x="470" y="1"/>
                    <a:pt x="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53"/>
            <p:cNvSpPr/>
            <p:nvPr/>
          </p:nvSpPr>
          <p:spPr>
            <a:xfrm>
              <a:off x="5699179" y="2242013"/>
              <a:ext cx="22056" cy="22020"/>
            </a:xfrm>
            <a:custGeom>
              <a:avLst/>
              <a:gdLst/>
              <a:ahLst/>
              <a:cxnLst/>
              <a:rect l="l" t="t" r="r" b="b"/>
              <a:pathLst>
                <a:path w="604" h="603" extrusionOk="0">
                  <a:moveTo>
                    <a:pt x="307" y="0"/>
                  </a:moveTo>
                  <a:cubicBezTo>
                    <a:pt x="135" y="0"/>
                    <a:pt x="1" y="134"/>
                    <a:pt x="1" y="297"/>
                  </a:cubicBezTo>
                  <a:cubicBezTo>
                    <a:pt x="1" y="469"/>
                    <a:pt x="135" y="603"/>
                    <a:pt x="307" y="603"/>
                  </a:cubicBezTo>
                  <a:cubicBezTo>
                    <a:pt x="470" y="603"/>
                    <a:pt x="604" y="469"/>
                    <a:pt x="604" y="297"/>
                  </a:cubicBezTo>
                  <a:cubicBezTo>
                    <a:pt x="604" y="134"/>
                    <a:pt x="470" y="0"/>
                    <a:pt x="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3"/>
            <p:cNvSpPr/>
            <p:nvPr/>
          </p:nvSpPr>
          <p:spPr>
            <a:xfrm>
              <a:off x="5246257" y="2117927"/>
              <a:ext cx="22056" cy="21691"/>
            </a:xfrm>
            <a:custGeom>
              <a:avLst/>
              <a:gdLst/>
              <a:ahLst/>
              <a:cxnLst/>
              <a:rect l="l" t="t" r="r" b="b"/>
              <a:pathLst>
                <a:path w="604" h="594" extrusionOk="0">
                  <a:moveTo>
                    <a:pt x="307" y="1"/>
                  </a:moveTo>
                  <a:cubicBezTo>
                    <a:pt x="135" y="1"/>
                    <a:pt x="1" y="135"/>
                    <a:pt x="1" y="297"/>
                  </a:cubicBezTo>
                  <a:cubicBezTo>
                    <a:pt x="1" y="460"/>
                    <a:pt x="135" y="594"/>
                    <a:pt x="307" y="594"/>
                  </a:cubicBezTo>
                  <a:cubicBezTo>
                    <a:pt x="470" y="594"/>
                    <a:pt x="604" y="460"/>
                    <a:pt x="604" y="297"/>
                  </a:cubicBezTo>
                  <a:cubicBezTo>
                    <a:pt x="604" y="135"/>
                    <a:pt x="470" y="1"/>
                    <a:pt x="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3"/>
            <p:cNvSpPr/>
            <p:nvPr/>
          </p:nvSpPr>
          <p:spPr>
            <a:xfrm>
              <a:off x="5246257" y="2147981"/>
              <a:ext cx="22056" cy="21691"/>
            </a:xfrm>
            <a:custGeom>
              <a:avLst/>
              <a:gdLst/>
              <a:ahLst/>
              <a:cxnLst/>
              <a:rect l="l" t="t" r="r" b="b"/>
              <a:pathLst>
                <a:path w="604" h="594" extrusionOk="0">
                  <a:moveTo>
                    <a:pt x="307" y="1"/>
                  </a:moveTo>
                  <a:cubicBezTo>
                    <a:pt x="135" y="1"/>
                    <a:pt x="1" y="125"/>
                    <a:pt x="1" y="297"/>
                  </a:cubicBezTo>
                  <a:cubicBezTo>
                    <a:pt x="1" y="460"/>
                    <a:pt x="135" y="594"/>
                    <a:pt x="307" y="594"/>
                  </a:cubicBezTo>
                  <a:cubicBezTo>
                    <a:pt x="470" y="594"/>
                    <a:pt x="604" y="460"/>
                    <a:pt x="604" y="297"/>
                  </a:cubicBezTo>
                  <a:cubicBezTo>
                    <a:pt x="604" y="125"/>
                    <a:pt x="470" y="1"/>
                    <a:pt x="3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3"/>
            <p:cNvSpPr/>
            <p:nvPr/>
          </p:nvSpPr>
          <p:spPr>
            <a:xfrm>
              <a:off x="5410876" y="2406267"/>
              <a:ext cx="21691" cy="22020"/>
            </a:xfrm>
            <a:custGeom>
              <a:avLst/>
              <a:gdLst/>
              <a:ahLst/>
              <a:cxnLst/>
              <a:rect l="l" t="t" r="r" b="b"/>
              <a:pathLst>
                <a:path w="594" h="603" extrusionOk="0">
                  <a:moveTo>
                    <a:pt x="297" y="0"/>
                  </a:moveTo>
                  <a:cubicBezTo>
                    <a:pt x="134" y="0"/>
                    <a:pt x="0" y="134"/>
                    <a:pt x="0" y="306"/>
                  </a:cubicBezTo>
                  <a:cubicBezTo>
                    <a:pt x="0" y="469"/>
                    <a:pt x="134" y="603"/>
                    <a:pt x="297" y="603"/>
                  </a:cubicBezTo>
                  <a:cubicBezTo>
                    <a:pt x="460" y="603"/>
                    <a:pt x="594" y="469"/>
                    <a:pt x="594" y="306"/>
                  </a:cubicBezTo>
                  <a:cubicBezTo>
                    <a:pt x="594" y="134"/>
                    <a:pt x="460" y="0"/>
                    <a:pt x="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3"/>
            <p:cNvSpPr/>
            <p:nvPr/>
          </p:nvSpPr>
          <p:spPr>
            <a:xfrm>
              <a:off x="5440565" y="2406267"/>
              <a:ext cx="22056" cy="22020"/>
            </a:xfrm>
            <a:custGeom>
              <a:avLst/>
              <a:gdLst/>
              <a:ahLst/>
              <a:cxnLst/>
              <a:rect l="l" t="t" r="r" b="b"/>
              <a:pathLst>
                <a:path w="604" h="603" extrusionOk="0">
                  <a:moveTo>
                    <a:pt x="307" y="0"/>
                  </a:moveTo>
                  <a:cubicBezTo>
                    <a:pt x="135" y="0"/>
                    <a:pt x="1" y="134"/>
                    <a:pt x="1" y="306"/>
                  </a:cubicBezTo>
                  <a:cubicBezTo>
                    <a:pt x="1" y="469"/>
                    <a:pt x="135" y="603"/>
                    <a:pt x="307" y="603"/>
                  </a:cubicBezTo>
                  <a:cubicBezTo>
                    <a:pt x="470" y="603"/>
                    <a:pt x="604" y="469"/>
                    <a:pt x="604" y="306"/>
                  </a:cubicBezTo>
                  <a:cubicBezTo>
                    <a:pt x="604" y="134"/>
                    <a:pt x="470" y="0"/>
                    <a:pt x="3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3"/>
            <p:cNvSpPr/>
            <p:nvPr/>
          </p:nvSpPr>
          <p:spPr>
            <a:xfrm>
              <a:off x="5234024" y="2185740"/>
              <a:ext cx="132849" cy="45464"/>
            </a:xfrm>
            <a:custGeom>
              <a:avLst/>
              <a:gdLst/>
              <a:ahLst/>
              <a:cxnLst/>
              <a:rect l="l" t="t" r="r" b="b"/>
              <a:pathLst>
                <a:path w="3638" h="1245" extrusionOk="0">
                  <a:moveTo>
                    <a:pt x="20" y="0"/>
                  </a:moveTo>
                  <a:lnTo>
                    <a:pt x="20" y="1005"/>
                  </a:lnTo>
                  <a:cubicBezTo>
                    <a:pt x="1" y="1130"/>
                    <a:pt x="97" y="1235"/>
                    <a:pt x="221" y="1244"/>
                  </a:cubicBezTo>
                  <a:lnTo>
                    <a:pt x="3418" y="1244"/>
                  </a:lnTo>
                  <a:cubicBezTo>
                    <a:pt x="3542" y="1235"/>
                    <a:pt x="3638" y="1130"/>
                    <a:pt x="3618" y="1005"/>
                  </a:cubicBezTo>
                  <a:cubicBezTo>
                    <a:pt x="3618" y="996"/>
                    <a:pt x="3618" y="986"/>
                    <a:pt x="3618" y="976"/>
                  </a:cubicBezTo>
                  <a:lnTo>
                    <a:pt x="36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3"/>
            <p:cNvSpPr/>
            <p:nvPr/>
          </p:nvSpPr>
          <p:spPr>
            <a:xfrm>
              <a:off x="5267583" y="2185740"/>
              <a:ext cx="99290" cy="45464"/>
            </a:xfrm>
            <a:custGeom>
              <a:avLst/>
              <a:gdLst/>
              <a:ahLst/>
              <a:cxnLst/>
              <a:rect l="l" t="t" r="r" b="b"/>
              <a:pathLst>
                <a:path w="2719" h="1245" extrusionOk="0">
                  <a:moveTo>
                    <a:pt x="1" y="0"/>
                  </a:moveTo>
                  <a:lnTo>
                    <a:pt x="1" y="1244"/>
                  </a:lnTo>
                  <a:lnTo>
                    <a:pt x="2499" y="1244"/>
                  </a:lnTo>
                  <a:cubicBezTo>
                    <a:pt x="2623" y="1235"/>
                    <a:pt x="2719" y="1130"/>
                    <a:pt x="2699" y="1005"/>
                  </a:cubicBezTo>
                  <a:cubicBezTo>
                    <a:pt x="2699" y="996"/>
                    <a:pt x="2699" y="986"/>
                    <a:pt x="2699" y="976"/>
                  </a:cubicBezTo>
                  <a:lnTo>
                    <a:pt x="26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3"/>
            <p:cNvSpPr/>
            <p:nvPr/>
          </p:nvSpPr>
          <p:spPr>
            <a:xfrm>
              <a:off x="5479383" y="2306575"/>
              <a:ext cx="45464" cy="131863"/>
            </a:xfrm>
            <a:custGeom>
              <a:avLst/>
              <a:gdLst/>
              <a:ahLst/>
              <a:cxnLst/>
              <a:rect l="l" t="t" r="r" b="b"/>
              <a:pathLst>
                <a:path w="1245" h="3611" extrusionOk="0">
                  <a:moveTo>
                    <a:pt x="1035" y="0"/>
                  </a:moveTo>
                  <a:cubicBezTo>
                    <a:pt x="1025" y="0"/>
                    <a:pt x="1015" y="1"/>
                    <a:pt x="1005" y="3"/>
                  </a:cubicBezTo>
                  <a:lnTo>
                    <a:pt x="0" y="3"/>
                  </a:lnTo>
                  <a:lnTo>
                    <a:pt x="0" y="3611"/>
                  </a:lnTo>
                  <a:lnTo>
                    <a:pt x="1005" y="3611"/>
                  </a:lnTo>
                  <a:lnTo>
                    <a:pt x="1005" y="3601"/>
                  </a:lnTo>
                  <a:cubicBezTo>
                    <a:pt x="1015" y="3603"/>
                    <a:pt x="1025" y="3603"/>
                    <a:pt x="1035" y="3603"/>
                  </a:cubicBezTo>
                  <a:cubicBezTo>
                    <a:pt x="1139" y="3603"/>
                    <a:pt x="1236" y="3514"/>
                    <a:pt x="1244" y="3400"/>
                  </a:cubicBezTo>
                  <a:lnTo>
                    <a:pt x="1244" y="203"/>
                  </a:lnTo>
                  <a:cubicBezTo>
                    <a:pt x="1236" y="90"/>
                    <a:pt x="1139" y="0"/>
                    <a:pt x="1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53"/>
            <p:cNvSpPr/>
            <p:nvPr/>
          </p:nvSpPr>
          <p:spPr>
            <a:xfrm>
              <a:off x="5479017" y="2339842"/>
              <a:ext cx="45829" cy="98341"/>
            </a:xfrm>
            <a:custGeom>
              <a:avLst/>
              <a:gdLst/>
              <a:ahLst/>
              <a:cxnLst/>
              <a:rect l="l" t="t" r="r" b="b"/>
              <a:pathLst>
                <a:path w="1255" h="2693" extrusionOk="0">
                  <a:moveTo>
                    <a:pt x="1" y="1"/>
                  </a:moveTo>
                  <a:lnTo>
                    <a:pt x="1" y="2690"/>
                  </a:lnTo>
                  <a:lnTo>
                    <a:pt x="1015" y="2690"/>
                  </a:lnTo>
                  <a:cubicBezTo>
                    <a:pt x="1025" y="2692"/>
                    <a:pt x="1035" y="2692"/>
                    <a:pt x="1045" y="2692"/>
                  </a:cubicBezTo>
                  <a:cubicBezTo>
                    <a:pt x="1149" y="2692"/>
                    <a:pt x="1246" y="2603"/>
                    <a:pt x="1254" y="2489"/>
                  </a:cubicBezTo>
                  <a:lnTo>
                    <a:pt x="12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53"/>
            <p:cNvSpPr/>
            <p:nvPr/>
          </p:nvSpPr>
          <p:spPr>
            <a:xfrm>
              <a:off x="5600291" y="2147652"/>
              <a:ext cx="132849" cy="45464"/>
            </a:xfrm>
            <a:custGeom>
              <a:avLst/>
              <a:gdLst/>
              <a:ahLst/>
              <a:cxnLst/>
              <a:rect l="l" t="t" r="r" b="b"/>
              <a:pathLst>
                <a:path w="3638" h="1245" extrusionOk="0">
                  <a:moveTo>
                    <a:pt x="221" y="0"/>
                  </a:moveTo>
                  <a:cubicBezTo>
                    <a:pt x="96" y="10"/>
                    <a:pt x="1" y="115"/>
                    <a:pt x="20" y="239"/>
                  </a:cubicBezTo>
                  <a:cubicBezTo>
                    <a:pt x="20" y="249"/>
                    <a:pt x="10" y="258"/>
                    <a:pt x="20" y="268"/>
                  </a:cubicBezTo>
                  <a:lnTo>
                    <a:pt x="20" y="1244"/>
                  </a:lnTo>
                  <a:lnTo>
                    <a:pt x="3618" y="1244"/>
                  </a:lnTo>
                  <a:lnTo>
                    <a:pt x="3618" y="239"/>
                  </a:lnTo>
                  <a:cubicBezTo>
                    <a:pt x="3637" y="115"/>
                    <a:pt x="3542" y="10"/>
                    <a:pt x="34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3"/>
            <p:cNvSpPr/>
            <p:nvPr/>
          </p:nvSpPr>
          <p:spPr>
            <a:xfrm>
              <a:off x="5600291" y="2147652"/>
              <a:ext cx="99290" cy="45793"/>
            </a:xfrm>
            <a:custGeom>
              <a:avLst/>
              <a:gdLst/>
              <a:ahLst/>
              <a:cxnLst/>
              <a:rect l="l" t="t" r="r" b="b"/>
              <a:pathLst>
                <a:path w="2719" h="1254" extrusionOk="0">
                  <a:moveTo>
                    <a:pt x="221" y="0"/>
                  </a:moveTo>
                  <a:cubicBezTo>
                    <a:pt x="96" y="10"/>
                    <a:pt x="1" y="115"/>
                    <a:pt x="20" y="239"/>
                  </a:cubicBezTo>
                  <a:cubicBezTo>
                    <a:pt x="20" y="249"/>
                    <a:pt x="10" y="258"/>
                    <a:pt x="20" y="278"/>
                  </a:cubicBezTo>
                  <a:lnTo>
                    <a:pt x="20" y="1254"/>
                  </a:lnTo>
                  <a:lnTo>
                    <a:pt x="2719" y="1254"/>
                  </a:lnTo>
                  <a:lnTo>
                    <a:pt x="27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3"/>
            <p:cNvSpPr/>
            <p:nvPr/>
          </p:nvSpPr>
          <p:spPr>
            <a:xfrm>
              <a:off x="5443742" y="1940381"/>
              <a:ext cx="45464" cy="131900"/>
            </a:xfrm>
            <a:custGeom>
              <a:avLst/>
              <a:gdLst/>
              <a:ahLst/>
              <a:cxnLst/>
              <a:rect l="l" t="t" r="r" b="b"/>
              <a:pathLst>
                <a:path w="1245" h="3612" extrusionOk="0">
                  <a:moveTo>
                    <a:pt x="239" y="1"/>
                  </a:moveTo>
                  <a:lnTo>
                    <a:pt x="239" y="10"/>
                  </a:lnTo>
                  <a:cubicBezTo>
                    <a:pt x="229" y="9"/>
                    <a:pt x="220" y="8"/>
                    <a:pt x="210" y="8"/>
                  </a:cubicBezTo>
                  <a:cubicBezTo>
                    <a:pt x="106" y="8"/>
                    <a:pt x="9" y="98"/>
                    <a:pt x="0" y="211"/>
                  </a:cubicBezTo>
                  <a:lnTo>
                    <a:pt x="0" y="3408"/>
                  </a:lnTo>
                  <a:cubicBezTo>
                    <a:pt x="9" y="3522"/>
                    <a:pt x="106" y="3611"/>
                    <a:pt x="210" y="3611"/>
                  </a:cubicBezTo>
                  <a:cubicBezTo>
                    <a:pt x="220" y="3611"/>
                    <a:pt x="229" y="3611"/>
                    <a:pt x="239" y="3609"/>
                  </a:cubicBezTo>
                  <a:lnTo>
                    <a:pt x="1244" y="3609"/>
                  </a:lnTo>
                  <a:lnTo>
                    <a:pt x="12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3"/>
            <p:cNvSpPr/>
            <p:nvPr/>
          </p:nvSpPr>
          <p:spPr>
            <a:xfrm>
              <a:off x="5443742" y="1940381"/>
              <a:ext cx="45793" cy="98596"/>
            </a:xfrm>
            <a:custGeom>
              <a:avLst/>
              <a:gdLst/>
              <a:ahLst/>
              <a:cxnLst/>
              <a:rect l="l" t="t" r="r" b="b"/>
              <a:pathLst>
                <a:path w="1254" h="2700" extrusionOk="0">
                  <a:moveTo>
                    <a:pt x="249" y="1"/>
                  </a:moveTo>
                  <a:lnTo>
                    <a:pt x="239" y="10"/>
                  </a:lnTo>
                  <a:cubicBezTo>
                    <a:pt x="229" y="9"/>
                    <a:pt x="220" y="8"/>
                    <a:pt x="210" y="8"/>
                  </a:cubicBezTo>
                  <a:cubicBezTo>
                    <a:pt x="106" y="8"/>
                    <a:pt x="9" y="98"/>
                    <a:pt x="0" y="211"/>
                  </a:cubicBezTo>
                  <a:lnTo>
                    <a:pt x="0" y="2700"/>
                  </a:lnTo>
                  <a:lnTo>
                    <a:pt x="1254" y="2700"/>
                  </a:lnTo>
                  <a:lnTo>
                    <a:pt x="12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0" name="Google Shape;1680;p53"/>
          <p:cNvGrpSpPr/>
          <p:nvPr/>
        </p:nvGrpSpPr>
        <p:grpSpPr>
          <a:xfrm>
            <a:off x="3361124" y="1708179"/>
            <a:ext cx="531951" cy="531592"/>
            <a:chOff x="3361126" y="1922737"/>
            <a:chExt cx="531951" cy="531592"/>
          </a:xfrm>
        </p:grpSpPr>
        <p:sp>
          <p:nvSpPr>
            <p:cNvPr id="1681" name="Google Shape;1681;p53"/>
            <p:cNvSpPr/>
            <p:nvPr/>
          </p:nvSpPr>
          <p:spPr>
            <a:xfrm>
              <a:off x="3361126" y="1922737"/>
              <a:ext cx="531951" cy="531592"/>
            </a:xfrm>
            <a:custGeom>
              <a:avLst/>
              <a:gdLst/>
              <a:ahLst/>
              <a:cxnLst/>
              <a:rect l="l" t="t" r="r" b="b"/>
              <a:pathLst>
                <a:path w="14797" h="14787" extrusionOk="0">
                  <a:moveTo>
                    <a:pt x="7398" y="0"/>
                  </a:moveTo>
                  <a:cubicBezTo>
                    <a:pt x="3312" y="0"/>
                    <a:pt x="1" y="3312"/>
                    <a:pt x="1" y="7398"/>
                  </a:cubicBezTo>
                  <a:cubicBezTo>
                    <a:pt x="1" y="11475"/>
                    <a:pt x="3312" y="14786"/>
                    <a:pt x="7398" y="14786"/>
                  </a:cubicBezTo>
                  <a:cubicBezTo>
                    <a:pt x="11485" y="14786"/>
                    <a:pt x="14796" y="11475"/>
                    <a:pt x="14796" y="7398"/>
                  </a:cubicBezTo>
                  <a:cubicBezTo>
                    <a:pt x="14796" y="3312"/>
                    <a:pt x="11485" y="0"/>
                    <a:pt x="73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3"/>
            <p:cNvSpPr/>
            <p:nvPr/>
          </p:nvSpPr>
          <p:spPr>
            <a:xfrm>
              <a:off x="3375218" y="1958687"/>
              <a:ext cx="504090" cy="459692"/>
            </a:xfrm>
            <a:custGeom>
              <a:avLst/>
              <a:gdLst/>
              <a:ahLst/>
              <a:cxnLst/>
              <a:rect l="l" t="t" r="r" b="b"/>
              <a:pathLst>
                <a:path w="14022" h="12787" extrusionOk="0">
                  <a:moveTo>
                    <a:pt x="7008" y="0"/>
                  </a:moveTo>
                  <a:cubicBezTo>
                    <a:pt x="5356" y="0"/>
                    <a:pt x="3705" y="618"/>
                    <a:pt x="2470" y="1852"/>
                  </a:cubicBezTo>
                  <a:cubicBezTo>
                    <a:pt x="1" y="4331"/>
                    <a:pt x="1" y="8465"/>
                    <a:pt x="2470" y="10934"/>
                  </a:cubicBezTo>
                  <a:cubicBezTo>
                    <a:pt x="3705" y="12169"/>
                    <a:pt x="5356" y="12786"/>
                    <a:pt x="7008" y="12786"/>
                  </a:cubicBezTo>
                  <a:cubicBezTo>
                    <a:pt x="8660" y="12786"/>
                    <a:pt x="10313" y="12169"/>
                    <a:pt x="11552" y="10934"/>
                  </a:cubicBezTo>
                  <a:cubicBezTo>
                    <a:pt x="14021" y="8465"/>
                    <a:pt x="14021" y="4331"/>
                    <a:pt x="11552" y="1852"/>
                  </a:cubicBezTo>
                  <a:cubicBezTo>
                    <a:pt x="10313" y="618"/>
                    <a:pt x="8660" y="0"/>
                    <a:pt x="70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3"/>
            <p:cNvSpPr/>
            <p:nvPr/>
          </p:nvSpPr>
          <p:spPr>
            <a:xfrm>
              <a:off x="3595088" y="1958580"/>
              <a:ext cx="284221" cy="460124"/>
            </a:xfrm>
            <a:custGeom>
              <a:avLst/>
              <a:gdLst/>
              <a:ahLst/>
              <a:cxnLst/>
              <a:rect l="l" t="t" r="r" b="b"/>
              <a:pathLst>
                <a:path w="7906" h="12799" extrusionOk="0">
                  <a:moveTo>
                    <a:pt x="911" y="0"/>
                  </a:moveTo>
                  <a:cubicBezTo>
                    <a:pt x="609" y="0"/>
                    <a:pt x="304" y="22"/>
                    <a:pt x="0" y="66"/>
                  </a:cubicBezTo>
                  <a:cubicBezTo>
                    <a:pt x="1379" y="247"/>
                    <a:pt x="2661" y="879"/>
                    <a:pt x="3647" y="1855"/>
                  </a:cubicBezTo>
                  <a:cubicBezTo>
                    <a:pt x="6116" y="4334"/>
                    <a:pt x="6116" y="8468"/>
                    <a:pt x="3647" y="10937"/>
                  </a:cubicBezTo>
                  <a:cubicBezTo>
                    <a:pt x="2661" y="11923"/>
                    <a:pt x="1379" y="12545"/>
                    <a:pt x="0" y="12737"/>
                  </a:cubicBezTo>
                  <a:cubicBezTo>
                    <a:pt x="299" y="12778"/>
                    <a:pt x="599" y="12799"/>
                    <a:pt x="896" y="12799"/>
                  </a:cubicBezTo>
                  <a:cubicBezTo>
                    <a:pt x="2582" y="12799"/>
                    <a:pt x="4216" y="12141"/>
                    <a:pt x="5436" y="10937"/>
                  </a:cubicBezTo>
                  <a:cubicBezTo>
                    <a:pt x="7905" y="8468"/>
                    <a:pt x="7905" y="4334"/>
                    <a:pt x="5436" y="1855"/>
                  </a:cubicBezTo>
                  <a:cubicBezTo>
                    <a:pt x="4220" y="663"/>
                    <a:pt x="2591" y="0"/>
                    <a:pt x="911" y="0"/>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3"/>
            <p:cNvSpPr/>
            <p:nvPr/>
          </p:nvSpPr>
          <p:spPr>
            <a:xfrm>
              <a:off x="3618635" y="1960737"/>
              <a:ext cx="16896" cy="53889"/>
            </a:xfrm>
            <a:custGeom>
              <a:avLst/>
              <a:gdLst/>
              <a:ahLst/>
              <a:cxnLst/>
              <a:rect l="l" t="t" r="r" b="b"/>
              <a:pathLst>
                <a:path w="470" h="1499" extrusionOk="0">
                  <a:moveTo>
                    <a:pt x="235" y="1"/>
                  </a:moveTo>
                  <a:cubicBezTo>
                    <a:pt x="118" y="1"/>
                    <a:pt x="1" y="82"/>
                    <a:pt x="15" y="245"/>
                  </a:cubicBezTo>
                  <a:lnTo>
                    <a:pt x="15" y="1278"/>
                  </a:lnTo>
                  <a:cubicBezTo>
                    <a:pt x="15" y="1403"/>
                    <a:pt x="111" y="1499"/>
                    <a:pt x="235" y="1499"/>
                  </a:cubicBezTo>
                  <a:cubicBezTo>
                    <a:pt x="360" y="1499"/>
                    <a:pt x="456" y="1403"/>
                    <a:pt x="456" y="1278"/>
                  </a:cubicBezTo>
                  <a:lnTo>
                    <a:pt x="456" y="245"/>
                  </a:lnTo>
                  <a:cubicBezTo>
                    <a:pt x="470" y="82"/>
                    <a:pt x="353" y="1"/>
                    <a:pt x="2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3"/>
            <p:cNvSpPr/>
            <p:nvPr/>
          </p:nvSpPr>
          <p:spPr>
            <a:xfrm>
              <a:off x="3618635" y="2362154"/>
              <a:ext cx="16896" cy="53961"/>
            </a:xfrm>
            <a:custGeom>
              <a:avLst/>
              <a:gdLst/>
              <a:ahLst/>
              <a:cxnLst/>
              <a:rect l="l" t="t" r="r" b="b"/>
              <a:pathLst>
                <a:path w="470" h="1501" extrusionOk="0">
                  <a:moveTo>
                    <a:pt x="235" y="1"/>
                  </a:moveTo>
                  <a:cubicBezTo>
                    <a:pt x="118" y="1"/>
                    <a:pt x="1" y="80"/>
                    <a:pt x="15" y="238"/>
                  </a:cubicBezTo>
                  <a:lnTo>
                    <a:pt x="15" y="1271"/>
                  </a:lnTo>
                  <a:cubicBezTo>
                    <a:pt x="15" y="1396"/>
                    <a:pt x="111" y="1501"/>
                    <a:pt x="235" y="1501"/>
                  </a:cubicBezTo>
                  <a:cubicBezTo>
                    <a:pt x="360" y="1491"/>
                    <a:pt x="456" y="1396"/>
                    <a:pt x="456" y="1271"/>
                  </a:cubicBezTo>
                  <a:lnTo>
                    <a:pt x="456" y="238"/>
                  </a:lnTo>
                  <a:cubicBezTo>
                    <a:pt x="470" y="80"/>
                    <a:pt x="353" y="1"/>
                    <a:pt x="2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3"/>
            <p:cNvSpPr/>
            <p:nvPr/>
          </p:nvSpPr>
          <p:spPr>
            <a:xfrm>
              <a:off x="3799104" y="2179708"/>
              <a:ext cx="58203" cy="15926"/>
            </a:xfrm>
            <a:custGeom>
              <a:avLst/>
              <a:gdLst/>
              <a:ahLst/>
              <a:cxnLst/>
              <a:rect l="l" t="t" r="r" b="b"/>
              <a:pathLst>
                <a:path w="1619" h="443" extrusionOk="0">
                  <a:moveTo>
                    <a:pt x="1338" y="0"/>
                  </a:moveTo>
                  <a:cubicBezTo>
                    <a:pt x="1329" y="0"/>
                    <a:pt x="1321" y="0"/>
                    <a:pt x="1312" y="1"/>
                  </a:cubicBezTo>
                  <a:lnTo>
                    <a:pt x="278" y="1"/>
                  </a:lnTo>
                  <a:cubicBezTo>
                    <a:pt x="1" y="20"/>
                    <a:pt x="1" y="422"/>
                    <a:pt x="278" y="441"/>
                  </a:cubicBezTo>
                  <a:lnTo>
                    <a:pt x="1312" y="441"/>
                  </a:lnTo>
                  <a:cubicBezTo>
                    <a:pt x="1321" y="442"/>
                    <a:pt x="1329" y="443"/>
                    <a:pt x="1338" y="443"/>
                  </a:cubicBezTo>
                  <a:cubicBezTo>
                    <a:pt x="1619" y="443"/>
                    <a:pt x="1619" y="0"/>
                    <a:pt x="133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3"/>
            <p:cNvSpPr/>
            <p:nvPr/>
          </p:nvSpPr>
          <p:spPr>
            <a:xfrm>
              <a:off x="3397938" y="2179744"/>
              <a:ext cx="57160" cy="15854"/>
            </a:xfrm>
            <a:custGeom>
              <a:avLst/>
              <a:gdLst/>
              <a:ahLst/>
              <a:cxnLst/>
              <a:rect l="l" t="t" r="r" b="b"/>
              <a:pathLst>
                <a:path w="1590" h="441" extrusionOk="0">
                  <a:moveTo>
                    <a:pt x="278" y="0"/>
                  </a:moveTo>
                  <a:cubicBezTo>
                    <a:pt x="1" y="19"/>
                    <a:pt x="1" y="421"/>
                    <a:pt x="278" y="440"/>
                  </a:cubicBezTo>
                  <a:lnTo>
                    <a:pt x="1312" y="440"/>
                  </a:lnTo>
                  <a:cubicBezTo>
                    <a:pt x="1589" y="421"/>
                    <a:pt x="1589" y="19"/>
                    <a:pt x="13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53"/>
            <p:cNvSpPr/>
            <p:nvPr/>
          </p:nvSpPr>
          <p:spPr>
            <a:xfrm>
              <a:off x="3519989" y="2162200"/>
              <a:ext cx="133626" cy="131972"/>
            </a:xfrm>
            <a:custGeom>
              <a:avLst/>
              <a:gdLst/>
              <a:ahLst/>
              <a:cxnLst/>
              <a:rect l="l" t="t" r="r" b="b"/>
              <a:pathLst>
                <a:path w="3717" h="3671" extrusionOk="0">
                  <a:moveTo>
                    <a:pt x="2243" y="0"/>
                  </a:moveTo>
                  <a:lnTo>
                    <a:pt x="70" y="3436"/>
                  </a:lnTo>
                  <a:cubicBezTo>
                    <a:pt x="1" y="3544"/>
                    <a:pt x="93" y="3670"/>
                    <a:pt x="201" y="3670"/>
                  </a:cubicBezTo>
                  <a:cubicBezTo>
                    <a:pt x="228" y="3670"/>
                    <a:pt x="255" y="3663"/>
                    <a:pt x="281" y="3646"/>
                  </a:cubicBezTo>
                  <a:lnTo>
                    <a:pt x="3716" y="1474"/>
                  </a:lnTo>
                  <a:lnTo>
                    <a:pt x="22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3"/>
            <p:cNvSpPr/>
            <p:nvPr/>
          </p:nvSpPr>
          <p:spPr>
            <a:xfrm>
              <a:off x="3519989" y="2195562"/>
              <a:ext cx="133626" cy="98611"/>
            </a:xfrm>
            <a:custGeom>
              <a:avLst/>
              <a:gdLst/>
              <a:ahLst/>
              <a:cxnLst/>
              <a:rect l="l" t="t" r="r" b="b"/>
              <a:pathLst>
                <a:path w="3717" h="2743" extrusionOk="0">
                  <a:moveTo>
                    <a:pt x="3171" y="0"/>
                  </a:moveTo>
                  <a:lnTo>
                    <a:pt x="654" y="1580"/>
                  </a:lnTo>
                  <a:lnTo>
                    <a:pt x="70" y="2508"/>
                  </a:lnTo>
                  <a:cubicBezTo>
                    <a:pt x="1" y="2616"/>
                    <a:pt x="93" y="2742"/>
                    <a:pt x="201" y="2742"/>
                  </a:cubicBezTo>
                  <a:cubicBezTo>
                    <a:pt x="228" y="2742"/>
                    <a:pt x="255" y="2735"/>
                    <a:pt x="281" y="2718"/>
                  </a:cubicBezTo>
                  <a:lnTo>
                    <a:pt x="3716" y="546"/>
                  </a:lnTo>
                  <a:lnTo>
                    <a:pt x="3171"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3"/>
            <p:cNvSpPr/>
            <p:nvPr/>
          </p:nvSpPr>
          <p:spPr>
            <a:xfrm>
              <a:off x="3600948" y="2083038"/>
              <a:ext cx="133482" cy="132152"/>
            </a:xfrm>
            <a:custGeom>
              <a:avLst/>
              <a:gdLst/>
              <a:ahLst/>
              <a:cxnLst/>
              <a:rect l="l" t="t" r="r" b="b"/>
              <a:pathLst>
                <a:path w="3713" h="3676" extrusionOk="0">
                  <a:moveTo>
                    <a:pt x="3521" y="1"/>
                  </a:moveTo>
                  <a:cubicBezTo>
                    <a:pt x="3493" y="1"/>
                    <a:pt x="3464" y="10"/>
                    <a:pt x="3436" y="30"/>
                  </a:cubicBezTo>
                  <a:lnTo>
                    <a:pt x="0" y="2202"/>
                  </a:lnTo>
                  <a:lnTo>
                    <a:pt x="1474" y="3676"/>
                  </a:lnTo>
                  <a:lnTo>
                    <a:pt x="3637" y="231"/>
                  </a:lnTo>
                  <a:cubicBezTo>
                    <a:pt x="3712" y="125"/>
                    <a:pt x="3627" y="1"/>
                    <a:pt x="35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3"/>
            <p:cNvSpPr/>
            <p:nvPr/>
          </p:nvSpPr>
          <p:spPr>
            <a:xfrm>
              <a:off x="3633950" y="2083182"/>
              <a:ext cx="100228" cy="131685"/>
            </a:xfrm>
            <a:custGeom>
              <a:avLst/>
              <a:gdLst/>
              <a:ahLst/>
              <a:cxnLst/>
              <a:rect l="l" t="t" r="r" b="b"/>
              <a:pathLst>
                <a:path w="2788" h="3663" extrusionOk="0">
                  <a:moveTo>
                    <a:pt x="2599" y="1"/>
                  </a:moveTo>
                  <a:cubicBezTo>
                    <a:pt x="2573" y="1"/>
                    <a:pt x="2545" y="8"/>
                    <a:pt x="2518" y="26"/>
                  </a:cubicBezTo>
                  <a:lnTo>
                    <a:pt x="1590" y="609"/>
                  </a:lnTo>
                  <a:lnTo>
                    <a:pt x="1" y="3117"/>
                  </a:lnTo>
                  <a:lnTo>
                    <a:pt x="546" y="3662"/>
                  </a:lnTo>
                  <a:lnTo>
                    <a:pt x="2719" y="227"/>
                  </a:lnTo>
                  <a:cubicBezTo>
                    <a:pt x="2788" y="120"/>
                    <a:pt x="2704" y="1"/>
                    <a:pt x="2599"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2" name="Google Shape;1692;p53"/>
          <p:cNvGrpSpPr/>
          <p:nvPr/>
        </p:nvGrpSpPr>
        <p:grpSpPr>
          <a:xfrm>
            <a:off x="5183472" y="3511705"/>
            <a:ext cx="599531" cy="531940"/>
            <a:chOff x="5183464" y="3481379"/>
            <a:chExt cx="599531" cy="531940"/>
          </a:xfrm>
        </p:grpSpPr>
        <p:sp>
          <p:nvSpPr>
            <p:cNvPr id="1693" name="Google Shape;1693;p53"/>
            <p:cNvSpPr/>
            <p:nvPr/>
          </p:nvSpPr>
          <p:spPr>
            <a:xfrm>
              <a:off x="5212411" y="3723025"/>
              <a:ext cx="48692" cy="106579"/>
            </a:xfrm>
            <a:custGeom>
              <a:avLst/>
              <a:gdLst/>
              <a:ahLst/>
              <a:cxnLst/>
              <a:rect l="l" t="t" r="r" b="b"/>
              <a:pathLst>
                <a:path w="1159" h="2537" extrusionOk="0">
                  <a:moveTo>
                    <a:pt x="689" y="0"/>
                  </a:moveTo>
                  <a:cubicBezTo>
                    <a:pt x="306" y="0"/>
                    <a:pt x="0" y="316"/>
                    <a:pt x="0" y="699"/>
                  </a:cubicBezTo>
                  <a:lnTo>
                    <a:pt x="0" y="862"/>
                  </a:lnTo>
                  <a:cubicBezTo>
                    <a:pt x="0" y="1063"/>
                    <a:pt x="29" y="1254"/>
                    <a:pt x="96" y="1445"/>
                  </a:cubicBezTo>
                  <a:lnTo>
                    <a:pt x="459" y="2536"/>
                  </a:lnTo>
                  <a:lnTo>
                    <a:pt x="1158" y="2536"/>
                  </a:lnTo>
                  <a:lnTo>
                    <a:pt x="11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3"/>
            <p:cNvSpPr/>
            <p:nvPr/>
          </p:nvSpPr>
          <p:spPr>
            <a:xfrm>
              <a:off x="5212411" y="3723025"/>
              <a:ext cx="48692" cy="106579"/>
            </a:xfrm>
            <a:custGeom>
              <a:avLst/>
              <a:gdLst/>
              <a:ahLst/>
              <a:cxnLst/>
              <a:rect l="l" t="t" r="r" b="b"/>
              <a:pathLst>
                <a:path w="1159" h="2537" extrusionOk="0">
                  <a:moveTo>
                    <a:pt x="689" y="0"/>
                  </a:moveTo>
                  <a:cubicBezTo>
                    <a:pt x="306" y="0"/>
                    <a:pt x="0" y="316"/>
                    <a:pt x="0" y="699"/>
                  </a:cubicBezTo>
                  <a:lnTo>
                    <a:pt x="0" y="862"/>
                  </a:lnTo>
                  <a:cubicBezTo>
                    <a:pt x="0" y="1063"/>
                    <a:pt x="29" y="1254"/>
                    <a:pt x="96" y="1445"/>
                  </a:cubicBezTo>
                  <a:lnTo>
                    <a:pt x="459" y="2536"/>
                  </a:lnTo>
                  <a:lnTo>
                    <a:pt x="1158" y="2536"/>
                  </a:lnTo>
                  <a:lnTo>
                    <a:pt x="1158" y="0"/>
                  </a:lnTo>
                  <a:close/>
                </a:path>
              </a:pathLst>
            </a:custGeom>
            <a:solidFill>
              <a:srgbClr val="FFFFFF">
                <a:alpha val="18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3"/>
            <p:cNvSpPr/>
            <p:nvPr/>
          </p:nvSpPr>
          <p:spPr>
            <a:xfrm>
              <a:off x="5434746" y="3481379"/>
              <a:ext cx="348249" cy="290336"/>
            </a:xfrm>
            <a:custGeom>
              <a:avLst/>
              <a:gdLst/>
              <a:ahLst/>
              <a:cxnLst/>
              <a:rect l="l" t="t" r="r" b="b"/>
              <a:pathLst>
                <a:path w="8289" h="6911" extrusionOk="0">
                  <a:moveTo>
                    <a:pt x="460" y="1"/>
                  </a:moveTo>
                  <a:cubicBezTo>
                    <a:pt x="211" y="1"/>
                    <a:pt x="0" y="211"/>
                    <a:pt x="0" y="469"/>
                  </a:cubicBezTo>
                  <a:lnTo>
                    <a:pt x="0" y="6451"/>
                  </a:lnTo>
                  <a:cubicBezTo>
                    <a:pt x="0" y="6700"/>
                    <a:pt x="211" y="6910"/>
                    <a:pt x="469" y="6910"/>
                  </a:cubicBezTo>
                  <a:lnTo>
                    <a:pt x="7829" y="6910"/>
                  </a:lnTo>
                  <a:cubicBezTo>
                    <a:pt x="8087" y="6901"/>
                    <a:pt x="8288" y="6700"/>
                    <a:pt x="8288" y="6451"/>
                  </a:cubicBezTo>
                  <a:lnTo>
                    <a:pt x="8288" y="469"/>
                  </a:lnTo>
                  <a:cubicBezTo>
                    <a:pt x="8288" y="211"/>
                    <a:pt x="8078" y="1"/>
                    <a:pt x="7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53"/>
            <p:cNvSpPr/>
            <p:nvPr/>
          </p:nvSpPr>
          <p:spPr>
            <a:xfrm>
              <a:off x="5183464" y="3711766"/>
              <a:ext cx="348627" cy="301553"/>
            </a:xfrm>
            <a:custGeom>
              <a:avLst/>
              <a:gdLst/>
              <a:ahLst/>
              <a:cxnLst/>
              <a:rect l="l" t="t" r="r" b="b"/>
              <a:pathLst>
                <a:path w="8298" h="7178" extrusionOk="0">
                  <a:moveTo>
                    <a:pt x="8117" y="0"/>
                  </a:moveTo>
                  <a:cubicBezTo>
                    <a:pt x="8073" y="0"/>
                    <a:pt x="8029" y="19"/>
                    <a:pt x="8001" y="58"/>
                  </a:cubicBezTo>
                  <a:lnTo>
                    <a:pt x="3809" y="4058"/>
                  </a:lnTo>
                  <a:cubicBezTo>
                    <a:pt x="3723" y="4135"/>
                    <a:pt x="3608" y="4183"/>
                    <a:pt x="3493" y="4183"/>
                  </a:cubicBezTo>
                  <a:lnTo>
                    <a:pt x="3445" y="4183"/>
                  </a:lnTo>
                  <a:cubicBezTo>
                    <a:pt x="3196" y="4183"/>
                    <a:pt x="2996" y="3982"/>
                    <a:pt x="2996" y="3723"/>
                  </a:cubicBezTo>
                  <a:lnTo>
                    <a:pt x="2996" y="3493"/>
                  </a:lnTo>
                  <a:lnTo>
                    <a:pt x="1608" y="3493"/>
                  </a:lnTo>
                  <a:lnTo>
                    <a:pt x="1608" y="3723"/>
                  </a:lnTo>
                  <a:cubicBezTo>
                    <a:pt x="1608" y="3934"/>
                    <a:pt x="1474" y="4116"/>
                    <a:pt x="1282" y="4173"/>
                  </a:cubicBezTo>
                  <a:lnTo>
                    <a:pt x="498" y="4393"/>
                  </a:lnTo>
                  <a:cubicBezTo>
                    <a:pt x="201" y="4470"/>
                    <a:pt x="0" y="4747"/>
                    <a:pt x="0" y="5053"/>
                  </a:cubicBezTo>
                  <a:lnTo>
                    <a:pt x="0" y="6948"/>
                  </a:lnTo>
                  <a:cubicBezTo>
                    <a:pt x="0" y="7073"/>
                    <a:pt x="105" y="7178"/>
                    <a:pt x="230" y="7178"/>
                  </a:cubicBezTo>
                  <a:lnTo>
                    <a:pt x="3455" y="7178"/>
                  </a:lnTo>
                  <a:cubicBezTo>
                    <a:pt x="3579" y="7178"/>
                    <a:pt x="3685" y="7073"/>
                    <a:pt x="3685" y="6948"/>
                  </a:cubicBezTo>
                  <a:lnTo>
                    <a:pt x="3685" y="5953"/>
                  </a:lnTo>
                  <a:cubicBezTo>
                    <a:pt x="3685" y="5704"/>
                    <a:pt x="3780" y="5474"/>
                    <a:pt x="3953" y="5302"/>
                  </a:cubicBezTo>
                  <a:lnTo>
                    <a:pt x="7867" y="1378"/>
                  </a:lnTo>
                  <a:cubicBezTo>
                    <a:pt x="7982" y="1264"/>
                    <a:pt x="8029" y="1101"/>
                    <a:pt x="7991" y="938"/>
                  </a:cubicBezTo>
                  <a:lnTo>
                    <a:pt x="7905" y="613"/>
                  </a:lnTo>
                  <a:lnTo>
                    <a:pt x="8230" y="287"/>
                  </a:lnTo>
                  <a:cubicBezTo>
                    <a:pt x="8297" y="230"/>
                    <a:pt x="8297" y="115"/>
                    <a:pt x="8240" y="58"/>
                  </a:cubicBezTo>
                  <a:cubicBezTo>
                    <a:pt x="8207" y="19"/>
                    <a:pt x="8161" y="0"/>
                    <a:pt x="81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53"/>
            <p:cNvSpPr/>
            <p:nvPr/>
          </p:nvSpPr>
          <p:spPr>
            <a:xfrm>
              <a:off x="5246988" y="3858510"/>
              <a:ext cx="66381" cy="28987"/>
            </a:xfrm>
            <a:custGeom>
              <a:avLst/>
              <a:gdLst/>
              <a:ahLst/>
              <a:cxnLst/>
              <a:rect l="l" t="t" r="r" b="b"/>
              <a:pathLst>
                <a:path w="1580" h="690" extrusionOk="0">
                  <a:moveTo>
                    <a:pt x="96" y="0"/>
                  </a:moveTo>
                  <a:lnTo>
                    <a:pt x="96" y="230"/>
                  </a:lnTo>
                  <a:cubicBezTo>
                    <a:pt x="96" y="335"/>
                    <a:pt x="67" y="431"/>
                    <a:pt x="0" y="517"/>
                  </a:cubicBezTo>
                  <a:cubicBezTo>
                    <a:pt x="249" y="632"/>
                    <a:pt x="517" y="690"/>
                    <a:pt x="785" y="690"/>
                  </a:cubicBezTo>
                  <a:cubicBezTo>
                    <a:pt x="1062" y="690"/>
                    <a:pt x="1330" y="632"/>
                    <a:pt x="1579" y="517"/>
                  </a:cubicBezTo>
                  <a:cubicBezTo>
                    <a:pt x="1512" y="431"/>
                    <a:pt x="1484" y="335"/>
                    <a:pt x="1484" y="230"/>
                  </a:cubicBezTo>
                  <a:lnTo>
                    <a:pt x="1484" y="0"/>
                  </a:ln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53"/>
            <p:cNvSpPr/>
            <p:nvPr/>
          </p:nvSpPr>
          <p:spPr>
            <a:xfrm>
              <a:off x="5231695" y="3713363"/>
              <a:ext cx="116251" cy="116244"/>
            </a:xfrm>
            <a:custGeom>
              <a:avLst/>
              <a:gdLst/>
              <a:ahLst/>
              <a:cxnLst/>
              <a:rect l="l" t="t" r="r" b="b"/>
              <a:pathLst>
                <a:path w="2767" h="2767" extrusionOk="0">
                  <a:moveTo>
                    <a:pt x="689" y="1"/>
                  </a:moveTo>
                  <a:cubicBezTo>
                    <a:pt x="316" y="1"/>
                    <a:pt x="0" y="316"/>
                    <a:pt x="0" y="690"/>
                  </a:cubicBezTo>
                  <a:cubicBezTo>
                    <a:pt x="0" y="948"/>
                    <a:pt x="211" y="1159"/>
                    <a:pt x="460" y="1159"/>
                  </a:cubicBezTo>
                  <a:lnTo>
                    <a:pt x="2307" y="2766"/>
                  </a:lnTo>
                  <a:lnTo>
                    <a:pt x="2690" y="1407"/>
                  </a:lnTo>
                  <a:cubicBezTo>
                    <a:pt x="2738" y="1235"/>
                    <a:pt x="2766" y="1072"/>
                    <a:pt x="2766" y="900"/>
                  </a:cubicBezTo>
                  <a:lnTo>
                    <a:pt x="2766" y="470"/>
                  </a:lnTo>
                  <a:cubicBezTo>
                    <a:pt x="2766" y="211"/>
                    <a:pt x="2556" y="1"/>
                    <a:pt x="2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53"/>
            <p:cNvSpPr/>
            <p:nvPr/>
          </p:nvSpPr>
          <p:spPr>
            <a:xfrm>
              <a:off x="5222032" y="3762011"/>
              <a:ext cx="116251" cy="106203"/>
            </a:xfrm>
            <a:custGeom>
              <a:avLst/>
              <a:gdLst/>
              <a:ahLst/>
              <a:cxnLst/>
              <a:rect l="l" t="t" r="r" b="b"/>
              <a:pathLst>
                <a:path w="2767" h="2528" extrusionOk="0">
                  <a:moveTo>
                    <a:pt x="891" y="1"/>
                  </a:moveTo>
                  <a:cubicBezTo>
                    <a:pt x="766" y="1"/>
                    <a:pt x="642" y="48"/>
                    <a:pt x="556" y="135"/>
                  </a:cubicBezTo>
                  <a:lnTo>
                    <a:pt x="135" y="556"/>
                  </a:lnTo>
                  <a:cubicBezTo>
                    <a:pt x="49" y="642"/>
                    <a:pt x="1" y="757"/>
                    <a:pt x="1" y="881"/>
                  </a:cubicBezTo>
                  <a:lnTo>
                    <a:pt x="1" y="1149"/>
                  </a:lnTo>
                  <a:cubicBezTo>
                    <a:pt x="1" y="1915"/>
                    <a:pt x="623" y="2527"/>
                    <a:pt x="1379" y="2527"/>
                  </a:cubicBezTo>
                  <a:cubicBezTo>
                    <a:pt x="2144" y="2527"/>
                    <a:pt x="2767" y="1915"/>
                    <a:pt x="2767" y="1149"/>
                  </a:cubicBezTo>
                  <a:lnTo>
                    <a:pt x="2767" y="852"/>
                  </a:lnTo>
                  <a:cubicBezTo>
                    <a:pt x="2767" y="738"/>
                    <a:pt x="2719" y="613"/>
                    <a:pt x="2633" y="527"/>
                  </a:cubicBezTo>
                  <a:cubicBezTo>
                    <a:pt x="2278" y="182"/>
                    <a:pt x="1628" y="20"/>
                    <a:pt x="8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3"/>
            <p:cNvSpPr/>
            <p:nvPr/>
          </p:nvSpPr>
          <p:spPr>
            <a:xfrm>
              <a:off x="5222032" y="3762011"/>
              <a:ext cx="115831" cy="104187"/>
            </a:xfrm>
            <a:custGeom>
              <a:avLst/>
              <a:gdLst/>
              <a:ahLst/>
              <a:cxnLst/>
              <a:rect l="l" t="t" r="r" b="b"/>
              <a:pathLst>
                <a:path w="2757" h="2480" extrusionOk="0">
                  <a:moveTo>
                    <a:pt x="891" y="1"/>
                  </a:moveTo>
                  <a:cubicBezTo>
                    <a:pt x="766" y="1"/>
                    <a:pt x="642" y="48"/>
                    <a:pt x="556" y="135"/>
                  </a:cubicBezTo>
                  <a:lnTo>
                    <a:pt x="135" y="556"/>
                  </a:lnTo>
                  <a:cubicBezTo>
                    <a:pt x="49" y="642"/>
                    <a:pt x="1" y="757"/>
                    <a:pt x="1" y="881"/>
                  </a:cubicBezTo>
                  <a:lnTo>
                    <a:pt x="1" y="1149"/>
                  </a:lnTo>
                  <a:cubicBezTo>
                    <a:pt x="1" y="1762"/>
                    <a:pt x="412" y="2307"/>
                    <a:pt x="996" y="2479"/>
                  </a:cubicBezTo>
                  <a:cubicBezTo>
                    <a:pt x="795" y="2230"/>
                    <a:pt x="690" y="1924"/>
                    <a:pt x="690" y="1608"/>
                  </a:cubicBezTo>
                  <a:lnTo>
                    <a:pt x="690" y="938"/>
                  </a:lnTo>
                  <a:cubicBezTo>
                    <a:pt x="690" y="682"/>
                    <a:pt x="900" y="478"/>
                    <a:pt x="1145" y="478"/>
                  </a:cubicBezTo>
                  <a:cubicBezTo>
                    <a:pt x="1156" y="478"/>
                    <a:pt x="1167" y="478"/>
                    <a:pt x="1178" y="479"/>
                  </a:cubicBezTo>
                  <a:cubicBezTo>
                    <a:pt x="1647" y="508"/>
                    <a:pt x="2336" y="584"/>
                    <a:pt x="2757" y="785"/>
                  </a:cubicBezTo>
                  <a:cubicBezTo>
                    <a:pt x="2747" y="690"/>
                    <a:pt x="2700" y="604"/>
                    <a:pt x="2633" y="537"/>
                  </a:cubicBezTo>
                  <a:cubicBezTo>
                    <a:pt x="2278" y="182"/>
                    <a:pt x="1628" y="29"/>
                    <a:pt x="891" y="1"/>
                  </a:cubicBezTo>
                  <a:close/>
                </a:path>
              </a:pathLst>
            </a:custGeom>
            <a:solidFill>
              <a:srgbClr val="151F29">
                <a:alpha val="262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3"/>
            <p:cNvSpPr/>
            <p:nvPr/>
          </p:nvSpPr>
          <p:spPr>
            <a:xfrm>
              <a:off x="5183464" y="3755163"/>
              <a:ext cx="318882" cy="258156"/>
            </a:xfrm>
            <a:custGeom>
              <a:avLst/>
              <a:gdLst/>
              <a:ahLst/>
              <a:cxnLst/>
              <a:rect l="l" t="t" r="r" b="b"/>
              <a:pathLst>
                <a:path w="7590" h="6145" extrusionOk="0">
                  <a:moveTo>
                    <a:pt x="6977" y="1"/>
                  </a:moveTo>
                  <a:lnTo>
                    <a:pt x="3819" y="3025"/>
                  </a:lnTo>
                  <a:cubicBezTo>
                    <a:pt x="3761" y="3083"/>
                    <a:pt x="3685" y="3121"/>
                    <a:pt x="3608" y="3140"/>
                  </a:cubicBezTo>
                  <a:cubicBezTo>
                    <a:pt x="3356" y="3653"/>
                    <a:pt x="2864" y="3912"/>
                    <a:pt x="2372" y="3912"/>
                  </a:cubicBezTo>
                  <a:cubicBezTo>
                    <a:pt x="1891" y="3912"/>
                    <a:pt x="1409" y="3665"/>
                    <a:pt x="1148" y="3169"/>
                  </a:cubicBezTo>
                  <a:lnTo>
                    <a:pt x="498" y="3360"/>
                  </a:lnTo>
                  <a:cubicBezTo>
                    <a:pt x="201" y="3446"/>
                    <a:pt x="0" y="3714"/>
                    <a:pt x="0" y="4020"/>
                  </a:cubicBezTo>
                  <a:lnTo>
                    <a:pt x="0" y="5915"/>
                  </a:lnTo>
                  <a:cubicBezTo>
                    <a:pt x="0" y="6040"/>
                    <a:pt x="105" y="6145"/>
                    <a:pt x="230" y="6145"/>
                  </a:cubicBezTo>
                  <a:lnTo>
                    <a:pt x="3455" y="6145"/>
                  </a:lnTo>
                  <a:cubicBezTo>
                    <a:pt x="3579" y="6145"/>
                    <a:pt x="3685" y="6040"/>
                    <a:pt x="3685" y="5915"/>
                  </a:cubicBezTo>
                  <a:lnTo>
                    <a:pt x="3685" y="4920"/>
                  </a:lnTo>
                  <a:cubicBezTo>
                    <a:pt x="3685" y="4671"/>
                    <a:pt x="3780" y="4441"/>
                    <a:pt x="3953" y="4269"/>
                  </a:cubicBezTo>
                  <a:lnTo>
                    <a:pt x="7589" y="623"/>
                  </a:lnTo>
                  <a:lnTo>
                    <a:pt x="69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3"/>
            <p:cNvSpPr/>
            <p:nvPr/>
          </p:nvSpPr>
          <p:spPr>
            <a:xfrm>
              <a:off x="5183464" y="3907158"/>
              <a:ext cx="38610" cy="106161"/>
            </a:xfrm>
            <a:custGeom>
              <a:avLst/>
              <a:gdLst/>
              <a:ahLst/>
              <a:cxnLst/>
              <a:rect l="l" t="t" r="r" b="b"/>
              <a:pathLst>
                <a:path w="919" h="2527" extrusionOk="0">
                  <a:moveTo>
                    <a:pt x="134" y="0"/>
                  </a:moveTo>
                  <a:cubicBezTo>
                    <a:pt x="48" y="115"/>
                    <a:pt x="0" y="259"/>
                    <a:pt x="0" y="402"/>
                  </a:cubicBezTo>
                  <a:lnTo>
                    <a:pt x="0" y="2297"/>
                  </a:lnTo>
                  <a:cubicBezTo>
                    <a:pt x="0" y="2422"/>
                    <a:pt x="105" y="2527"/>
                    <a:pt x="230" y="2527"/>
                  </a:cubicBezTo>
                  <a:lnTo>
                    <a:pt x="919" y="2527"/>
                  </a:lnTo>
                  <a:lnTo>
                    <a:pt x="919" y="1072"/>
                  </a:lnTo>
                  <a:cubicBezTo>
                    <a:pt x="919" y="890"/>
                    <a:pt x="852" y="709"/>
                    <a:pt x="718" y="584"/>
                  </a:cubicBezTo>
                  <a:lnTo>
                    <a:pt x="1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3"/>
            <p:cNvSpPr/>
            <p:nvPr/>
          </p:nvSpPr>
          <p:spPr>
            <a:xfrm>
              <a:off x="5338241" y="3755163"/>
              <a:ext cx="164104" cy="206693"/>
            </a:xfrm>
            <a:custGeom>
              <a:avLst/>
              <a:gdLst/>
              <a:ahLst/>
              <a:cxnLst/>
              <a:rect l="l" t="t" r="r" b="b"/>
              <a:pathLst>
                <a:path w="3906" h="4920" extrusionOk="0">
                  <a:moveTo>
                    <a:pt x="3293" y="1"/>
                  </a:moveTo>
                  <a:lnTo>
                    <a:pt x="221" y="2949"/>
                  </a:lnTo>
                  <a:cubicBezTo>
                    <a:pt x="77" y="3236"/>
                    <a:pt x="1" y="3551"/>
                    <a:pt x="1" y="3867"/>
                  </a:cubicBezTo>
                  <a:lnTo>
                    <a:pt x="1" y="4920"/>
                  </a:lnTo>
                  <a:cubicBezTo>
                    <a:pt x="1" y="4671"/>
                    <a:pt x="96" y="4441"/>
                    <a:pt x="269" y="4269"/>
                  </a:cubicBezTo>
                  <a:lnTo>
                    <a:pt x="3905" y="623"/>
                  </a:lnTo>
                  <a:lnTo>
                    <a:pt x="32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3"/>
            <p:cNvSpPr/>
            <p:nvPr/>
          </p:nvSpPr>
          <p:spPr>
            <a:xfrm>
              <a:off x="5461298" y="3524818"/>
              <a:ext cx="288506" cy="184847"/>
            </a:xfrm>
            <a:custGeom>
              <a:avLst/>
              <a:gdLst/>
              <a:ahLst/>
              <a:cxnLst/>
              <a:rect l="l" t="t" r="r" b="b"/>
              <a:pathLst>
                <a:path w="6867" h="4400" extrusionOk="0">
                  <a:moveTo>
                    <a:pt x="5359" y="0"/>
                  </a:moveTo>
                  <a:cubicBezTo>
                    <a:pt x="4929" y="29"/>
                    <a:pt x="4929" y="670"/>
                    <a:pt x="5359" y="689"/>
                  </a:cubicBezTo>
                  <a:lnTo>
                    <a:pt x="5675" y="689"/>
                  </a:lnTo>
                  <a:lnTo>
                    <a:pt x="3637" y="2737"/>
                  </a:lnTo>
                  <a:lnTo>
                    <a:pt x="2728" y="1828"/>
                  </a:lnTo>
                  <a:cubicBezTo>
                    <a:pt x="2661" y="1761"/>
                    <a:pt x="2572" y="1728"/>
                    <a:pt x="2484" y="1728"/>
                  </a:cubicBezTo>
                  <a:cubicBezTo>
                    <a:pt x="2395" y="1728"/>
                    <a:pt x="2307" y="1761"/>
                    <a:pt x="2240" y="1828"/>
                  </a:cubicBezTo>
                  <a:lnTo>
                    <a:pt x="278" y="3790"/>
                  </a:lnTo>
                  <a:cubicBezTo>
                    <a:pt x="0" y="4031"/>
                    <a:pt x="241" y="4400"/>
                    <a:pt x="515" y="4400"/>
                  </a:cubicBezTo>
                  <a:cubicBezTo>
                    <a:pt x="600" y="4400"/>
                    <a:pt x="689" y="4364"/>
                    <a:pt x="766" y="4278"/>
                  </a:cubicBezTo>
                  <a:lnTo>
                    <a:pt x="2479" y="2565"/>
                  </a:lnTo>
                  <a:lnTo>
                    <a:pt x="3388" y="3465"/>
                  </a:lnTo>
                  <a:cubicBezTo>
                    <a:pt x="3455" y="3536"/>
                    <a:pt x="3543" y="3572"/>
                    <a:pt x="3632" y="3572"/>
                  </a:cubicBezTo>
                  <a:cubicBezTo>
                    <a:pt x="3721" y="3572"/>
                    <a:pt x="3809" y="3536"/>
                    <a:pt x="3876" y="3465"/>
                  </a:cubicBezTo>
                  <a:lnTo>
                    <a:pt x="6163" y="1177"/>
                  </a:lnTo>
                  <a:lnTo>
                    <a:pt x="6163" y="1493"/>
                  </a:lnTo>
                  <a:cubicBezTo>
                    <a:pt x="6149" y="1737"/>
                    <a:pt x="6328" y="1859"/>
                    <a:pt x="6508" y="1859"/>
                  </a:cubicBezTo>
                  <a:cubicBezTo>
                    <a:pt x="6687" y="1859"/>
                    <a:pt x="6867" y="1737"/>
                    <a:pt x="6852" y="1493"/>
                  </a:cubicBezTo>
                  <a:lnTo>
                    <a:pt x="6852" y="345"/>
                  </a:lnTo>
                  <a:cubicBezTo>
                    <a:pt x="6852" y="153"/>
                    <a:pt x="6699" y="0"/>
                    <a:pt x="6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5" name="Google Shape;1705;p53"/>
          <p:cNvSpPr/>
          <p:nvPr/>
        </p:nvSpPr>
        <p:spPr>
          <a:xfrm rot="-1456987">
            <a:off x="1284828" y="254673"/>
            <a:ext cx="353803" cy="316884"/>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6" name="Google Shape;1706;p53"/>
          <p:cNvGrpSpPr/>
          <p:nvPr/>
        </p:nvGrpSpPr>
        <p:grpSpPr>
          <a:xfrm>
            <a:off x="8333200" y="4311242"/>
            <a:ext cx="772500" cy="741000"/>
            <a:chOff x="8333200" y="4311242"/>
            <a:chExt cx="772500" cy="741000"/>
          </a:xfrm>
        </p:grpSpPr>
        <p:sp>
          <p:nvSpPr>
            <p:cNvPr id="1707" name="Google Shape;1707;p53"/>
            <p:cNvSpPr/>
            <p:nvPr/>
          </p:nvSpPr>
          <p:spPr>
            <a:xfrm rot="-1469185">
              <a:off x="8417986" y="4411897"/>
              <a:ext cx="602928" cy="539690"/>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8" name="Google Shape;1708;p53"/>
            <p:cNvGrpSpPr/>
            <p:nvPr/>
          </p:nvGrpSpPr>
          <p:grpSpPr>
            <a:xfrm rot="-2700000">
              <a:off x="8493571" y="4517877"/>
              <a:ext cx="470593" cy="335232"/>
              <a:chOff x="393289" y="3285780"/>
              <a:chExt cx="470598" cy="335235"/>
            </a:xfrm>
          </p:grpSpPr>
          <p:sp>
            <p:nvSpPr>
              <p:cNvPr id="1709" name="Google Shape;1709;p53"/>
              <p:cNvSpPr/>
              <p:nvPr/>
            </p:nvSpPr>
            <p:spPr>
              <a:xfrm rot="1746505">
                <a:off x="435455" y="3304770"/>
                <a:ext cx="76936" cy="193330"/>
              </a:xfrm>
              <a:custGeom>
                <a:avLst/>
                <a:gdLst/>
                <a:ahLst/>
                <a:cxnLst/>
                <a:rect l="l" t="t" r="r" b="b"/>
                <a:pathLst>
                  <a:path w="542" h="1362" extrusionOk="0">
                    <a:moveTo>
                      <a:pt x="0" y="1"/>
                    </a:moveTo>
                    <a:cubicBezTo>
                      <a:pt x="15" y="469"/>
                      <a:pt x="30" y="923"/>
                      <a:pt x="44" y="1362"/>
                    </a:cubicBezTo>
                    <a:cubicBezTo>
                      <a:pt x="205" y="1318"/>
                      <a:pt x="381" y="1289"/>
                      <a:pt x="542" y="1289"/>
                    </a:cubicBezTo>
                    <a:cubicBezTo>
                      <a:pt x="527" y="835"/>
                      <a:pt x="498" y="484"/>
                      <a:pt x="469" y="30"/>
                    </a:cubicBezTo>
                    <a:cubicBezTo>
                      <a:pt x="322" y="1"/>
                      <a:pt x="132" y="1"/>
                      <a:pt x="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53"/>
              <p:cNvSpPr/>
              <p:nvPr/>
            </p:nvSpPr>
            <p:spPr>
              <a:xfrm rot="1746505">
                <a:off x="541561" y="3308645"/>
                <a:ext cx="97802" cy="237049"/>
              </a:xfrm>
              <a:custGeom>
                <a:avLst/>
                <a:gdLst/>
                <a:ahLst/>
                <a:cxnLst/>
                <a:rect l="l" t="t" r="r" b="b"/>
                <a:pathLst>
                  <a:path w="689" h="1670" extrusionOk="0">
                    <a:moveTo>
                      <a:pt x="0" y="0"/>
                    </a:moveTo>
                    <a:lnTo>
                      <a:pt x="0" y="1611"/>
                    </a:lnTo>
                    <a:lnTo>
                      <a:pt x="688" y="1669"/>
                    </a:lnTo>
                    <a:lnTo>
                      <a:pt x="5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53"/>
              <p:cNvSpPr/>
              <p:nvPr/>
            </p:nvSpPr>
            <p:spPr>
              <a:xfrm rot="1746505">
                <a:off x="667150" y="3297470"/>
                <a:ext cx="129031" cy="311855"/>
              </a:xfrm>
              <a:custGeom>
                <a:avLst/>
                <a:gdLst/>
                <a:ahLst/>
                <a:cxnLst/>
                <a:rect l="l" t="t" r="r" b="b"/>
                <a:pathLst>
                  <a:path w="909" h="2197" extrusionOk="0">
                    <a:moveTo>
                      <a:pt x="703" y="1"/>
                    </a:moveTo>
                    <a:lnTo>
                      <a:pt x="0" y="103"/>
                    </a:lnTo>
                    <a:lnTo>
                      <a:pt x="117" y="2197"/>
                    </a:lnTo>
                    <a:lnTo>
                      <a:pt x="908" y="2197"/>
                    </a:lnTo>
                    <a:lnTo>
                      <a:pt x="7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2" name="Google Shape;1712;p53"/>
          <p:cNvGrpSpPr/>
          <p:nvPr/>
        </p:nvGrpSpPr>
        <p:grpSpPr>
          <a:xfrm>
            <a:off x="160871" y="936851"/>
            <a:ext cx="680400" cy="638700"/>
            <a:chOff x="160871" y="936851"/>
            <a:chExt cx="680400" cy="638700"/>
          </a:xfrm>
        </p:grpSpPr>
        <p:sp>
          <p:nvSpPr>
            <p:cNvPr id="1713" name="Google Shape;1713;p53"/>
            <p:cNvSpPr/>
            <p:nvPr/>
          </p:nvSpPr>
          <p:spPr>
            <a:xfrm rot="908294">
              <a:off x="217324" y="1002147"/>
              <a:ext cx="567493" cy="508107"/>
            </a:xfrm>
            <a:prstGeom prst="wedgeEllipseCallout">
              <a:avLst>
                <a:gd name="adj1" fmla="val -20833"/>
                <a:gd name="adj2" fmla="val 625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4" name="Google Shape;1714;p53"/>
            <p:cNvGrpSpPr/>
            <p:nvPr/>
          </p:nvGrpSpPr>
          <p:grpSpPr>
            <a:xfrm>
              <a:off x="336500" y="1150250"/>
              <a:ext cx="317850" cy="209175"/>
              <a:chOff x="336500" y="1150250"/>
              <a:chExt cx="317850" cy="209175"/>
            </a:xfrm>
          </p:grpSpPr>
          <p:sp>
            <p:nvSpPr>
              <p:cNvPr id="1715" name="Google Shape;1715;p53"/>
              <p:cNvSpPr/>
              <p:nvPr/>
            </p:nvSpPr>
            <p:spPr>
              <a:xfrm>
                <a:off x="336500" y="11502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53"/>
              <p:cNvSpPr/>
              <p:nvPr/>
            </p:nvSpPr>
            <p:spPr>
              <a:xfrm>
                <a:off x="460425" y="1215550"/>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53"/>
              <p:cNvSpPr/>
              <p:nvPr/>
            </p:nvSpPr>
            <p:spPr>
              <a:xfrm>
                <a:off x="573050" y="1278125"/>
                <a:ext cx="81300" cy="81300"/>
              </a:xfrm>
              <a:prstGeom prst="ellipse">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1718" name="Google Shape;1718;p53"/>
          <p:cNvCxnSpPr>
            <a:stCxn id="1597" idx="6"/>
            <a:endCxn id="1598" idx="2"/>
          </p:cNvCxnSpPr>
          <p:nvPr/>
        </p:nvCxnSpPr>
        <p:spPr>
          <a:xfrm>
            <a:off x="4128700" y="1973975"/>
            <a:ext cx="852900" cy="0"/>
          </a:xfrm>
          <a:prstGeom prst="straightConnector1">
            <a:avLst/>
          </a:prstGeom>
          <a:noFill/>
          <a:ln w="28575" cap="flat" cmpd="sng">
            <a:solidFill>
              <a:schemeClr val="accent3"/>
            </a:solidFill>
            <a:prstDash val="solid"/>
            <a:round/>
            <a:headEnd type="none" w="med" len="med"/>
            <a:tailEnd type="none" w="med" len="med"/>
          </a:ln>
        </p:spPr>
      </p:cxnSp>
      <p:cxnSp>
        <p:nvCxnSpPr>
          <p:cNvPr id="1719" name="Google Shape;1719;p53"/>
          <p:cNvCxnSpPr>
            <a:stCxn id="1598" idx="4"/>
            <a:endCxn id="1599" idx="0"/>
          </p:cNvCxnSpPr>
          <p:nvPr/>
        </p:nvCxnSpPr>
        <p:spPr>
          <a:xfrm rot="5400000">
            <a:off x="4154988" y="1947725"/>
            <a:ext cx="800400" cy="1856100"/>
          </a:xfrm>
          <a:prstGeom prst="bentConnector3">
            <a:avLst>
              <a:gd name="adj1" fmla="val 50006"/>
            </a:avLst>
          </a:prstGeom>
          <a:noFill/>
          <a:ln w="28575" cap="flat" cmpd="sng">
            <a:solidFill>
              <a:schemeClr val="accent3"/>
            </a:solidFill>
            <a:prstDash val="solid"/>
            <a:round/>
            <a:headEnd type="none" w="med" len="med"/>
            <a:tailEnd type="none" w="med" len="med"/>
          </a:ln>
        </p:spPr>
      </p:cxnSp>
      <p:cxnSp>
        <p:nvCxnSpPr>
          <p:cNvPr id="1720" name="Google Shape;1720;p53"/>
          <p:cNvCxnSpPr>
            <a:stCxn id="1599" idx="6"/>
            <a:endCxn id="1600" idx="2"/>
          </p:cNvCxnSpPr>
          <p:nvPr/>
        </p:nvCxnSpPr>
        <p:spPr>
          <a:xfrm>
            <a:off x="4128700" y="3777675"/>
            <a:ext cx="852900" cy="600"/>
          </a:xfrm>
          <a:prstGeom prst="bentConnector3">
            <a:avLst>
              <a:gd name="adj1" fmla="val 50002"/>
            </a:avLst>
          </a:prstGeom>
          <a:noFill/>
          <a:ln w="28575" cap="flat" cmpd="sng">
            <a:solidFill>
              <a:schemeClr val="accent3"/>
            </a:solidFill>
            <a:prstDash val="solid"/>
            <a:round/>
            <a:headEnd type="none" w="med" len="med"/>
            <a:tailEnd type="none" w="med" len="med"/>
          </a:ln>
        </p:spPr>
      </p:cxnSp>
      <p:sp>
        <p:nvSpPr>
          <p:cNvPr id="1721" name="Google Shape;1721;p53"/>
          <p:cNvSpPr txBox="1">
            <a:spLocks noGrp="1"/>
          </p:cNvSpPr>
          <p:nvPr>
            <p:ph type="title" idx="4294967295"/>
          </p:nvPr>
        </p:nvSpPr>
        <p:spPr>
          <a:xfrm>
            <a:off x="2410775" y="1251613"/>
            <a:ext cx="599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300" dirty="0">
                <a:solidFill>
                  <a:schemeClr val="lt2"/>
                </a:solidFill>
              </a:rPr>
              <a:t>01</a:t>
            </a:r>
            <a:endParaRPr sz="2300" dirty="0">
              <a:solidFill>
                <a:schemeClr val="lt2"/>
              </a:solidFill>
            </a:endParaRPr>
          </a:p>
        </p:txBody>
      </p:sp>
      <p:sp>
        <p:nvSpPr>
          <p:cNvPr id="1722" name="Google Shape;1722;p53"/>
          <p:cNvSpPr txBox="1">
            <a:spLocks noGrp="1"/>
          </p:cNvSpPr>
          <p:nvPr>
            <p:ph type="title" idx="4294967295"/>
          </p:nvPr>
        </p:nvSpPr>
        <p:spPr>
          <a:xfrm>
            <a:off x="6118450" y="3204975"/>
            <a:ext cx="599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dirty="0">
                <a:solidFill>
                  <a:schemeClr val="lt2"/>
                </a:solidFill>
              </a:rPr>
              <a:t>04</a:t>
            </a:r>
            <a:endParaRPr sz="2300" dirty="0">
              <a:solidFill>
                <a:schemeClr val="lt2"/>
              </a:solidFill>
            </a:endParaRPr>
          </a:p>
        </p:txBody>
      </p:sp>
      <p:sp>
        <p:nvSpPr>
          <p:cNvPr id="1723" name="Google Shape;1723;p53"/>
          <p:cNvSpPr txBox="1">
            <a:spLocks noGrp="1"/>
          </p:cNvSpPr>
          <p:nvPr>
            <p:ph type="title" idx="4294967295"/>
          </p:nvPr>
        </p:nvSpPr>
        <p:spPr>
          <a:xfrm>
            <a:off x="2410750" y="3370325"/>
            <a:ext cx="599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2300" dirty="0">
                <a:solidFill>
                  <a:schemeClr val="lt2"/>
                </a:solidFill>
              </a:rPr>
              <a:t>03</a:t>
            </a:r>
            <a:endParaRPr sz="2300" dirty="0">
              <a:solidFill>
                <a:schemeClr val="lt2"/>
              </a:solidFill>
            </a:endParaRPr>
          </a:p>
        </p:txBody>
      </p:sp>
      <p:sp>
        <p:nvSpPr>
          <p:cNvPr id="1724" name="Google Shape;1724;p53"/>
          <p:cNvSpPr txBox="1">
            <a:spLocks noGrp="1"/>
          </p:cNvSpPr>
          <p:nvPr>
            <p:ph type="title" idx="4294967295"/>
          </p:nvPr>
        </p:nvSpPr>
        <p:spPr>
          <a:xfrm>
            <a:off x="6122250" y="1251613"/>
            <a:ext cx="599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a:solidFill>
                  <a:schemeClr val="lt2"/>
                </a:solidFill>
              </a:rPr>
              <a:t>02</a:t>
            </a:r>
            <a:endParaRPr sz="2300">
              <a:solidFill>
                <a:schemeClr val="lt2"/>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461DE-AD48-57E9-684C-771803A4DCA5}"/>
              </a:ext>
            </a:extLst>
          </p:cNvPr>
          <p:cNvSpPr>
            <a:spLocks noGrp="1"/>
          </p:cNvSpPr>
          <p:nvPr>
            <p:ph type="title"/>
          </p:nvPr>
        </p:nvSpPr>
        <p:spPr>
          <a:xfrm>
            <a:off x="720000" y="445025"/>
            <a:ext cx="7752300" cy="507475"/>
          </a:xfrm>
        </p:spPr>
        <p:txBody>
          <a:bodyPr/>
          <a:lstStyle/>
          <a:p>
            <a:pPr algn="l"/>
            <a:r>
              <a:rPr lang="en-US" sz="2000" dirty="0">
                <a:solidFill>
                  <a:schemeClr val="tx1">
                    <a:lumMod val="50000"/>
                    <a:lumOff val="50000"/>
                  </a:schemeClr>
                </a:solidFill>
              </a:rPr>
              <a:t>Launch Strategy</a:t>
            </a:r>
          </a:p>
        </p:txBody>
      </p:sp>
      <p:graphicFrame>
        <p:nvGraphicFramePr>
          <p:cNvPr id="5" name="Table 4">
            <a:extLst>
              <a:ext uri="{FF2B5EF4-FFF2-40B4-BE49-F238E27FC236}">
                <a16:creationId xmlns:a16="http://schemas.microsoft.com/office/drawing/2014/main" id="{589934D8-C6F7-7772-4DBD-20532E75A579}"/>
              </a:ext>
            </a:extLst>
          </p:cNvPr>
          <p:cNvGraphicFramePr>
            <a:graphicFrameLocks noGrp="1"/>
          </p:cNvGraphicFramePr>
          <p:nvPr>
            <p:extLst>
              <p:ext uri="{D42A27DB-BD31-4B8C-83A1-F6EECF244321}">
                <p14:modId xmlns:p14="http://schemas.microsoft.com/office/powerpoint/2010/main" val="3982815054"/>
              </p:ext>
            </p:extLst>
          </p:nvPr>
        </p:nvGraphicFramePr>
        <p:xfrm>
          <a:off x="720000" y="952500"/>
          <a:ext cx="7875360" cy="1531620"/>
        </p:xfrm>
        <a:graphic>
          <a:graphicData uri="http://schemas.openxmlformats.org/drawingml/2006/table">
            <a:tbl>
              <a:tblPr firstRow="1" firstCol="1" bandRow="1"/>
              <a:tblGrid>
                <a:gridCol w="165797">
                  <a:extLst>
                    <a:ext uri="{9D8B030D-6E8A-4147-A177-3AD203B41FA5}">
                      <a16:colId xmlns:a16="http://schemas.microsoft.com/office/drawing/2014/main" val="4203946289"/>
                    </a:ext>
                  </a:extLst>
                </a:gridCol>
                <a:gridCol w="7709563">
                  <a:extLst>
                    <a:ext uri="{9D8B030D-6E8A-4147-A177-3AD203B41FA5}">
                      <a16:colId xmlns:a16="http://schemas.microsoft.com/office/drawing/2014/main" val="3581981149"/>
                    </a:ext>
                  </a:extLst>
                </a:gridCol>
              </a:tblGrid>
              <a:tr h="1436369">
                <a:tc>
                  <a:txBody>
                    <a:bodyPr/>
                    <a:lstStyle/>
                    <a:p>
                      <a:pPr marL="0" marR="0">
                        <a:spcAft>
                          <a:spcPts val="500"/>
                        </a:spcAft>
                        <a:buNone/>
                      </a:pPr>
                      <a:r>
                        <a:rPr lang="en-US" sz="1000">
                          <a:solidFill>
                            <a:srgbClr val="2E2E2E"/>
                          </a:solidFill>
                          <a:effectLst/>
                          <a:latin typeface="Arial" panose="020B0604020202020204" pitchFamily="34" charset="0"/>
                          <a:ea typeface="Arial" panose="020B0604020202020204" pitchFamily="34" charset="0"/>
                        </a:rPr>
                        <a:t> </a:t>
                      </a:r>
                    </a:p>
                  </a:txBody>
                  <a:tcPr marL="6350" marR="6350" marT="0" marB="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2E75B6"/>
                    </a:solidFill>
                  </a:tcPr>
                </a:tc>
                <a:tc>
                  <a:txBody>
                    <a:bodyPr/>
                    <a:lstStyle/>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PHASE 1 (Months 1-6): SCIENTIFIC FOUNDATION — Build KOL relationships in Endocrinology at Cairo University, Ain Shams, and Alexandria Medical School. Sponsor a local clinical registry for SGLT2 use in Egyptian T2DM patients. Position the brand with a cardiovascular/renal benefit narrative (not just glucose control).</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PHASE 2 (Months 6-18): COMMERCIAL LAUNCH — Priority launch in Greater Cairo hospital formularies (Stores channel) targeting HbA1c &gt;8% uncontrolled T2DM. Simultaneously list in Top-200 private pharmacies in Greater Cairo and Alexandria. Target Cardiologists alongside Endocrinologists — SGLT2 cardio-renal indication opens a secondary prescriber base.</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PHASE 3 (Months 18-36): GEOGRAPHIC EXPANSION — Deploy dedicated team to Minya, Assiut, Sohag (Upper Egypt) with government hospital formulary targeting. Upper Egypt government hospitals see the highest volume of uncontrolled T2DM. Launch patient support program for adherence.</a:t>
                      </a:r>
                      <a:endParaRPr lang="en-US" sz="1000" dirty="0">
                        <a:solidFill>
                          <a:srgbClr val="2E2E2E"/>
                        </a:solidFill>
                        <a:effectLst/>
                        <a:latin typeface="Arial" panose="020B0604020202020204" pitchFamily="34" charset="0"/>
                        <a:ea typeface="Arial" panose="020B0604020202020204" pitchFamily="34" charset="0"/>
                      </a:endParaRPr>
                    </a:p>
                  </a:txBody>
                  <a:tcPr marL="127000" marR="1270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extLst>
                  <a:ext uri="{0D108BD9-81ED-4DB2-BD59-A6C34878D82A}">
                    <a16:rowId xmlns:a16="http://schemas.microsoft.com/office/drawing/2014/main" val="1666810930"/>
                  </a:ext>
                </a:extLst>
              </a:tr>
            </a:tbl>
          </a:graphicData>
        </a:graphic>
      </p:graphicFrame>
      <p:sp>
        <p:nvSpPr>
          <p:cNvPr id="7" name="Title 1">
            <a:extLst>
              <a:ext uri="{FF2B5EF4-FFF2-40B4-BE49-F238E27FC236}">
                <a16:creationId xmlns:a16="http://schemas.microsoft.com/office/drawing/2014/main" id="{9226F46E-6ADB-DCDC-880A-FC397B7367AE}"/>
              </a:ext>
            </a:extLst>
          </p:cNvPr>
          <p:cNvSpPr txBox="1">
            <a:spLocks/>
          </p:cNvSpPr>
          <p:nvPr/>
        </p:nvSpPr>
        <p:spPr>
          <a:xfrm>
            <a:off x="720000" y="2571750"/>
            <a:ext cx="7752300" cy="507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buClr>
                <a:schemeClr val="dk1"/>
              </a:buClr>
              <a:buSzPts val="2800"/>
              <a:buFont typeface="Archivo Black"/>
              <a:buNone/>
              <a:defRPr sz="2000">
                <a:solidFill>
                  <a:schemeClr val="tx1">
                    <a:lumMod val="50000"/>
                    <a:lumOff val="50000"/>
                  </a:schemeClr>
                </a:solidFill>
                <a:latin typeface="Archivo Black"/>
                <a:ea typeface="Archivo Black"/>
                <a:cs typeface="Archivo Black"/>
                <a:sym typeface="Archivo Black"/>
              </a:defRPr>
            </a:lvl1pPr>
            <a:lvl2pPr>
              <a:buClr>
                <a:schemeClr val="dk1"/>
              </a:buClr>
              <a:buSzPts val="2800"/>
              <a:buNone/>
              <a:defRPr sz="2800">
                <a:solidFill>
                  <a:schemeClr val="dk1"/>
                </a:solidFill>
              </a:defRPr>
            </a:lvl2pPr>
            <a:lvl3pPr>
              <a:buClr>
                <a:schemeClr val="dk1"/>
              </a:buClr>
              <a:buSzPts val="2800"/>
              <a:buNone/>
              <a:defRPr sz="2800">
                <a:solidFill>
                  <a:schemeClr val="dk1"/>
                </a:solidFill>
              </a:defRPr>
            </a:lvl3pPr>
            <a:lvl4pPr>
              <a:buClr>
                <a:schemeClr val="dk1"/>
              </a:buClr>
              <a:buSzPts val="2800"/>
              <a:buNone/>
              <a:defRPr sz="2800">
                <a:solidFill>
                  <a:schemeClr val="dk1"/>
                </a:solidFill>
              </a:defRPr>
            </a:lvl4pPr>
            <a:lvl5pPr>
              <a:buClr>
                <a:schemeClr val="dk1"/>
              </a:buClr>
              <a:buSzPts val="2800"/>
              <a:buNone/>
              <a:defRPr sz="2800">
                <a:solidFill>
                  <a:schemeClr val="dk1"/>
                </a:solidFill>
              </a:defRPr>
            </a:lvl5pPr>
            <a:lvl6pPr>
              <a:buClr>
                <a:schemeClr val="dk1"/>
              </a:buClr>
              <a:buSzPts val="2800"/>
              <a:buNone/>
              <a:defRPr sz="2800">
                <a:solidFill>
                  <a:schemeClr val="dk1"/>
                </a:solidFill>
              </a:defRPr>
            </a:lvl6pPr>
            <a:lvl7pPr>
              <a:buClr>
                <a:schemeClr val="dk1"/>
              </a:buClr>
              <a:buSzPts val="2800"/>
              <a:buNone/>
              <a:defRPr sz="2800">
                <a:solidFill>
                  <a:schemeClr val="dk1"/>
                </a:solidFill>
              </a:defRPr>
            </a:lvl7pPr>
            <a:lvl8pPr>
              <a:buClr>
                <a:schemeClr val="dk1"/>
              </a:buClr>
              <a:buSzPts val="2800"/>
              <a:buNone/>
              <a:defRPr sz="2800">
                <a:solidFill>
                  <a:schemeClr val="dk1"/>
                </a:solidFill>
              </a:defRPr>
            </a:lvl8pPr>
            <a:lvl9pPr>
              <a:buClr>
                <a:schemeClr val="dk1"/>
              </a:buClr>
              <a:buSzPts val="2800"/>
              <a:buNone/>
              <a:defRPr sz="2800">
                <a:solidFill>
                  <a:schemeClr val="dk1"/>
                </a:solidFill>
              </a:defRPr>
            </a:lvl9pPr>
          </a:lstStyle>
          <a:p>
            <a:r>
              <a:rPr lang="en-US" dirty="0"/>
              <a:t>Pricing Strategy</a:t>
            </a:r>
          </a:p>
        </p:txBody>
      </p:sp>
      <p:graphicFrame>
        <p:nvGraphicFramePr>
          <p:cNvPr id="8" name="Table 7">
            <a:extLst>
              <a:ext uri="{FF2B5EF4-FFF2-40B4-BE49-F238E27FC236}">
                <a16:creationId xmlns:a16="http://schemas.microsoft.com/office/drawing/2014/main" id="{7F572D32-020E-7AD0-2D81-D80D4E17952F}"/>
              </a:ext>
            </a:extLst>
          </p:cNvPr>
          <p:cNvGraphicFramePr>
            <a:graphicFrameLocks noGrp="1"/>
          </p:cNvGraphicFramePr>
          <p:nvPr>
            <p:extLst>
              <p:ext uri="{D42A27DB-BD31-4B8C-83A1-F6EECF244321}">
                <p14:modId xmlns:p14="http://schemas.microsoft.com/office/powerpoint/2010/main" val="2340241480"/>
              </p:ext>
            </p:extLst>
          </p:nvPr>
        </p:nvGraphicFramePr>
        <p:xfrm>
          <a:off x="720000" y="3053080"/>
          <a:ext cx="7704000" cy="1945640"/>
        </p:xfrm>
        <a:graphic>
          <a:graphicData uri="http://schemas.openxmlformats.org/drawingml/2006/table">
            <a:tbl>
              <a:tblPr firstRow="1" firstCol="1" bandRow="1"/>
              <a:tblGrid>
                <a:gridCol w="324379">
                  <a:extLst>
                    <a:ext uri="{9D8B030D-6E8A-4147-A177-3AD203B41FA5}">
                      <a16:colId xmlns:a16="http://schemas.microsoft.com/office/drawing/2014/main" val="1232121435"/>
                    </a:ext>
                  </a:extLst>
                </a:gridCol>
                <a:gridCol w="7379621">
                  <a:extLst>
                    <a:ext uri="{9D8B030D-6E8A-4147-A177-3AD203B41FA5}">
                      <a16:colId xmlns:a16="http://schemas.microsoft.com/office/drawing/2014/main" val="1846178674"/>
                    </a:ext>
                  </a:extLst>
                </a:gridCol>
              </a:tblGrid>
              <a:tr h="0">
                <a:tc>
                  <a:txBody>
                    <a:bodyPr/>
                    <a:lstStyle/>
                    <a:p>
                      <a:pPr marL="0" marR="0" algn="ctr">
                        <a:buNone/>
                      </a:pPr>
                      <a:r>
                        <a:rPr lang="en-US" sz="1200" b="1">
                          <a:solidFill>
                            <a:srgbClr val="FFFFFF"/>
                          </a:solidFill>
                          <a:effectLst/>
                          <a:latin typeface="Arial" panose="020B0604020202020204" pitchFamily="34" charset="0"/>
                          <a:ea typeface="Arial" panose="020B0604020202020204" pitchFamily="34" charset="0"/>
                        </a:rPr>
                        <a:t>★</a:t>
                      </a:r>
                      <a:endParaRPr lang="en-US" sz="1000">
                        <a:solidFill>
                          <a:srgbClr val="2E2E2E"/>
                        </a:solidFill>
                        <a:effectLst/>
                        <a:latin typeface="Arial" panose="020B0604020202020204" pitchFamily="34" charset="0"/>
                        <a:ea typeface="Arial" panose="020B0604020202020204" pitchFamily="34" charset="0"/>
                      </a:endParaRPr>
                    </a:p>
                  </a:txBody>
                  <a:tcPr marL="6350" marR="6350" marT="0" marB="0" anchor="ctr">
                    <a:lnL w="12700" cap="flat" cmpd="sng" algn="ctr">
                      <a:solidFill>
                        <a:srgbClr val="D9D9D9"/>
                      </a:solidFill>
                      <a:prstDash val="solid"/>
                      <a:round/>
                      <a:headEnd type="none" w="med" len="med"/>
                      <a:tailEnd type="none" w="med" len="med"/>
                    </a:lnL>
                    <a:lnR>
                      <a:noFill/>
                    </a:lnR>
                    <a:lnT w="12700" cap="flat" cmpd="sng" algn="ctr">
                      <a:solidFill>
                        <a:srgbClr val="D9D9D9"/>
                      </a:solidFill>
                      <a:prstDash val="solid"/>
                      <a:round/>
                      <a:headEnd type="none" w="med" len="med"/>
                      <a:tailEnd type="none" w="med" len="med"/>
                    </a:lnT>
                    <a:lnB>
                      <a:noFill/>
                    </a:lnB>
                    <a:solidFill>
                      <a:srgbClr val="C9A84C"/>
                    </a:solidFill>
                  </a:tcPr>
                </a:tc>
                <a:tc>
                  <a:txBody>
                    <a:bodyPr/>
                    <a:lstStyle/>
                    <a:p>
                      <a:pPr marL="0" marR="0">
                        <a:buNone/>
                      </a:pPr>
                      <a:r>
                        <a:rPr lang="en-US" sz="1050" b="1" dirty="0">
                          <a:solidFill>
                            <a:srgbClr val="FFFFFF"/>
                          </a:solidFill>
                          <a:effectLst/>
                          <a:latin typeface="Arial" panose="020B0604020202020204" pitchFamily="34" charset="0"/>
                          <a:ea typeface="Arial" panose="020B0604020202020204" pitchFamily="34" charset="0"/>
                        </a:rPr>
                        <a:t>Recommended Price Architecture</a:t>
                      </a:r>
                      <a:endParaRPr lang="en-US" sz="1000" dirty="0">
                        <a:solidFill>
                          <a:srgbClr val="2E2E2E"/>
                        </a:solidFill>
                        <a:effectLst/>
                        <a:latin typeface="Arial" panose="020B0604020202020204" pitchFamily="34" charset="0"/>
                        <a:ea typeface="Arial" panose="020B0604020202020204" pitchFamily="34" charset="0"/>
                      </a:endParaRPr>
                    </a:p>
                  </a:txBody>
                  <a:tcPr marL="101600" marR="101600" marT="63500" marB="63500">
                    <a:lnL>
                      <a:noFill/>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a:noFill/>
                    </a:lnB>
                    <a:solidFill>
                      <a:srgbClr val="C9A84C"/>
                    </a:solidFill>
                  </a:tcPr>
                </a:tc>
                <a:extLst>
                  <a:ext uri="{0D108BD9-81ED-4DB2-BD59-A6C34878D82A}">
                    <a16:rowId xmlns:a16="http://schemas.microsoft.com/office/drawing/2014/main" val="3599042127"/>
                  </a:ext>
                </a:extLst>
              </a:tr>
              <a:tr h="0">
                <a:tc>
                  <a:txBody>
                    <a:bodyPr/>
                    <a:lstStyle/>
                    <a:p>
                      <a:pPr marL="0" marR="0">
                        <a:spcAft>
                          <a:spcPts val="500"/>
                        </a:spcAft>
                        <a:buNone/>
                      </a:pPr>
                      <a:r>
                        <a:rPr lang="en-US" sz="1000">
                          <a:solidFill>
                            <a:srgbClr val="2E2E2E"/>
                          </a:solidFill>
                          <a:effectLst/>
                          <a:latin typeface="Arial" panose="020B0604020202020204" pitchFamily="34" charset="0"/>
                          <a:ea typeface="Arial" panose="020B0604020202020204" pitchFamily="34" charset="0"/>
                        </a:rPr>
                        <a:t> </a:t>
                      </a:r>
                    </a:p>
                  </a:txBody>
                  <a:tcPr marL="6350" marR="6350" marT="0" marB="0">
                    <a:lnL w="12700" cap="flat" cmpd="sng" algn="ctr">
                      <a:solidFill>
                        <a:srgbClr val="D9D9D9"/>
                      </a:solidFill>
                      <a:prstDash val="solid"/>
                      <a:round/>
                      <a:headEnd type="none" w="med" len="med"/>
                      <a:tailEnd type="none" w="med" len="med"/>
                    </a:lnL>
                    <a:lnR>
                      <a:noFill/>
                    </a:lnR>
                    <a:lnT>
                      <a:noFill/>
                    </a:lnT>
                    <a:lnB w="12700" cap="flat" cmpd="sng" algn="ctr">
                      <a:solidFill>
                        <a:srgbClr val="D9D9D9"/>
                      </a:solidFill>
                      <a:prstDash val="solid"/>
                      <a:round/>
                      <a:headEnd type="none" w="med" len="med"/>
                      <a:tailEnd type="none" w="med" len="med"/>
                    </a:lnB>
                    <a:solidFill>
                      <a:srgbClr val="FFF2CC"/>
                    </a:solidFill>
                  </a:tcPr>
                </a:tc>
                <a:tc>
                  <a:txBody>
                    <a:bodyPr/>
                    <a:lstStyle/>
                    <a:p>
                      <a:pPr marL="0" marR="0">
                        <a:spcAft>
                          <a:spcPts val="350"/>
                        </a:spcAft>
                        <a:buNone/>
                      </a:pPr>
                      <a:r>
                        <a:rPr lang="en-US" sz="950" dirty="0">
                          <a:solidFill>
                            <a:srgbClr val="2E2E2E"/>
                          </a:solidFill>
                          <a:effectLst/>
                          <a:latin typeface="Arial" panose="020B0604020202020204" pitchFamily="34" charset="0"/>
                          <a:ea typeface="Arial" panose="020B0604020202020204" pitchFamily="34" charset="0"/>
                        </a:rPr>
                        <a:t>SGLT2 Plain (e.g., Dapagliflozin 10mg 30 tabs): Launch at EGP 280-320 — premium vs. pure generics (EGP 180-200) but below originator </a:t>
                      </a:r>
                      <a:r>
                        <a:rPr lang="en-US" sz="950" dirty="0" err="1">
                          <a:solidFill>
                            <a:srgbClr val="2E2E2E"/>
                          </a:solidFill>
                          <a:effectLst/>
                          <a:latin typeface="Arial" panose="020B0604020202020204" pitchFamily="34" charset="0"/>
                          <a:ea typeface="Arial" panose="020B0604020202020204" pitchFamily="34" charset="0"/>
                        </a:rPr>
                        <a:t>Forxiga</a:t>
                      </a:r>
                      <a:r>
                        <a:rPr lang="en-US" sz="950" dirty="0">
                          <a:solidFill>
                            <a:srgbClr val="2E2E2E"/>
                          </a:solidFill>
                          <a:effectLst/>
                          <a:latin typeface="Arial" panose="020B0604020202020204" pitchFamily="34" charset="0"/>
                          <a:ea typeface="Arial" panose="020B0604020202020204" pitchFamily="34" charset="0"/>
                        </a:rPr>
                        <a:t> (EGP 602).</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50"/>
                        </a:spcAft>
                        <a:buNone/>
                      </a:pPr>
                      <a:r>
                        <a:rPr lang="en-US" sz="950" dirty="0">
                          <a:solidFill>
                            <a:srgbClr val="2E2E2E"/>
                          </a:solidFill>
                          <a:effectLst/>
                          <a:latin typeface="Arial" panose="020B0604020202020204" pitchFamily="34" charset="0"/>
                          <a:ea typeface="Arial" panose="020B0604020202020204" pitchFamily="34" charset="0"/>
                        </a:rPr>
                        <a:t>SGLT2 + Metformin Combo: EGP 220-260 — combination value proposition justifies premium over mono-therapy.</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50"/>
                        </a:spcAft>
                        <a:buNone/>
                      </a:pPr>
                      <a:r>
                        <a:rPr lang="en-US" sz="950" dirty="0">
                          <a:solidFill>
                            <a:srgbClr val="2E2E2E"/>
                          </a:solidFill>
                          <a:effectLst/>
                          <a:latin typeface="Arial" panose="020B0604020202020204" pitchFamily="34" charset="0"/>
                          <a:ea typeface="Arial" panose="020B0604020202020204" pitchFamily="34" charset="0"/>
                        </a:rPr>
                        <a:t>SGLT2 + DPP-IV Combo (premium positioning): EGP 350-400 — targeting Jardiance/Synjardy territory (Boehringer, EGP 300-400 range) with superior local service.</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50"/>
                        </a:spcAft>
                        <a:buNone/>
                      </a:pPr>
                      <a:r>
                        <a:rPr lang="en-US" sz="950" dirty="0">
                          <a:solidFill>
                            <a:srgbClr val="2E2E2E"/>
                          </a:solidFill>
                          <a:effectLst/>
                          <a:latin typeface="Arial" panose="020B0604020202020204" pitchFamily="34" charset="0"/>
                          <a:ea typeface="Arial" panose="020B0604020202020204" pitchFamily="34" charset="0"/>
                        </a:rPr>
                        <a:t>RATIONALE: Egyptian prescribers are trained on EGP price bands. 35-45% below originator with comparable quality profile captures price-sensitive hospitals while maintaining margin.</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50"/>
                        </a:spcAft>
                        <a:buNone/>
                      </a:pPr>
                      <a:r>
                        <a:rPr lang="en-US" sz="950" dirty="0">
                          <a:solidFill>
                            <a:srgbClr val="2E2E2E"/>
                          </a:solidFill>
                          <a:effectLst/>
                          <a:latin typeface="Arial" panose="020B0604020202020204" pitchFamily="34" charset="0"/>
                          <a:ea typeface="Arial" panose="020B0604020202020204" pitchFamily="34" charset="0"/>
                        </a:rPr>
                        <a:t>DO NOT compete at the generic bottom (EGP 130-180): This destroys brand equity and positions you in a commodity war against 40+ domestic generics.</a:t>
                      </a:r>
                      <a:endParaRPr lang="en-US" sz="1000" dirty="0">
                        <a:solidFill>
                          <a:srgbClr val="2E2E2E"/>
                        </a:solidFill>
                        <a:effectLst/>
                        <a:latin typeface="Arial" panose="020B0604020202020204" pitchFamily="34" charset="0"/>
                        <a:ea typeface="Arial" panose="020B0604020202020204" pitchFamily="34" charset="0"/>
                      </a:endParaRPr>
                    </a:p>
                  </a:txBody>
                  <a:tcPr marL="101600" marR="127000" marT="76200" marB="76200">
                    <a:lnL>
                      <a:noFill/>
                    </a:lnL>
                    <a:lnR w="12700" cap="flat" cmpd="sng" algn="ctr">
                      <a:solidFill>
                        <a:srgbClr val="D9D9D9"/>
                      </a:solidFill>
                      <a:prstDash val="solid"/>
                      <a:round/>
                      <a:headEnd type="none" w="med" len="med"/>
                      <a:tailEnd type="none" w="med" len="med"/>
                    </a:lnR>
                    <a:lnT>
                      <a:noFill/>
                    </a:lnT>
                    <a:lnB w="12700" cap="flat" cmpd="sng" algn="ctr">
                      <a:solidFill>
                        <a:srgbClr val="D9D9D9"/>
                      </a:solidFill>
                      <a:prstDash val="solid"/>
                      <a:round/>
                      <a:headEnd type="none" w="med" len="med"/>
                      <a:tailEnd type="none" w="med" len="med"/>
                    </a:lnB>
                    <a:solidFill>
                      <a:srgbClr val="FFF2CC"/>
                    </a:solidFill>
                  </a:tcPr>
                </a:tc>
                <a:extLst>
                  <a:ext uri="{0D108BD9-81ED-4DB2-BD59-A6C34878D82A}">
                    <a16:rowId xmlns:a16="http://schemas.microsoft.com/office/drawing/2014/main" val="1919686173"/>
                  </a:ext>
                </a:extLst>
              </a:tr>
            </a:tbl>
          </a:graphicData>
        </a:graphic>
      </p:graphicFrame>
    </p:spTree>
    <p:extLst>
      <p:ext uri="{BB962C8B-B14F-4D97-AF65-F5344CB8AC3E}">
        <p14:creationId xmlns:p14="http://schemas.microsoft.com/office/powerpoint/2010/main" val="2047449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47C9E-2DFA-E53A-BB4A-DB37F5218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EB2FE-874E-6EA0-49A1-B8FBB1CCBAB6}"/>
              </a:ext>
            </a:extLst>
          </p:cNvPr>
          <p:cNvSpPr>
            <a:spLocks noGrp="1"/>
          </p:cNvSpPr>
          <p:nvPr>
            <p:ph type="title"/>
          </p:nvPr>
        </p:nvSpPr>
        <p:spPr>
          <a:xfrm>
            <a:off x="671700" y="262145"/>
            <a:ext cx="7752300" cy="507475"/>
          </a:xfrm>
          <a:noFill/>
          <a:ln>
            <a:noFill/>
          </a:ln>
        </p:spPr>
        <p:txBody>
          <a:bodyPr spcFirstLastPara="1" wrap="square" lIns="91425" tIns="91425" rIns="91425" bIns="91425" anchor="t" anchorCtr="0">
            <a:noAutofit/>
          </a:bodyPr>
          <a:lstStyle/>
          <a:p>
            <a:pPr algn="l"/>
            <a:r>
              <a:rPr lang="en-US" sz="2000" dirty="0">
                <a:solidFill>
                  <a:schemeClr val="tx1">
                    <a:lumMod val="50000"/>
                    <a:lumOff val="50000"/>
                  </a:schemeClr>
                </a:solidFill>
                <a:sym typeface="Arial"/>
              </a:rPr>
              <a:t>Promotional Focus</a:t>
            </a:r>
          </a:p>
        </p:txBody>
      </p:sp>
      <p:sp>
        <p:nvSpPr>
          <p:cNvPr id="7" name="Title 1">
            <a:extLst>
              <a:ext uri="{FF2B5EF4-FFF2-40B4-BE49-F238E27FC236}">
                <a16:creationId xmlns:a16="http://schemas.microsoft.com/office/drawing/2014/main" id="{DB06D0F2-FC6D-F650-AD4D-C6E3EF0C0892}"/>
              </a:ext>
            </a:extLst>
          </p:cNvPr>
          <p:cNvSpPr txBox="1">
            <a:spLocks/>
          </p:cNvSpPr>
          <p:nvPr/>
        </p:nvSpPr>
        <p:spPr>
          <a:xfrm>
            <a:off x="720000" y="2571750"/>
            <a:ext cx="7752300" cy="507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buClr>
                <a:schemeClr val="dk1"/>
              </a:buClr>
              <a:buSzPts val="2800"/>
              <a:buFont typeface="Archivo Black"/>
              <a:buNone/>
              <a:defRPr sz="2000">
                <a:solidFill>
                  <a:schemeClr val="tx1">
                    <a:lumMod val="50000"/>
                    <a:lumOff val="50000"/>
                  </a:schemeClr>
                </a:solidFill>
                <a:latin typeface="Archivo Black"/>
                <a:ea typeface="Archivo Black"/>
                <a:cs typeface="Archivo Black"/>
                <a:sym typeface="Archivo Black"/>
              </a:defRPr>
            </a:lvl1pPr>
            <a:lvl2pPr>
              <a:buClr>
                <a:schemeClr val="dk1"/>
              </a:buClr>
              <a:buSzPts val="2800"/>
              <a:buNone/>
              <a:defRPr sz="2800">
                <a:solidFill>
                  <a:schemeClr val="dk1"/>
                </a:solidFill>
              </a:defRPr>
            </a:lvl2pPr>
            <a:lvl3pPr>
              <a:buClr>
                <a:schemeClr val="dk1"/>
              </a:buClr>
              <a:buSzPts val="2800"/>
              <a:buNone/>
              <a:defRPr sz="2800">
                <a:solidFill>
                  <a:schemeClr val="dk1"/>
                </a:solidFill>
              </a:defRPr>
            </a:lvl3pPr>
            <a:lvl4pPr>
              <a:buClr>
                <a:schemeClr val="dk1"/>
              </a:buClr>
              <a:buSzPts val="2800"/>
              <a:buNone/>
              <a:defRPr sz="2800">
                <a:solidFill>
                  <a:schemeClr val="dk1"/>
                </a:solidFill>
              </a:defRPr>
            </a:lvl4pPr>
            <a:lvl5pPr>
              <a:buClr>
                <a:schemeClr val="dk1"/>
              </a:buClr>
              <a:buSzPts val="2800"/>
              <a:buNone/>
              <a:defRPr sz="2800">
                <a:solidFill>
                  <a:schemeClr val="dk1"/>
                </a:solidFill>
              </a:defRPr>
            </a:lvl5pPr>
            <a:lvl6pPr>
              <a:buClr>
                <a:schemeClr val="dk1"/>
              </a:buClr>
              <a:buSzPts val="2800"/>
              <a:buNone/>
              <a:defRPr sz="2800">
                <a:solidFill>
                  <a:schemeClr val="dk1"/>
                </a:solidFill>
              </a:defRPr>
            </a:lvl6pPr>
            <a:lvl7pPr>
              <a:buClr>
                <a:schemeClr val="dk1"/>
              </a:buClr>
              <a:buSzPts val="2800"/>
              <a:buNone/>
              <a:defRPr sz="2800">
                <a:solidFill>
                  <a:schemeClr val="dk1"/>
                </a:solidFill>
              </a:defRPr>
            </a:lvl7pPr>
            <a:lvl8pPr>
              <a:buClr>
                <a:schemeClr val="dk1"/>
              </a:buClr>
              <a:buSzPts val="2800"/>
              <a:buNone/>
              <a:defRPr sz="2800">
                <a:solidFill>
                  <a:schemeClr val="dk1"/>
                </a:solidFill>
              </a:defRPr>
            </a:lvl8pPr>
            <a:lvl9pPr>
              <a:buClr>
                <a:schemeClr val="dk1"/>
              </a:buClr>
              <a:buSzPts val="2800"/>
              <a:buNone/>
              <a:defRPr sz="2800">
                <a:solidFill>
                  <a:schemeClr val="dk1"/>
                </a:solidFill>
              </a:defRPr>
            </a:lvl9pPr>
          </a:lstStyle>
          <a:p>
            <a:r>
              <a:rPr lang="en-US" dirty="0"/>
              <a:t>Competitive Positioning</a:t>
            </a:r>
          </a:p>
        </p:txBody>
      </p:sp>
      <p:graphicFrame>
        <p:nvGraphicFramePr>
          <p:cNvPr id="3" name="Table 2">
            <a:extLst>
              <a:ext uri="{FF2B5EF4-FFF2-40B4-BE49-F238E27FC236}">
                <a16:creationId xmlns:a16="http://schemas.microsoft.com/office/drawing/2014/main" id="{148A6BC8-6387-3790-2A45-188ECC970475}"/>
              </a:ext>
            </a:extLst>
          </p:cNvPr>
          <p:cNvGraphicFramePr>
            <a:graphicFrameLocks noGrp="1"/>
          </p:cNvGraphicFramePr>
          <p:nvPr>
            <p:extLst>
              <p:ext uri="{D42A27DB-BD31-4B8C-83A1-F6EECF244321}">
                <p14:modId xmlns:p14="http://schemas.microsoft.com/office/powerpoint/2010/main" val="790868225"/>
              </p:ext>
            </p:extLst>
          </p:nvPr>
        </p:nvGraphicFramePr>
        <p:xfrm>
          <a:off x="720000" y="769620"/>
          <a:ext cx="7443470" cy="1752600"/>
        </p:xfrm>
        <a:graphic>
          <a:graphicData uri="http://schemas.openxmlformats.org/drawingml/2006/table">
            <a:tbl>
              <a:tblPr firstRow="1" firstCol="1" bandRow="1"/>
              <a:tblGrid>
                <a:gridCol w="156705">
                  <a:extLst>
                    <a:ext uri="{9D8B030D-6E8A-4147-A177-3AD203B41FA5}">
                      <a16:colId xmlns:a16="http://schemas.microsoft.com/office/drawing/2014/main" val="3293046224"/>
                    </a:ext>
                  </a:extLst>
                </a:gridCol>
                <a:gridCol w="7286765">
                  <a:extLst>
                    <a:ext uri="{9D8B030D-6E8A-4147-A177-3AD203B41FA5}">
                      <a16:colId xmlns:a16="http://schemas.microsoft.com/office/drawing/2014/main" val="1544937452"/>
                    </a:ext>
                  </a:extLst>
                </a:gridCol>
              </a:tblGrid>
              <a:tr h="0">
                <a:tc>
                  <a:txBody>
                    <a:bodyPr/>
                    <a:lstStyle/>
                    <a:p>
                      <a:pPr marL="0" marR="0">
                        <a:spcAft>
                          <a:spcPts val="500"/>
                        </a:spcAft>
                        <a:buNone/>
                      </a:pPr>
                      <a:r>
                        <a:rPr lang="en-US" sz="1000">
                          <a:solidFill>
                            <a:srgbClr val="2E2E2E"/>
                          </a:solidFill>
                          <a:effectLst/>
                          <a:latin typeface="Arial" panose="020B0604020202020204" pitchFamily="34" charset="0"/>
                          <a:ea typeface="Arial" panose="020B0604020202020204" pitchFamily="34" charset="0"/>
                        </a:rPr>
                        <a:t> </a:t>
                      </a:r>
                    </a:p>
                  </a:txBody>
                  <a:tcPr marL="6350" marR="6350" marT="0" marB="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E5C2A"/>
                    </a:solidFill>
                  </a:tcPr>
                </a:tc>
                <a:tc>
                  <a:txBody>
                    <a:bodyPr/>
                    <a:lstStyle/>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PRIMARY MESSAGE: 'Beyond Glucose Control' — position SGLT2 on the cardiovascular + renal protection benefit. This message differentiates from all generic competitors who communicate only HbA1c reduction.</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TARGET SPECIALTIES: Endocrinology (60% of prescriptions), Internal Medicine (25%), Cardiology (10%) — cardiologists are the fastest-growing prescriber segment for SGLT2 as cardiovascular outcome data matures.</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DIGITAL CHANNEL: Egypt has strong physician digital adoption — invest in pharma-specialized digital detailing platforms and CME sponsorship via Medscape Arabia and local medical associations.</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PATIENT ENGAGEMENT: Offer adherence program (free glucose monitoring strips, pharmacy partnership) — SGLT2 has once-daily dosing advantage. Adherence marketing differentiates from competitors.</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KEY MESSAGE FOR UPPER EGYPT: Emphasize simplified dosing, combination pill convenience (fewer tablets), and government hospital tender pricing. Price is #1 barrier in Upper Egypt — not clinical skepticism.</a:t>
                      </a:r>
                      <a:endParaRPr lang="en-US" sz="1000" dirty="0">
                        <a:solidFill>
                          <a:srgbClr val="2E2E2E"/>
                        </a:solidFill>
                        <a:effectLst/>
                        <a:latin typeface="Arial" panose="020B0604020202020204" pitchFamily="34" charset="0"/>
                        <a:ea typeface="Arial" panose="020B0604020202020204" pitchFamily="34" charset="0"/>
                      </a:endParaRPr>
                    </a:p>
                  </a:txBody>
                  <a:tcPr marL="127000" marR="1270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E2EFDA"/>
                    </a:solidFill>
                  </a:tcPr>
                </a:tc>
                <a:extLst>
                  <a:ext uri="{0D108BD9-81ED-4DB2-BD59-A6C34878D82A}">
                    <a16:rowId xmlns:a16="http://schemas.microsoft.com/office/drawing/2014/main" val="255979522"/>
                  </a:ext>
                </a:extLst>
              </a:tr>
            </a:tbl>
          </a:graphicData>
        </a:graphic>
      </p:graphicFrame>
      <p:graphicFrame>
        <p:nvGraphicFramePr>
          <p:cNvPr id="4" name="Table 3">
            <a:extLst>
              <a:ext uri="{FF2B5EF4-FFF2-40B4-BE49-F238E27FC236}">
                <a16:creationId xmlns:a16="http://schemas.microsoft.com/office/drawing/2014/main" id="{823E5FD9-9B13-CC3C-6024-FC6FFCE105F2}"/>
              </a:ext>
            </a:extLst>
          </p:cNvPr>
          <p:cNvGraphicFramePr>
            <a:graphicFrameLocks noGrp="1"/>
          </p:cNvGraphicFramePr>
          <p:nvPr>
            <p:extLst>
              <p:ext uri="{D42A27DB-BD31-4B8C-83A1-F6EECF244321}">
                <p14:modId xmlns:p14="http://schemas.microsoft.com/office/powerpoint/2010/main" val="47097339"/>
              </p:ext>
            </p:extLst>
          </p:nvPr>
        </p:nvGraphicFramePr>
        <p:xfrm>
          <a:off x="720000" y="3079225"/>
          <a:ext cx="7443470" cy="1242060"/>
        </p:xfrm>
        <a:graphic>
          <a:graphicData uri="http://schemas.openxmlformats.org/drawingml/2006/table">
            <a:tbl>
              <a:tblPr firstRow="1" firstCol="1" bandRow="1"/>
              <a:tblGrid>
                <a:gridCol w="156705">
                  <a:extLst>
                    <a:ext uri="{9D8B030D-6E8A-4147-A177-3AD203B41FA5}">
                      <a16:colId xmlns:a16="http://schemas.microsoft.com/office/drawing/2014/main" val="637768035"/>
                    </a:ext>
                  </a:extLst>
                </a:gridCol>
                <a:gridCol w="7286765">
                  <a:extLst>
                    <a:ext uri="{9D8B030D-6E8A-4147-A177-3AD203B41FA5}">
                      <a16:colId xmlns:a16="http://schemas.microsoft.com/office/drawing/2014/main" val="3354773312"/>
                    </a:ext>
                  </a:extLst>
                </a:gridCol>
              </a:tblGrid>
              <a:tr h="0">
                <a:tc>
                  <a:txBody>
                    <a:bodyPr/>
                    <a:lstStyle/>
                    <a:p>
                      <a:pPr marL="0" marR="0">
                        <a:spcAft>
                          <a:spcPts val="500"/>
                        </a:spcAft>
                        <a:buNone/>
                      </a:pPr>
                      <a:r>
                        <a:rPr lang="en-US" sz="1000">
                          <a:solidFill>
                            <a:srgbClr val="2E2E2E"/>
                          </a:solidFill>
                          <a:effectLst/>
                          <a:latin typeface="Arial" panose="020B0604020202020204" pitchFamily="34" charset="0"/>
                          <a:ea typeface="Arial" panose="020B0604020202020204" pitchFamily="34" charset="0"/>
                        </a:rPr>
                        <a:t> </a:t>
                      </a:r>
                    </a:p>
                  </a:txBody>
                  <a:tcPr marL="6350" marR="6350" marT="0" marB="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2E75B6"/>
                    </a:solidFill>
                  </a:tcPr>
                </a:tc>
                <a:tc>
                  <a:txBody>
                    <a:bodyPr/>
                    <a:lstStyle/>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vs. FORXIGA (AstraZeneca): Growing only +14% despite being market leader. AstraZeneca is not investing commercially in Egypt (total company -0.8%). Vulnerable to a well-resourced challenger offering equal quality at lower price + superior service.</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vs. JARDIANCE (Boehringer Ingelheim): Limited commercial presence in Egypt. Scientific positioning as premium brand but underinvesting in market development. Can be outmaneuvered in Upper Egypt and hospital accounts.</a:t>
                      </a:r>
                      <a:endParaRPr lang="en-US" sz="1000" dirty="0">
                        <a:solidFill>
                          <a:srgbClr val="2E2E2E"/>
                        </a:solidFill>
                        <a:effectLst/>
                        <a:latin typeface="Arial" panose="020B0604020202020204" pitchFamily="34" charset="0"/>
                        <a:ea typeface="Arial" panose="020B0604020202020204" pitchFamily="34" charset="0"/>
                      </a:endParaRPr>
                    </a:p>
                    <a:p>
                      <a:pPr marL="0" marR="0">
                        <a:spcAft>
                          <a:spcPts val="300"/>
                        </a:spcAft>
                        <a:buNone/>
                      </a:pPr>
                      <a:r>
                        <a:rPr lang="en-US" sz="950" dirty="0">
                          <a:solidFill>
                            <a:srgbClr val="2E2E2E"/>
                          </a:solidFill>
                          <a:effectLst/>
                          <a:latin typeface="Arial" panose="020B0604020202020204" pitchFamily="34" charset="0"/>
                          <a:ea typeface="Arial" panose="020B0604020202020204" pitchFamily="34" charset="0"/>
                        </a:rPr>
                        <a:t>vs. Domestic SGLT2 generics (40+ products): Differentiate on: (1) consistent quality/manufacturing standards, (2) full combination portfolio breadth, (3) clinical support programs, (4) physician relationships. Price alone will not win — the market is already at commodity pricing for pure generics.</a:t>
                      </a:r>
                      <a:endParaRPr lang="en-US" sz="1000" dirty="0">
                        <a:solidFill>
                          <a:srgbClr val="2E2E2E"/>
                        </a:solidFill>
                        <a:effectLst/>
                        <a:latin typeface="Arial" panose="020B0604020202020204" pitchFamily="34" charset="0"/>
                        <a:ea typeface="Arial" panose="020B0604020202020204" pitchFamily="34" charset="0"/>
                      </a:endParaRPr>
                    </a:p>
                  </a:txBody>
                  <a:tcPr marL="127000" marR="127000" marT="76200" marB="762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D5E8F0"/>
                    </a:solidFill>
                  </a:tcPr>
                </a:tc>
                <a:extLst>
                  <a:ext uri="{0D108BD9-81ED-4DB2-BD59-A6C34878D82A}">
                    <a16:rowId xmlns:a16="http://schemas.microsoft.com/office/drawing/2014/main" val="101671775"/>
                  </a:ext>
                </a:extLst>
              </a:tr>
            </a:tbl>
          </a:graphicData>
        </a:graphic>
      </p:graphicFrame>
    </p:spTree>
    <p:extLst>
      <p:ext uri="{BB962C8B-B14F-4D97-AF65-F5344CB8AC3E}">
        <p14:creationId xmlns:p14="http://schemas.microsoft.com/office/powerpoint/2010/main" val="40676219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DA2DF-378A-19E0-CDBC-E13E043D5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29325-6B22-862B-2374-73B21D9BBA85}"/>
              </a:ext>
            </a:extLst>
          </p:cNvPr>
          <p:cNvSpPr>
            <a:spLocks noGrp="1"/>
          </p:cNvSpPr>
          <p:nvPr>
            <p:ph type="title"/>
          </p:nvPr>
        </p:nvSpPr>
        <p:spPr>
          <a:xfrm>
            <a:off x="671700" y="262145"/>
            <a:ext cx="7752300" cy="507475"/>
          </a:xfrm>
          <a:noFill/>
          <a:ln>
            <a:noFill/>
          </a:ln>
        </p:spPr>
        <p:txBody>
          <a:bodyPr spcFirstLastPara="1" wrap="square" lIns="91425" tIns="91425" rIns="91425" bIns="91425" anchor="t" anchorCtr="0">
            <a:noAutofit/>
          </a:bodyPr>
          <a:lstStyle/>
          <a:p>
            <a:pPr algn="l"/>
            <a:r>
              <a:rPr lang="en-US" sz="2000" dirty="0">
                <a:solidFill>
                  <a:schemeClr val="tx1">
                    <a:lumMod val="50000"/>
                    <a:lumOff val="50000"/>
                  </a:schemeClr>
                </a:solidFill>
                <a:sym typeface="Arial"/>
              </a:rPr>
              <a:t>Geographic Targeting Priority</a:t>
            </a:r>
          </a:p>
        </p:txBody>
      </p:sp>
      <p:sp>
        <p:nvSpPr>
          <p:cNvPr id="7" name="Title 1">
            <a:extLst>
              <a:ext uri="{FF2B5EF4-FFF2-40B4-BE49-F238E27FC236}">
                <a16:creationId xmlns:a16="http://schemas.microsoft.com/office/drawing/2014/main" id="{BF7D696B-5089-B533-32E8-459A036667F4}"/>
              </a:ext>
            </a:extLst>
          </p:cNvPr>
          <p:cNvSpPr txBox="1">
            <a:spLocks/>
          </p:cNvSpPr>
          <p:nvPr/>
        </p:nvSpPr>
        <p:spPr>
          <a:xfrm>
            <a:off x="720000" y="2571750"/>
            <a:ext cx="7752300" cy="507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buClr>
                <a:schemeClr val="dk1"/>
              </a:buClr>
              <a:buSzPts val="2800"/>
              <a:buFont typeface="Archivo Black"/>
              <a:buNone/>
              <a:defRPr sz="2000">
                <a:solidFill>
                  <a:schemeClr val="tx1">
                    <a:lumMod val="50000"/>
                    <a:lumOff val="50000"/>
                  </a:schemeClr>
                </a:solidFill>
                <a:latin typeface="Archivo Black"/>
                <a:ea typeface="Archivo Black"/>
                <a:cs typeface="Archivo Black"/>
                <a:sym typeface="Archivo Black"/>
              </a:defRPr>
            </a:lvl1pPr>
            <a:lvl2pPr>
              <a:buClr>
                <a:schemeClr val="dk1"/>
              </a:buClr>
              <a:buSzPts val="2800"/>
              <a:buNone/>
              <a:defRPr sz="2800">
                <a:solidFill>
                  <a:schemeClr val="dk1"/>
                </a:solidFill>
              </a:defRPr>
            </a:lvl2pPr>
            <a:lvl3pPr>
              <a:buClr>
                <a:schemeClr val="dk1"/>
              </a:buClr>
              <a:buSzPts val="2800"/>
              <a:buNone/>
              <a:defRPr sz="2800">
                <a:solidFill>
                  <a:schemeClr val="dk1"/>
                </a:solidFill>
              </a:defRPr>
            </a:lvl3pPr>
            <a:lvl4pPr>
              <a:buClr>
                <a:schemeClr val="dk1"/>
              </a:buClr>
              <a:buSzPts val="2800"/>
              <a:buNone/>
              <a:defRPr sz="2800">
                <a:solidFill>
                  <a:schemeClr val="dk1"/>
                </a:solidFill>
              </a:defRPr>
            </a:lvl4pPr>
            <a:lvl5pPr>
              <a:buClr>
                <a:schemeClr val="dk1"/>
              </a:buClr>
              <a:buSzPts val="2800"/>
              <a:buNone/>
              <a:defRPr sz="2800">
                <a:solidFill>
                  <a:schemeClr val="dk1"/>
                </a:solidFill>
              </a:defRPr>
            </a:lvl5pPr>
            <a:lvl6pPr>
              <a:buClr>
                <a:schemeClr val="dk1"/>
              </a:buClr>
              <a:buSzPts val="2800"/>
              <a:buNone/>
              <a:defRPr sz="2800">
                <a:solidFill>
                  <a:schemeClr val="dk1"/>
                </a:solidFill>
              </a:defRPr>
            </a:lvl6pPr>
            <a:lvl7pPr>
              <a:buClr>
                <a:schemeClr val="dk1"/>
              </a:buClr>
              <a:buSzPts val="2800"/>
              <a:buNone/>
              <a:defRPr sz="2800">
                <a:solidFill>
                  <a:schemeClr val="dk1"/>
                </a:solidFill>
              </a:defRPr>
            </a:lvl7pPr>
            <a:lvl8pPr>
              <a:buClr>
                <a:schemeClr val="dk1"/>
              </a:buClr>
              <a:buSzPts val="2800"/>
              <a:buNone/>
              <a:defRPr sz="2800">
                <a:solidFill>
                  <a:schemeClr val="dk1"/>
                </a:solidFill>
              </a:defRPr>
            </a:lvl8pPr>
            <a:lvl9pPr>
              <a:buClr>
                <a:schemeClr val="dk1"/>
              </a:buClr>
              <a:buSzPts val="2800"/>
              <a:buNone/>
              <a:defRPr sz="2800">
                <a:solidFill>
                  <a:schemeClr val="dk1"/>
                </a:solidFill>
              </a:defRPr>
            </a:lvl9pPr>
          </a:lstStyle>
          <a:p>
            <a:r>
              <a:rPr lang="en-US" dirty="0"/>
              <a:t>KPI Framework for Commercial Tracking</a:t>
            </a:r>
          </a:p>
        </p:txBody>
      </p:sp>
      <p:graphicFrame>
        <p:nvGraphicFramePr>
          <p:cNvPr id="5" name="Table 4">
            <a:extLst>
              <a:ext uri="{FF2B5EF4-FFF2-40B4-BE49-F238E27FC236}">
                <a16:creationId xmlns:a16="http://schemas.microsoft.com/office/drawing/2014/main" id="{82DA76CF-AD58-3284-B6A8-C8C6BAFAB853}"/>
              </a:ext>
            </a:extLst>
          </p:cNvPr>
          <p:cNvGraphicFramePr>
            <a:graphicFrameLocks noGrp="1"/>
          </p:cNvGraphicFramePr>
          <p:nvPr>
            <p:extLst>
              <p:ext uri="{D42A27DB-BD31-4B8C-83A1-F6EECF244321}">
                <p14:modId xmlns:p14="http://schemas.microsoft.com/office/powerpoint/2010/main" val="1056678144"/>
              </p:ext>
            </p:extLst>
          </p:nvPr>
        </p:nvGraphicFramePr>
        <p:xfrm>
          <a:off x="720000" y="716280"/>
          <a:ext cx="7752299" cy="1778000"/>
        </p:xfrm>
        <a:graphic>
          <a:graphicData uri="http://schemas.openxmlformats.org/drawingml/2006/table">
            <a:tbl>
              <a:tblPr firstRow="1" firstCol="1" bandRow="1"/>
              <a:tblGrid>
                <a:gridCol w="489619">
                  <a:extLst>
                    <a:ext uri="{9D8B030D-6E8A-4147-A177-3AD203B41FA5}">
                      <a16:colId xmlns:a16="http://schemas.microsoft.com/office/drawing/2014/main" val="1246652836"/>
                    </a:ext>
                  </a:extLst>
                </a:gridCol>
                <a:gridCol w="1958475">
                  <a:extLst>
                    <a:ext uri="{9D8B030D-6E8A-4147-A177-3AD203B41FA5}">
                      <a16:colId xmlns:a16="http://schemas.microsoft.com/office/drawing/2014/main" val="12372465"/>
                    </a:ext>
                  </a:extLst>
                </a:gridCol>
                <a:gridCol w="2040078">
                  <a:extLst>
                    <a:ext uri="{9D8B030D-6E8A-4147-A177-3AD203B41FA5}">
                      <a16:colId xmlns:a16="http://schemas.microsoft.com/office/drawing/2014/main" val="56798244"/>
                    </a:ext>
                  </a:extLst>
                </a:gridCol>
                <a:gridCol w="1468857">
                  <a:extLst>
                    <a:ext uri="{9D8B030D-6E8A-4147-A177-3AD203B41FA5}">
                      <a16:colId xmlns:a16="http://schemas.microsoft.com/office/drawing/2014/main" val="3091810796"/>
                    </a:ext>
                  </a:extLst>
                </a:gridCol>
                <a:gridCol w="1795270">
                  <a:extLst>
                    <a:ext uri="{9D8B030D-6E8A-4147-A177-3AD203B41FA5}">
                      <a16:colId xmlns:a16="http://schemas.microsoft.com/office/drawing/2014/main" val="4138152458"/>
                    </a:ext>
                  </a:extLst>
                </a:gridCol>
              </a:tblGrid>
              <a:tr h="0">
                <a:tc>
                  <a:txBody>
                    <a:bodyPr/>
                    <a:lstStyle/>
                    <a:p>
                      <a:pPr marL="0" marR="0" algn="ctr">
                        <a:buNone/>
                      </a:pPr>
                      <a:r>
                        <a:rPr lang="en-US" sz="850" b="1" dirty="0">
                          <a:solidFill>
                            <a:srgbClr val="FFFFFF"/>
                          </a:solidFill>
                          <a:effectLst/>
                          <a:latin typeface="Arial" panose="020B0604020202020204" pitchFamily="34" charset="0"/>
                          <a:ea typeface="Arial" panose="020B0604020202020204" pitchFamily="34" charset="0"/>
                        </a:rPr>
                        <a:t>Priority</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Target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Rationale</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dirty="0">
                          <a:solidFill>
                            <a:srgbClr val="FFFFFF"/>
                          </a:solidFill>
                          <a:effectLst/>
                          <a:latin typeface="Arial" panose="020B0604020202020204" pitchFamily="34" charset="0"/>
                          <a:ea typeface="Arial" panose="020B0604020202020204" pitchFamily="34" charset="0"/>
                        </a:rPr>
                        <a:t>Channel</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Investment Level</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3741435230"/>
                  </a:ext>
                </a:extLst>
              </a:tr>
              <a:tr h="0">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Greater Cairo Hospitals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b="1">
                          <a:solidFill>
                            <a:srgbClr val="2E2E2E"/>
                          </a:solidFill>
                          <a:effectLst/>
                          <a:latin typeface="Arial" panose="020B0604020202020204" pitchFamily="34" charset="0"/>
                          <a:ea typeface="Arial" panose="020B0604020202020204" pitchFamily="34" charset="0"/>
                        </a:rPr>
                        <a:t>50% of national diabetes market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Stores (Hospital)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HIGH — establish formulary first</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146499613"/>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Alexandria Private Hospitals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 city + highest Stores% (43.7%)</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Stores + Pharmacies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HIGH — dual channel</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57418269"/>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3</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Minya, Assiut (Upper Egypt)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Fastest growing, lowest penetration, government hospital density</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Stores (Gov Hospitals)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MEDIUM — high ROI on low base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0791117"/>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Gharbia, Sharqia (Delta)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Delta growing +37-45%, large diabetic population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Pharmacies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MEDIUM — retail-focused</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4290578539"/>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Sohag, Qena, Aswan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Explosive growth, very low penetration, high unmet need</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Stores (Gov)</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MEDIUM — Year 2 priority</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872338729"/>
                  </a:ext>
                </a:extLst>
              </a:tr>
            </a:tbl>
          </a:graphicData>
        </a:graphic>
      </p:graphicFrame>
      <p:graphicFrame>
        <p:nvGraphicFramePr>
          <p:cNvPr id="6" name="Table 5">
            <a:extLst>
              <a:ext uri="{FF2B5EF4-FFF2-40B4-BE49-F238E27FC236}">
                <a16:creationId xmlns:a16="http://schemas.microsoft.com/office/drawing/2014/main" id="{16ECAC22-DE6A-E7D2-57E1-A3DE9F4B6EB7}"/>
              </a:ext>
            </a:extLst>
          </p:cNvPr>
          <p:cNvGraphicFramePr>
            <a:graphicFrameLocks noGrp="1"/>
          </p:cNvGraphicFramePr>
          <p:nvPr>
            <p:extLst>
              <p:ext uri="{D42A27DB-BD31-4B8C-83A1-F6EECF244321}">
                <p14:modId xmlns:p14="http://schemas.microsoft.com/office/powerpoint/2010/main" val="965872758"/>
              </p:ext>
            </p:extLst>
          </p:nvPr>
        </p:nvGraphicFramePr>
        <p:xfrm>
          <a:off x="720002" y="3079225"/>
          <a:ext cx="7752298" cy="1671320"/>
        </p:xfrm>
        <a:graphic>
          <a:graphicData uri="http://schemas.openxmlformats.org/drawingml/2006/table">
            <a:tbl>
              <a:tblPr firstRow="1" firstCol="1" bandRow="1"/>
              <a:tblGrid>
                <a:gridCol w="2284888">
                  <a:extLst>
                    <a:ext uri="{9D8B030D-6E8A-4147-A177-3AD203B41FA5}">
                      <a16:colId xmlns:a16="http://schemas.microsoft.com/office/drawing/2014/main" val="4170892695"/>
                    </a:ext>
                  </a:extLst>
                </a:gridCol>
                <a:gridCol w="1305650">
                  <a:extLst>
                    <a:ext uri="{9D8B030D-6E8A-4147-A177-3AD203B41FA5}">
                      <a16:colId xmlns:a16="http://schemas.microsoft.com/office/drawing/2014/main" val="3210471574"/>
                    </a:ext>
                  </a:extLst>
                </a:gridCol>
                <a:gridCol w="1305650">
                  <a:extLst>
                    <a:ext uri="{9D8B030D-6E8A-4147-A177-3AD203B41FA5}">
                      <a16:colId xmlns:a16="http://schemas.microsoft.com/office/drawing/2014/main" val="2634872041"/>
                    </a:ext>
                  </a:extLst>
                </a:gridCol>
                <a:gridCol w="1305650">
                  <a:extLst>
                    <a:ext uri="{9D8B030D-6E8A-4147-A177-3AD203B41FA5}">
                      <a16:colId xmlns:a16="http://schemas.microsoft.com/office/drawing/2014/main" val="4036093150"/>
                    </a:ext>
                  </a:extLst>
                </a:gridCol>
                <a:gridCol w="1550460">
                  <a:extLst>
                    <a:ext uri="{9D8B030D-6E8A-4147-A177-3AD203B41FA5}">
                      <a16:colId xmlns:a16="http://schemas.microsoft.com/office/drawing/2014/main" val="849603093"/>
                    </a:ext>
                  </a:extLst>
                </a:gridCol>
              </a:tblGrid>
              <a:tr h="0">
                <a:tc>
                  <a:txBody>
                    <a:bodyPr/>
                    <a:lstStyle/>
                    <a:p>
                      <a:pPr marL="0" marR="0" algn="ctr">
                        <a:buNone/>
                      </a:pPr>
                      <a:r>
                        <a:rPr lang="en-US" sz="850" b="1" dirty="0">
                          <a:solidFill>
                            <a:srgbClr val="FFFFFF"/>
                          </a:solidFill>
                          <a:effectLst/>
                          <a:latin typeface="Arial" panose="020B0604020202020204" pitchFamily="34" charset="0"/>
                          <a:ea typeface="Arial" panose="020B0604020202020204" pitchFamily="34" charset="0"/>
                        </a:rPr>
                        <a:t>KPI</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Target Year 1</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Target Year 2</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Target Year 3</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tc>
                  <a:txBody>
                    <a:bodyPr/>
                    <a:lstStyle/>
                    <a:p>
                      <a:pPr marL="0" marR="0" algn="ctr">
                        <a:buNone/>
                      </a:pPr>
                      <a:r>
                        <a:rPr lang="en-US" sz="850" b="1">
                          <a:solidFill>
                            <a:srgbClr val="FFFFFF"/>
                          </a:solidFill>
                          <a:effectLst/>
                          <a:latin typeface="Arial" panose="020B0604020202020204" pitchFamily="34" charset="0"/>
                          <a:ea typeface="Arial" panose="020B0604020202020204" pitchFamily="34" charset="0"/>
                        </a:rPr>
                        <a:t>Measurement</a:t>
                      </a:r>
                      <a:endParaRPr lang="en-US" sz="1000">
                        <a:solidFill>
                          <a:srgbClr val="2E2E2E"/>
                        </a:solidFill>
                        <a:effectLst/>
                        <a:latin typeface="Arial" panose="020B0604020202020204" pitchFamily="34" charset="0"/>
                        <a:ea typeface="Arial" panose="020B0604020202020204" pitchFamily="34" charset="0"/>
                      </a:endParaRPr>
                    </a:p>
                  </a:txBody>
                  <a:tcPr marL="63500" marR="63500" marT="50800" marB="508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987078976"/>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Total SGLT2 Portfolio Sales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120M</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280M</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EGP 520M</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IQVIA MAT report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624728907"/>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Market Share in SGLT2 plain (A10P1)</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5.0%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IQVIA product share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525721008"/>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Market Share in SGLT2+DPP-IV (A10P5)</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9.0%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15.0%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IQVIA — growing segment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4046307549"/>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Hospital Formulary Listings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40 hospitals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120 hospitals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250 hospitals</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Sales force reporting</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935544930"/>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Upper Egypt Revenue Contribution</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 of portfolio</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18% of portfolio</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25% of portfolio</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IQVIA regional data</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049898118"/>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Prescribing Physicians (active)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800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2,000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4,500</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CRM system</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4181897603"/>
                  </a:ext>
                </a:extLst>
              </a:tr>
              <a:tr h="0">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Growth vs. Segment (outperformance)</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5% above segment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8% above segment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a:solidFill>
                            <a:srgbClr val="2E2E2E"/>
                          </a:solidFill>
                          <a:effectLst/>
                          <a:latin typeface="Arial" panose="020B0604020202020204" pitchFamily="34" charset="0"/>
                          <a:ea typeface="Arial" panose="020B0604020202020204" pitchFamily="34" charset="0"/>
                        </a:rPr>
                        <a:t>10% above segment</a:t>
                      </a:r>
                      <a:endParaRPr lang="en-US" sz="100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tc>
                  <a:txBody>
                    <a:bodyPr/>
                    <a:lstStyle/>
                    <a:p>
                      <a:pPr marL="0" marR="0">
                        <a:buNone/>
                      </a:pPr>
                      <a:r>
                        <a:rPr lang="en-US" sz="850" dirty="0">
                          <a:solidFill>
                            <a:srgbClr val="2E2E2E"/>
                          </a:solidFill>
                          <a:effectLst/>
                          <a:latin typeface="Arial" panose="020B0604020202020204" pitchFamily="34" charset="0"/>
                          <a:ea typeface="Arial" panose="020B0604020202020204" pitchFamily="34" charset="0"/>
                        </a:rPr>
                        <a:t>IQVIA comparison</a:t>
                      </a:r>
                      <a:endParaRPr lang="en-US" sz="1000" dirty="0">
                        <a:solidFill>
                          <a:srgbClr val="2E2E2E"/>
                        </a:solidFill>
                        <a:effectLst/>
                        <a:latin typeface="Arial" panose="020B0604020202020204" pitchFamily="34" charset="0"/>
                        <a:ea typeface="Arial" panose="020B0604020202020204" pitchFamily="34" charset="0"/>
                      </a:endParaRPr>
                    </a:p>
                  </a:txBody>
                  <a:tcPr marL="63500" marR="63500" marT="38100" marB="38100">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014967420"/>
                  </a:ext>
                </a:extLst>
              </a:tr>
            </a:tbl>
          </a:graphicData>
        </a:graphic>
      </p:graphicFrame>
    </p:spTree>
    <p:extLst>
      <p:ext uri="{BB962C8B-B14F-4D97-AF65-F5344CB8AC3E}">
        <p14:creationId xmlns:p14="http://schemas.microsoft.com/office/powerpoint/2010/main" val="15953712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811"/>
        <p:cNvGrpSpPr/>
        <p:nvPr/>
      </p:nvGrpSpPr>
      <p:grpSpPr>
        <a:xfrm>
          <a:off x="0" y="0"/>
          <a:ext cx="0" cy="0"/>
          <a:chOff x="0" y="0"/>
          <a:chExt cx="0" cy="0"/>
        </a:xfrm>
      </p:grpSpPr>
      <p:sp>
        <p:nvSpPr>
          <p:cNvPr id="1812" name="Google Shape;1812;p58"/>
          <p:cNvSpPr txBox="1">
            <a:spLocks noGrp="1"/>
          </p:cNvSpPr>
          <p:nvPr>
            <p:ph type="ctrTitle"/>
          </p:nvPr>
        </p:nvSpPr>
        <p:spPr>
          <a:xfrm flipH="1">
            <a:off x="4712490" y="1777962"/>
            <a:ext cx="3555000" cy="104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grpSp>
        <p:nvGrpSpPr>
          <p:cNvPr id="1836" name="Google Shape;1836;p58"/>
          <p:cNvGrpSpPr/>
          <p:nvPr/>
        </p:nvGrpSpPr>
        <p:grpSpPr>
          <a:xfrm>
            <a:off x="803073" y="908042"/>
            <a:ext cx="2313615" cy="3679095"/>
            <a:chOff x="-471862" y="844350"/>
            <a:chExt cx="2398771" cy="3814114"/>
          </a:xfrm>
        </p:grpSpPr>
        <p:sp>
          <p:nvSpPr>
            <p:cNvPr id="1837" name="Google Shape;1837;p58"/>
            <p:cNvSpPr/>
            <p:nvPr/>
          </p:nvSpPr>
          <p:spPr>
            <a:xfrm>
              <a:off x="-37755" y="4519439"/>
              <a:ext cx="452744" cy="139026"/>
            </a:xfrm>
            <a:custGeom>
              <a:avLst/>
              <a:gdLst/>
              <a:ahLst/>
              <a:cxnLst/>
              <a:rect l="l" t="t" r="r" b="b"/>
              <a:pathLst>
                <a:path w="5344" h="1641" extrusionOk="0">
                  <a:moveTo>
                    <a:pt x="293" y="0"/>
                  </a:moveTo>
                  <a:lnTo>
                    <a:pt x="0" y="1640"/>
                  </a:lnTo>
                  <a:lnTo>
                    <a:pt x="4656" y="1640"/>
                  </a:lnTo>
                  <a:cubicBezTo>
                    <a:pt x="5344" y="1640"/>
                    <a:pt x="4099" y="1025"/>
                    <a:pt x="4099" y="1025"/>
                  </a:cubicBezTo>
                  <a:lnTo>
                    <a:pt x="43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58"/>
            <p:cNvSpPr/>
            <p:nvPr/>
          </p:nvSpPr>
          <p:spPr>
            <a:xfrm>
              <a:off x="429816" y="4519439"/>
              <a:ext cx="452744" cy="139026"/>
            </a:xfrm>
            <a:custGeom>
              <a:avLst/>
              <a:gdLst/>
              <a:ahLst/>
              <a:cxnLst/>
              <a:rect l="l" t="t" r="r" b="b"/>
              <a:pathLst>
                <a:path w="5344" h="1641" extrusionOk="0">
                  <a:moveTo>
                    <a:pt x="293" y="0"/>
                  </a:moveTo>
                  <a:lnTo>
                    <a:pt x="0" y="1640"/>
                  </a:lnTo>
                  <a:lnTo>
                    <a:pt x="4641" y="1640"/>
                  </a:lnTo>
                  <a:cubicBezTo>
                    <a:pt x="5344" y="1640"/>
                    <a:pt x="4099" y="1025"/>
                    <a:pt x="4099" y="1025"/>
                  </a:cubicBezTo>
                  <a:lnTo>
                    <a:pt x="43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58"/>
            <p:cNvSpPr/>
            <p:nvPr/>
          </p:nvSpPr>
          <p:spPr>
            <a:xfrm>
              <a:off x="-70034" y="2207587"/>
              <a:ext cx="1122540" cy="2373939"/>
            </a:xfrm>
            <a:custGeom>
              <a:avLst/>
              <a:gdLst/>
              <a:ahLst/>
              <a:cxnLst/>
              <a:rect l="l" t="t" r="r" b="b"/>
              <a:pathLst>
                <a:path w="13250" h="28021" extrusionOk="0">
                  <a:moveTo>
                    <a:pt x="13249" y="0"/>
                  </a:moveTo>
                  <a:lnTo>
                    <a:pt x="4876" y="937"/>
                  </a:lnTo>
                  <a:lnTo>
                    <a:pt x="1" y="28020"/>
                  </a:lnTo>
                  <a:lnTo>
                    <a:pt x="4993" y="28020"/>
                  </a:lnTo>
                  <a:lnTo>
                    <a:pt x="9165" y="3895"/>
                  </a:lnTo>
                  <a:lnTo>
                    <a:pt x="5769" y="28020"/>
                  </a:lnTo>
                  <a:lnTo>
                    <a:pt x="10439" y="28020"/>
                  </a:lnTo>
                  <a:lnTo>
                    <a:pt x="132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58"/>
            <p:cNvSpPr/>
            <p:nvPr/>
          </p:nvSpPr>
          <p:spPr>
            <a:xfrm>
              <a:off x="1651484" y="1861504"/>
              <a:ext cx="275425" cy="345827"/>
            </a:xfrm>
            <a:custGeom>
              <a:avLst/>
              <a:gdLst/>
              <a:ahLst/>
              <a:cxnLst/>
              <a:rect l="l" t="t" r="r" b="b"/>
              <a:pathLst>
                <a:path w="3251" h="4082" extrusionOk="0">
                  <a:moveTo>
                    <a:pt x="1209" y="0"/>
                  </a:moveTo>
                  <a:cubicBezTo>
                    <a:pt x="1040" y="0"/>
                    <a:pt x="0" y="1538"/>
                    <a:pt x="0" y="1538"/>
                  </a:cubicBezTo>
                  <a:cubicBezTo>
                    <a:pt x="0" y="1538"/>
                    <a:pt x="572" y="4082"/>
                    <a:pt x="1059" y="4082"/>
                  </a:cubicBezTo>
                  <a:cubicBezTo>
                    <a:pt x="1077" y="4082"/>
                    <a:pt x="1095" y="4078"/>
                    <a:pt x="1113" y="4071"/>
                  </a:cubicBezTo>
                  <a:cubicBezTo>
                    <a:pt x="1113" y="4071"/>
                    <a:pt x="2899" y="3002"/>
                    <a:pt x="3001" y="2783"/>
                  </a:cubicBezTo>
                  <a:cubicBezTo>
                    <a:pt x="3036" y="2709"/>
                    <a:pt x="2953" y="2685"/>
                    <a:pt x="2827" y="2685"/>
                  </a:cubicBezTo>
                  <a:cubicBezTo>
                    <a:pt x="2575" y="2685"/>
                    <a:pt x="2152" y="2783"/>
                    <a:pt x="2152" y="2783"/>
                  </a:cubicBezTo>
                  <a:cubicBezTo>
                    <a:pt x="2152" y="2783"/>
                    <a:pt x="3089" y="2460"/>
                    <a:pt x="3177" y="2241"/>
                  </a:cubicBezTo>
                  <a:cubicBezTo>
                    <a:pt x="3206" y="2168"/>
                    <a:pt x="3075" y="2143"/>
                    <a:pt x="2886" y="2143"/>
                  </a:cubicBezTo>
                  <a:cubicBezTo>
                    <a:pt x="2508" y="2143"/>
                    <a:pt x="1903" y="2241"/>
                    <a:pt x="1903" y="2241"/>
                  </a:cubicBezTo>
                  <a:cubicBezTo>
                    <a:pt x="1903" y="2241"/>
                    <a:pt x="3250" y="1948"/>
                    <a:pt x="3192" y="1655"/>
                  </a:cubicBezTo>
                  <a:cubicBezTo>
                    <a:pt x="3164" y="1543"/>
                    <a:pt x="2925" y="1508"/>
                    <a:pt x="2643" y="1508"/>
                  </a:cubicBezTo>
                  <a:cubicBezTo>
                    <a:pt x="2191" y="1508"/>
                    <a:pt x="1625" y="1597"/>
                    <a:pt x="1625" y="1597"/>
                  </a:cubicBezTo>
                  <a:cubicBezTo>
                    <a:pt x="1625" y="1597"/>
                    <a:pt x="3162" y="1231"/>
                    <a:pt x="3148" y="894"/>
                  </a:cubicBezTo>
                  <a:cubicBezTo>
                    <a:pt x="3141" y="815"/>
                    <a:pt x="3014" y="786"/>
                    <a:pt x="2828" y="786"/>
                  </a:cubicBezTo>
                  <a:cubicBezTo>
                    <a:pt x="2252" y="786"/>
                    <a:pt x="1098" y="1070"/>
                    <a:pt x="1098" y="1070"/>
                  </a:cubicBezTo>
                  <a:cubicBezTo>
                    <a:pt x="1464" y="572"/>
                    <a:pt x="1362" y="60"/>
                    <a:pt x="1215" y="1"/>
                  </a:cubicBezTo>
                  <a:cubicBezTo>
                    <a:pt x="1213" y="0"/>
                    <a:pt x="1211" y="0"/>
                    <a:pt x="1209" y="0"/>
                  </a:cubicBezTo>
                  <a:close/>
                </a:path>
              </a:pathLst>
            </a:custGeom>
            <a:solidFill>
              <a:srgbClr val="FFB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58"/>
            <p:cNvSpPr/>
            <p:nvPr/>
          </p:nvSpPr>
          <p:spPr>
            <a:xfrm>
              <a:off x="221404" y="1376056"/>
              <a:ext cx="1525638" cy="1053917"/>
            </a:xfrm>
            <a:custGeom>
              <a:avLst/>
              <a:gdLst/>
              <a:ahLst/>
              <a:cxnLst/>
              <a:rect l="l" t="t" r="r" b="b"/>
              <a:pathLst>
                <a:path w="18008" h="12440" extrusionOk="0">
                  <a:moveTo>
                    <a:pt x="5946" y="0"/>
                  </a:moveTo>
                  <a:cubicBezTo>
                    <a:pt x="4444" y="0"/>
                    <a:pt x="2514" y="105"/>
                    <a:pt x="1948" y="534"/>
                  </a:cubicBezTo>
                  <a:cubicBezTo>
                    <a:pt x="1948" y="534"/>
                    <a:pt x="1084" y="739"/>
                    <a:pt x="528" y="2876"/>
                  </a:cubicBezTo>
                  <a:cubicBezTo>
                    <a:pt x="1" y="4926"/>
                    <a:pt x="2504" y="7092"/>
                    <a:pt x="2504" y="7092"/>
                  </a:cubicBezTo>
                  <a:lnTo>
                    <a:pt x="967" y="10913"/>
                  </a:lnTo>
                  <a:cubicBezTo>
                    <a:pt x="967" y="10913"/>
                    <a:pt x="3135" y="12440"/>
                    <a:pt x="6103" y="12440"/>
                  </a:cubicBezTo>
                  <a:cubicBezTo>
                    <a:pt x="7246" y="12440"/>
                    <a:pt x="8507" y="12214"/>
                    <a:pt x="9809" y="11587"/>
                  </a:cubicBezTo>
                  <a:cubicBezTo>
                    <a:pt x="10282" y="11823"/>
                    <a:pt x="10797" y="11907"/>
                    <a:pt x="11290" y="11907"/>
                  </a:cubicBezTo>
                  <a:cubicBezTo>
                    <a:pt x="12172" y="11907"/>
                    <a:pt x="12987" y="11640"/>
                    <a:pt x="13381" y="11499"/>
                  </a:cubicBezTo>
                  <a:cubicBezTo>
                    <a:pt x="14304" y="11162"/>
                    <a:pt x="18008" y="9830"/>
                    <a:pt x="18008" y="9830"/>
                  </a:cubicBezTo>
                  <a:lnTo>
                    <a:pt x="16880" y="7268"/>
                  </a:lnTo>
                  <a:cubicBezTo>
                    <a:pt x="16880" y="7268"/>
                    <a:pt x="14274" y="8293"/>
                    <a:pt x="12049" y="8630"/>
                  </a:cubicBezTo>
                  <a:cubicBezTo>
                    <a:pt x="12029" y="8633"/>
                    <a:pt x="12009" y="8634"/>
                    <a:pt x="11989" y="8634"/>
                  </a:cubicBezTo>
                  <a:cubicBezTo>
                    <a:pt x="11091" y="8634"/>
                    <a:pt x="10950" y="5398"/>
                    <a:pt x="10878" y="3535"/>
                  </a:cubicBezTo>
                  <a:cubicBezTo>
                    <a:pt x="10805" y="1881"/>
                    <a:pt x="9634" y="432"/>
                    <a:pt x="7994" y="95"/>
                  </a:cubicBezTo>
                  <a:cubicBezTo>
                    <a:pt x="7921" y="80"/>
                    <a:pt x="7848" y="80"/>
                    <a:pt x="7804" y="66"/>
                  </a:cubicBezTo>
                  <a:cubicBezTo>
                    <a:pt x="7600" y="38"/>
                    <a:pt x="6851" y="0"/>
                    <a:pt x="59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58"/>
            <p:cNvSpPr/>
            <p:nvPr/>
          </p:nvSpPr>
          <p:spPr>
            <a:xfrm>
              <a:off x="987954" y="1597345"/>
              <a:ext cx="50917" cy="765360"/>
            </a:xfrm>
            <a:custGeom>
              <a:avLst/>
              <a:gdLst/>
              <a:ahLst/>
              <a:cxnLst/>
              <a:rect l="l" t="t" r="r" b="b"/>
              <a:pathLst>
                <a:path w="601" h="9034" extrusionOk="0">
                  <a:moveTo>
                    <a:pt x="15" y="1"/>
                  </a:moveTo>
                  <a:lnTo>
                    <a:pt x="15" y="1"/>
                  </a:lnTo>
                  <a:cubicBezTo>
                    <a:pt x="0" y="15"/>
                    <a:pt x="29" y="513"/>
                    <a:pt x="88" y="1333"/>
                  </a:cubicBezTo>
                  <a:cubicBezTo>
                    <a:pt x="161" y="2138"/>
                    <a:pt x="234" y="3265"/>
                    <a:pt x="308" y="4510"/>
                  </a:cubicBezTo>
                  <a:cubicBezTo>
                    <a:pt x="366" y="5754"/>
                    <a:pt x="439" y="6896"/>
                    <a:pt x="469" y="7716"/>
                  </a:cubicBezTo>
                  <a:cubicBezTo>
                    <a:pt x="483" y="8126"/>
                    <a:pt x="513" y="8462"/>
                    <a:pt x="527" y="8682"/>
                  </a:cubicBezTo>
                  <a:cubicBezTo>
                    <a:pt x="542" y="8902"/>
                    <a:pt x="556" y="9033"/>
                    <a:pt x="586" y="9033"/>
                  </a:cubicBezTo>
                  <a:cubicBezTo>
                    <a:pt x="586" y="9033"/>
                    <a:pt x="600" y="8931"/>
                    <a:pt x="600" y="8682"/>
                  </a:cubicBezTo>
                  <a:lnTo>
                    <a:pt x="600" y="7716"/>
                  </a:lnTo>
                  <a:cubicBezTo>
                    <a:pt x="600" y="6896"/>
                    <a:pt x="556" y="5754"/>
                    <a:pt x="483" y="4510"/>
                  </a:cubicBezTo>
                  <a:cubicBezTo>
                    <a:pt x="410" y="3251"/>
                    <a:pt x="308" y="2138"/>
                    <a:pt x="220" y="1318"/>
                  </a:cubicBezTo>
                  <a:cubicBezTo>
                    <a:pt x="161" y="894"/>
                    <a:pt x="117" y="557"/>
                    <a:pt x="88" y="338"/>
                  </a:cubicBezTo>
                  <a:cubicBezTo>
                    <a:pt x="44" y="118"/>
                    <a:pt x="29" y="1"/>
                    <a:pt x="15"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58"/>
            <p:cNvSpPr/>
            <p:nvPr/>
          </p:nvSpPr>
          <p:spPr>
            <a:xfrm>
              <a:off x="1522455" y="2035181"/>
              <a:ext cx="81924" cy="222136"/>
            </a:xfrm>
            <a:custGeom>
              <a:avLst/>
              <a:gdLst/>
              <a:ahLst/>
              <a:cxnLst/>
              <a:rect l="l" t="t" r="r" b="b"/>
              <a:pathLst>
                <a:path w="967" h="2622" extrusionOk="0">
                  <a:moveTo>
                    <a:pt x="32" y="0"/>
                  </a:moveTo>
                  <a:cubicBezTo>
                    <a:pt x="31" y="0"/>
                    <a:pt x="31" y="0"/>
                    <a:pt x="30" y="1"/>
                  </a:cubicBezTo>
                  <a:cubicBezTo>
                    <a:pt x="1" y="1"/>
                    <a:pt x="162" y="615"/>
                    <a:pt x="396" y="1347"/>
                  </a:cubicBezTo>
                  <a:cubicBezTo>
                    <a:pt x="627" y="2041"/>
                    <a:pt x="873" y="2621"/>
                    <a:pt x="921" y="2621"/>
                  </a:cubicBezTo>
                  <a:cubicBezTo>
                    <a:pt x="922" y="2621"/>
                    <a:pt x="923" y="2621"/>
                    <a:pt x="923" y="2621"/>
                  </a:cubicBezTo>
                  <a:cubicBezTo>
                    <a:pt x="967" y="2606"/>
                    <a:pt x="821" y="2006"/>
                    <a:pt x="557" y="1289"/>
                  </a:cubicBezTo>
                  <a:cubicBezTo>
                    <a:pt x="326" y="580"/>
                    <a:pt x="94" y="0"/>
                    <a:pt x="32"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58"/>
            <p:cNvSpPr/>
            <p:nvPr/>
          </p:nvSpPr>
          <p:spPr>
            <a:xfrm>
              <a:off x="1634116" y="2170395"/>
              <a:ext cx="44732" cy="35752"/>
            </a:xfrm>
            <a:custGeom>
              <a:avLst/>
              <a:gdLst/>
              <a:ahLst/>
              <a:cxnLst/>
              <a:rect l="l" t="t" r="r" b="b"/>
              <a:pathLst>
                <a:path w="528" h="422" extrusionOk="0">
                  <a:moveTo>
                    <a:pt x="303" y="128"/>
                  </a:moveTo>
                  <a:cubicBezTo>
                    <a:pt x="310" y="128"/>
                    <a:pt x="317" y="129"/>
                    <a:pt x="322" y="132"/>
                  </a:cubicBezTo>
                  <a:cubicBezTo>
                    <a:pt x="352" y="147"/>
                    <a:pt x="366" y="220"/>
                    <a:pt x="293" y="234"/>
                  </a:cubicBezTo>
                  <a:cubicBezTo>
                    <a:pt x="249" y="234"/>
                    <a:pt x="220" y="234"/>
                    <a:pt x="176" y="220"/>
                  </a:cubicBezTo>
                  <a:lnTo>
                    <a:pt x="147" y="191"/>
                  </a:lnTo>
                  <a:cubicBezTo>
                    <a:pt x="158" y="158"/>
                    <a:pt x="185" y="141"/>
                    <a:pt x="211" y="141"/>
                  </a:cubicBezTo>
                  <a:cubicBezTo>
                    <a:pt x="215" y="141"/>
                    <a:pt x="218" y="142"/>
                    <a:pt x="222" y="142"/>
                  </a:cubicBezTo>
                  <a:lnTo>
                    <a:pt x="222" y="142"/>
                  </a:lnTo>
                  <a:cubicBezTo>
                    <a:pt x="226" y="145"/>
                    <a:pt x="230" y="147"/>
                    <a:pt x="235" y="147"/>
                  </a:cubicBezTo>
                  <a:cubicBezTo>
                    <a:pt x="246" y="147"/>
                    <a:pt x="277" y="128"/>
                    <a:pt x="303" y="128"/>
                  </a:cubicBezTo>
                  <a:close/>
                  <a:moveTo>
                    <a:pt x="352" y="0"/>
                  </a:moveTo>
                  <a:cubicBezTo>
                    <a:pt x="283" y="0"/>
                    <a:pt x="240" y="52"/>
                    <a:pt x="223" y="83"/>
                  </a:cubicBezTo>
                  <a:lnTo>
                    <a:pt x="223" y="83"/>
                  </a:lnTo>
                  <a:cubicBezTo>
                    <a:pt x="222" y="80"/>
                    <a:pt x="221" y="77"/>
                    <a:pt x="220" y="73"/>
                  </a:cubicBezTo>
                  <a:cubicBezTo>
                    <a:pt x="205" y="69"/>
                    <a:pt x="187" y="65"/>
                    <a:pt x="168" y="65"/>
                  </a:cubicBezTo>
                  <a:cubicBezTo>
                    <a:pt x="130" y="65"/>
                    <a:pt x="88" y="78"/>
                    <a:pt x="59" y="117"/>
                  </a:cubicBezTo>
                  <a:cubicBezTo>
                    <a:pt x="15" y="132"/>
                    <a:pt x="0" y="205"/>
                    <a:pt x="15" y="234"/>
                  </a:cubicBezTo>
                  <a:cubicBezTo>
                    <a:pt x="30" y="278"/>
                    <a:pt x="44" y="308"/>
                    <a:pt x="88" y="352"/>
                  </a:cubicBezTo>
                  <a:cubicBezTo>
                    <a:pt x="142" y="394"/>
                    <a:pt x="219" y="422"/>
                    <a:pt x="291" y="422"/>
                  </a:cubicBezTo>
                  <a:cubicBezTo>
                    <a:pt x="317" y="422"/>
                    <a:pt x="343" y="418"/>
                    <a:pt x="366" y="410"/>
                  </a:cubicBezTo>
                  <a:cubicBezTo>
                    <a:pt x="425" y="381"/>
                    <a:pt x="454" y="352"/>
                    <a:pt x="498" y="308"/>
                  </a:cubicBezTo>
                  <a:cubicBezTo>
                    <a:pt x="527" y="278"/>
                    <a:pt x="527" y="220"/>
                    <a:pt x="527" y="161"/>
                  </a:cubicBezTo>
                  <a:cubicBezTo>
                    <a:pt x="527" y="117"/>
                    <a:pt x="513" y="73"/>
                    <a:pt x="469" y="44"/>
                  </a:cubicBezTo>
                  <a:cubicBezTo>
                    <a:pt x="439" y="15"/>
                    <a:pt x="381" y="0"/>
                    <a:pt x="352"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58"/>
            <p:cNvSpPr/>
            <p:nvPr/>
          </p:nvSpPr>
          <p:spPr>
            <a:xfrm>
              <a:off x="705158" y="1485684"/>
              <a:ext cx="43461" cy="961318"/>
            </a:xfrm>
            <a:custGeom>
              <a:avLst/>
              <a:gdLst/>
              <a:ahLst/>
              <a:cxnLst/>
              <a:rect l="l" t="t" r="r" b="b"/>
              <a:pathLst>
                <a:path w="513" h="11347" extrusionOk="0">
                  <a:moveTo>
                    <a:pt x="453" y="1"/>
                  </a:moveTo>
                  <a:cubicBezTo>
                    <a:pt x="409" y="1"/>
                    <a:pt x="278" y="2537"/>
                    <a:pt x="161" y="5667"/>
                  </a:cubicBezTo>
                  <a:cubicBezTo>
                    <a:pt x="59" y="8800"/>
                    <a:pt x="0" y="11347"/>
                    <a:pt x="59" y="11347"/>
                  </a:cubicBezTo>
                  <a:cubicBezTo>
                    <a:pt x="117" y="11347"/>
                    <a:pt x="235" y="8800"/>
                    <a:pt x="352" y="5667"/>
                  </a:cubicBezTo>
                  <a:cubicBezTo>
                    <a:pt x="454" y="2534"/>
                    <a:pt x="513" y="1"/>
                    <a:pt x="454" y="1"/>
                  </a:cubicBezTo>
                  <a:cubicBezTo>
                    <a:pt x="454" y="1"/>
                    <a:pt x="454" y="1"/>
                    <a:pt x="453" y="1"/>
                  </a:cubicBezTo>
                  <a:close/>
                </a:path>
              </a:pathLst>
            </a:custGeom>
            <a:solidFill>
              <a:srgbClr val="C69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58"/>
            <p:cNvSpPr/>
            <p:nvPr/>
          </p:nvSpPr>
          <p:spPr>
            <a:xfrm>
              <a:off x="685333" y="844350"/>
              <a:ext cx="421736" cy="264496"/>
            </a:xfrm>
            <a:custGeom>
              <a:avLst/>
              <a:gdLst/>
              <a:ahLst/>
              <a:cxnLst/>
              <a:rect l="l" t="t" r="r" b="b"/>
              <a:pathLst>
                <a:path w="4978" h="3122" extrusionOk="0">
                  <a:moveTo>
                    <a:pt x="2376" y="0"/>
                  </a:moveTo>
                  <a:cubicBezTo>
                    <a:pt x="2360" y="0"/>
                    <a:pt x="2344" y="1"/>
                    <a:pt x="2328" y="3"/>
                  </a:cubicBezTo>
                  <a:cubicBezTo>
                    <a:pt x="2152" y="32"/>
                    <a:pt x="1991" y="105"/>
                    <a:pt x="1845" y="178"/>
                  </a:cubicBezTo>
                  <a:cubicBezTo>
                    <a:pt x="1347" y="427"/>
                    <a:pt x="878" y="735"/>
                    <a:pt x="527" y="1174"/>
                  </a:cubicBezTo>
                  <a:cubicBezTo>
                    <a:pt x="176" y="1598"/>
                    <a:pt x="0" y="2199"/>
                    <a:pt x="147" y="2740"/>
                  </a:cubicBezTo>
                  <a:lnTo>
                    <a:pt x="73" y="2784"/>
                  </a:lnTo>
                  <a:cubicBezTo>
                    <a:pt x="29" y="2901"/>
                    <a:pt x="103" y="3004"/>
                    <a:pt x="205" y="3062"/>
                  </a:cubicBezTo>
                  <a:cubicBezTo>
                    <a:pt x="293" y="3121"/>
                    <a:pt x="395" y="3121"/>
                    <a:pt x="512" y="3121"/>
                  </a:cubicBezTo>
                  <a:cubicBezTo>
                    <a:pt x="563" y="3122"/>
                    <a:pt x="613" y="3122"/>
                    <a:pt x="663" y="3122"/>
                  </a:cubicBezTo>
                  <a:cubicBezTo>
                    <a:pt x="1710" y="3122"/>
                    <a:pt x="2756" y="2976"/>
                    <a:pt x="3762" y="2696"/>
                  </a:cubicBezTo>
                  <a:cubicBezTo>
                    <a:pt x="3762" y="2374"/>
                    <a:pt x="4114" y="2169"/>
                    <a:pt x="4392" y="2008"/>
                  </a:cubicBezTo>
                  <a:cubicBezTo>
                    <a:pt x="4670" y="1833"/>
                    <a:pt x="4978" y="1540"/>
                    <a:pt x="4890" y="1232"/>
                  </a:cubicBezTo>
                  <a:cubicBezTo>
                    <a:pt x="4816" y="1027"/>
                    <a:pt x="4612" y="910"/>
                    <a:pt x="4407" y="881"/>
                  </a:cubicBezTo>
                  <a:cubicBezTo>
                    <a:pt x="4385" y="879"/>
                    <a:pt x="4363" y="879"/>
                    <a:pt x="4342" y="879"/>
                  </a:cubicBezTo>
                  <a:cubicBezTo>
                    <a:pt x="4201" y="879"/>
                    <a:pt x="4066" y="911"/>
                    <a:pt x="3926" y="949"/>
                  </a:cubicBezTo>
                  <a:lnTo>
                    <a:pt x="3926" y="949"/>
                  </a:lnTo>
                  <a:cubicBezTo>
                    <a:pt x="4052" y="859"/>
                    <a:pt x="4080" y="613"/>
                    <a:pt x="3953" y="486"/>
                  </a:cubicBezTo>
                  <a:cubicBezTo>
                    <a:pt x="3858" y="400"/>
                    <a:pt x="3729" y="364"/>
                    <a:pt x="3594" y="364"/>
                  </a:cubicBezTo>
                  <a:cubicBezTo>
                    <a:pt x="3498" y="364"/>
                    <a:pt x="3400" y="382"/>
                    <a:pt x="3309" y="413"/>
                  </a:cubicBezTo>
                  <a:cubicBezTo>
                    <a:pt x="3104" y="486"/>
                    <a:pt x="2884" y="588"/>
                    <a:pt x="2664" y="603"/>
                  </a:cubicBezTo>
                  <a:cubicBezTo>
                    <a:pt x="2811" y="559"/>
                    <a:pt x="2855" y="339"/>
                    <a:pt x="2767" y="193"/>
                  </a:cubicBezTo>
                  <a:cubicBezTo>
                    <a:pt x="2675" y="61"/>
                    <a:pt x="2523" y="0"/>
                    <a:pt x="23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58"/>
            <p:cNvSpPr/>
            <p:nvPr/>
          </p:nvSpPr>
          <p:spPr>
            <a:xfrm>
              <a:off x="591378" y="949912"/>
              <a:ext cx="441306" cy="539412"/>
            </a:xfrm>
            <a:custGeom>
              <a:avLst/>
              <a:gdLst/>
              <a:ahLst/>
              <a:cxnLst/>
              <a:rect l="l" t="t" r="r" b="b"/>
              <a:pathLst>
                <a:path w="5209" h="6367" extrusionOk="0">
                  <a:moveTo>
                    <a:pt x="2833" y="1"/>
                  </a:moveTo>
                  <a:cubicBezTo>
                    <a:pt x="1562" y="1"/>
                    <a:pt x="1504" y="587"/>
                    <a:pt x="1504" y="587"/>
                  </a:cubicBezTo>
                  <a:lnTo>
                    <a:pt x="1504" y="1597"/>
                  </a:lnTo>
                  <a:cubicBezTo>
                    <a:pt x="1504" y="1597"/>
                    <a:pt x="1222" y="1377"/>
                    <a:pt x="921" y="1377"/>
                  </a:cubicBezTo>
                  <a:cubicBezTo>
                    <a:pt x="694" y="1377"/>
                    <a:pt x="457" y="1500"/>
                    <a:pt x="319" y="1933"/>
                  </a:cubicBezTo>
                  <a:cubicBezTo>
                    <a:pt x="1" y="2874"/>
                    <a:pt x="858" y="2900"/>
                    <a:pt x="954" y="2900"/>
                  </a:cubicBezTo>
                  <a:cubicBezTo>
                    <a:pt x="960" y="2900"/>
                    <a:pt x="963" y="2900"/>
                    <a:pt x="963" y="2900"/>
                  </a:cubicBezTo>
                  <a:lnTo>
                    <a:pt x="963" y="2900"/>
                  </a:lnTo>
                  <a:lnTo>
                    <a:pt x="772" y="5257"/>
                  </a:lnTo>
                  <a:cubicBezTo>
                    <a:pt x="758" y="5564"/>
                    <a:pt x="846" y="5886"/>
                    <a:pt x="1065" y="6106"/>
                  </a:cubicBezTo>
                  <a:cubicBezTo>
                    <a:pt x="1268" y="6297"/>
                    <a:pt x="1500" y="6366"/>
                    <a:pt x="1731" y="6366"/>
                  </a:cubicBezTo>
                  <a:cubicBezTo>
                    <a:pt x="2083" y="6366"/>
                    <a:pt x="2431" y="6203"/>
                    <a:pt x="2661" y="6062"/>
                  </a:cubicBezTo>
                  <a:cubicBezTo>
                    <a:pt x="2837" y="5930"/>
                    <a:pt x="2954" y="5754"/>
                    <a:pt x="2954" y="5535"/>
                  </a:cubicBezTo>
                  <a:lnTo>
                    <a:pt x="2954" y="4905"/>
                  </a:lnTo>
                  <a:lnTo>
                    <a:pt x="3817" y="4905"/>
                  </a:lnTo>
                  <a:cubicBezTo>
                    <a:pt x="5208" y="4832"/>
                    <a:pt x="4959" y="396"/>
                    <a:pt x="4959" y="396"/>
                  </a:cubicBezTo>
                  <a:cubicBezTo>
                    <a:pt x="4959" y="57"/>
                    <a:pt x="4307" y="45"/>
                    <a:pt x="4210" y="45"/>
                  </a:cubicBezTo>
                  <a:cubicBezTo>
                    <a:pt x="4202" y="45"/>
                    <a:pt x="4198" y="45"/>
                    <a:pt x="4198" y="45"/>
                  </a:cubicBezTo>
                  <a:lnTo>
                    <a:pt x="2880" y="1"/>
                  </a:lnTo>
                  <a:cubicBezTo>
                    <a:pt x="2865" y="1"/>
                    <a:pt x="2849" y="1"/>
                    <a:pt x="2833"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58"/>
            <p:cNvSpPr/>
            <p:nvPr/>
          </p:nvSpPr>
          <p:spPr>
            <a:xfrm>
              <a:off x="923397" y="1127316"/>
              <a:ext cx="22451" cy="111661"/>
            </a:xfrm>
            <a:custGeom>
              <a:avLst/>
              <a:gdLst/>
              <a:ahLst/>
              <a:cxnLst/>
              <a:rect l="l" t="t" r="r" b="b"/>
              <a:pathLst>
                <a:path w="265" h="1318" extrusionOk="0">
                  <a:moveTo>
                    <a:pt x="206" y="0"/>
                  </a:moveTo>
                  <a:cubicBezTo>
                    <a:pt x="177" y="0"/>
                    <a:pt x="177" y="322"/>
                    <a:pt x="177" y="732"/>
                  </a:cubicBezTo>
                  <a:cubicBezTo>
                    <a:pt x="177" y="908"/>
                    <a:pt x="206" y="1113"/>
                    <a:pt x="147" y="1201"/>
                  </a:cubicBezTo>
                  <a:cubicBezTo>
                    <a:pt x="133" y="1245"/>
                    <a:pt x="103" y="1274"/>
                    <a:pt x="59" y="1274"/>
                  </a:cubicBezTo>
                  <a:cubicBezTo>
                    <a:pt x="30" y="1303"/>
                    <a:pt x="1" y="1303"/>
                    <a:pt x="1" y="1303"/>
                  </a:cubicBezTo>
                  <a:cubicBezTo>
                    <a:pt x="1" y="1303"/>
                    <a:pt x="30" y="1318"/>
                    <a:pt x="59" y="1318"/>
                  </a:cubicBezTo>
                  <a:cubicBezTo>
                    <a:pt x="103" y="1318"/>
                    <a:pt x="147" y="1274"/>
                    <a:pt x="206" y="1230"/>
                  </a:cubicBezTo>
                  <a:cubicBezTo>
                    <a:pt x="250" y="1172"/>
                    <a:pt x="264" y="1084"/>
                    <a:pt x="264" y="981"/>
                  </a:cubicBezTo>
                  <a:lnTo>
                    <a:pt x="264" y="718"/>
                  </a:lnTo>
                  <a:cubicBezTo>
                    <a:pt x="264" y="322"/>
                    <a:pt x="220" y="0"/>
                    <a:pt x="2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58"/>
            <p:cNvSpPr/>
            <p:nvPr/>
          </p:nvSpPr>
          <p:spPr>
            <a:xfrm>
              <a:off x="856468" y="1129773"/>
              <a:ext cx="8726" cy="28635"/>
            </a:xfrm>
            <a:custGeom>
              <a:avLst/>
              <a:gdLst/>
              <a:ahLst/>
              <a:cxnLst/>
              <a:rect l="l" t="t" r="r" b="b"/>
              <a:pathLst>
                <a:path w="103" h="338" extrusionOk="0">
                  <a:moveTo>
                    <a:pt x="44" y="1"/>
                  </a:moveTo>
                  <a:cubicBezTo>
                    <a:pt x="30" y="1"/>
                    <a:pt x="0" y="74"/>
                    <a:pt x="0" y="176"/>
                  </a:cubicBezTo>
                  <a:cubicBezTo>
                    <a:pt x="0" y="264"/>
                    <a:pt x="44" y="337"/>
                    <a:pt x="59" y="337"/>
                  </a:cubicBezTo>
                  <a:cubicBezTo>
                    <a:pt x="74" y="337"/>
                    <a:pt x="103" y="264"/>
                    <a:pt x="103" y="176"/>
                  </a:cubicBezTo>
                  <a:cubicBezTo>
                    <a:pt x="103" y="74"/>
                    <a:pt x="59" y="1"/>
                    <a:pt x="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58"/>
            <p:cNvSpPr/>
            <p:nvPr/>
          </p:nvSpPr>
          <p:spPr>
            <a:xfrm>
              <a:off x="978042" y="1128587"/>
              <a:ext cx="8726" cy="27365"/>
            </a:xfrm>
            <a:custGeom>
              <a:avLst/>
              <a:gdLst/>
              <a:ahLst/>
              <a:cxnLst/>
              <a:rect l="l" t="t" r="r" b="b"/>
              <a:pathLst>
                <a:path w="103" h="323" extrusionOk="0">
                  <a:moveTo>
                    <a:pt x="59" y="0"/>
                  </a:moveTo>
                  <a:cubicBezTo>
                    <a:pt x="15" y="0"/>
                    <a:pt x="0" y="73"/>
                    <a:pt x="15" y="161"/>
                  </a:cubicBezTo>
                  <a:cubicBezTo>
                    <a:pt x="15" y="264"/>
                    <a:pt x="59" y="322"/>
                    <a:pt x="73" y="322"/>
                  </a:cubicBezTo>
                  <a:cubicBezTo>
                    <a:pt x="88" y="322"/>
                    <a:pt x="103" y="264"/>
                    <a:pt x="103" y="161"/>
                  </a:cubicBezTo>
                  <a:cubicBezTo>
                    <a:pt x="103" y="73"/>
                    <a:pt x="73"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58"/>
            <p:cNvSpPr/>
            <p:nvPr/>
          </p:nvSpPr>
          <p:spPr>
            <a:xfrm>
              <a:off x="832916" y="1222796"/>
              <a:ext cx="83195" cy="72351"/>
            </a:xfrm>
            <a:custGeom>
              <a:avLst/>
              <a:gdLst/>
              <a:ahLst/>
              <a:cxnLst/>
              <a:rect l="l" t="t" r="r" b="b"/>
              <a:pathLst>
                <a:path w="982" h="854" extrusionOk="0">
                  <a:moveTo>
                    <a:pt x="191" y="1"/>
                  </a:moveTo>
                  <a:lnTo>
                    <a:pt x="161" y="45"/>
                  </a:lnTo>
                  <a:cubicBezTo>
                    <a:pt x="0" y="264"/>
                    <a:pt x="44" y="586"/>
                    <a:pt x="264" y="762"/>
                  </a:cubicBezTo>
                  <a:cubicBezTo>
                    <a:pt x="349" y="824"/>
                    <a:pt x="451" y="854"/>
                    <a:pt x="554" y="854"/>
                  </a:cubicBezTo>
                  <a:cubicBezTo>
                    <a:pt x="717" y="854"/>
                    <a:pt x="882" y="780"/>
                    <a:pt x="981" y="645"/>
                  </a:cubicBezTo>
                  <a:lnTo>
                    <a:pt x="981" y="645"/>
                  </a:lnTo>
                  <a:cubicBezTo>
                    <a:pt x="966" y="646"/>
                    <a:pt x="951" y="647"/>
                    <a:pt x="936" y="647"/>
                  </a:cubicBezTo>
                  <a:cubicBezTo>
                    <a:pt x="773" y="647"/>
                    <a:pt x="603" y="577"/>
                    <a:pt x="469" y="484"/>
                  </a:cubicBezTo>
                  <a:cubicBezTo>
                    <a:pt x="322" y="367"/>
                    <a:pt x="234" y="19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58"/>
            <p:cNvSpPr/>
            <p:nvPr/>
          </p:nvSpPr>
          <p:spPr>
            <a:xfrm>
              <a:off x="648056" y="1114015"/>
              <a:ext cx="33634" cy="49307"/>
            </a:xfrm>
            <a:custGeom>
              <a:avLst/>
              <a:gdLst/>
              <a:ahLst/>
              <a:cxnLst/>
              <a:rect l="l" t="t" r="r" b="b"/>
              <a:pathLst>
                <a:path w="397" h="582" extrusionOk="0">
                  <a:moveTo>
                    <a:pt x="30" y="0"/>
                  </a:moveTo>
                  <a:cubicBezTo>
                    <a:pt x="12" y="0"/>
                    <a:pt x="1" y="4"/>
                    <a:pt x="1" y="11"/>
                  </a:cubicBezTo>
                  <a:cubicBezTo>
                    <a:pt x="1" y="40"/>
                    <a:pt x="147" y="84"/>
                    <a:pt x="250" y="245"/>
                  </a:cubicBezTo>
                  <a:cubicBezTo>
                    <a:pt x="338" y="406"/>
                    <a:pt x="338" y="582"/>
                    <a:pt x="367" y="582"/>
                  </a:cubicBezTo>
                  <a:cubicBezTo>
                    <a:pt x="367" y="582"/>
                    <a:pt x="396" y="538"/>
                    <a:pt x="396" y="465"/>
                  </a:cubicBezTo>
                  <a:cubicBezTo>
                    <a:pt x="396" y="392"/>
                    <a:pt x="382" y="289"/>
                    <a:pt x="323" y="187"/>
                  </a:cubicBezTo>
                  <a:cubicBezTo>
                    <a:pt x="250" y="99"/>
                    <a:pt x="177" y="26"/>
                    <a:pt x="103" y="11"/>
                  </a:cubicBezTo>
                  <a:cubicBezTo>
                    <a:pt x="74" y="4"/>
                    <a:pt x="49" y="0"/>
                    <a:pt x="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58"/>
            <p:cNvSpPr/>
            <p:nvPr/>
          </p:nvSpPr>
          <p:spPr>
            <a:xfrm>
              <a:off x="778356" y="1325732"/>
              <a:ext cx="67014" cy="117930"/>
            </a:xfrm>
            <a:custGeom>
              <a:avLst/>
              <a:gdLst/>
              <a:ahLst/>
              <a:cxnLst/>
              <a:rect l="l" t="t" r="r" b="b"/>
              <a:pathLst>
                <a:path w="791" h="1392" extrusionOk="0">
                  <a:moveTo>
                    <a:pt x="15" y="1"/>
                  </a:moveTo>
                  <a:cubicBezTo>
                    <a:pt x="0" y="235"/>
                    <a:pt x="0" y="498"/>
                    <a:pt x="73" y="733"/>
                  </a:cubicBezTo>
                  <a:cubicBezTo>
                    <a:pt x="146" y="967"/>
                    <a:pt x="293" y="1187"/>
                    <a:pt x="512" y="1289"/>
                  </a:cubicBezTo>
                  <a:cubicBezTo>
                    <a:pt x="586" y="1333"/>
                    <a:pt x="703" y="1392"/>
                    <a:pt x="703" y="1392"/>
                  </a:cubicBezTo>
                  <a:cubicBezTo>
                    <a:pt x="703" y="1377"/>
                    <a:pt x="747" y="1216"/>
                    <a:pt x="747" y="1201"/>
                  </a:cubicBezTo>
                  <a:cubicBezTo>
                    <a:pt x="791" y="952"/>
                    <a:pt x="791" y="762"/>
                    <a:pt x="747" y="469"/>
                  </a:cubicBezTo>
                  <a:cubicBezTo>
                    <a:pt x="454" y="396"/>
                    <a:pt x="190" y="220"/>
                    <a:pt x="15"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58"/>
            <p:cNvSpPr/>
            <p:nvPr/>
          </p:nvSpPr>
          <p:spPr>
            <a:xfrm>
              <a:off x="697702" y="913906"/>
              <a:ext cx="334983" cy="253906"/>
            </a:xfrm>
            <a:custGeom>
              <a:avLst/>
              <a:gdLst/>
              <a:ahLst/>
              <a:cxnLst/>
              <a:rect l="l" t="t" r="r" b="b"/>
              <a:pathLst>
                <a:path w="3954" h="2997" extrusionOk="0">
                  <a:moveTo>
                    <a:pt x="1836" y="0"/>
                  </a:moveTo>
                  <a:cubicBezTo>
                    <a:pt x="1810" y="0"/>
                    <a:pt x="1784" y="1"/>
                    <a:pt x="1757" y="1"/>
                  </a:cubicBezTo>
                  <a:cubicBezTo>
                    <a:pt x="1245" y="31"/>
                    <a:pt x="732" y="192"/>
                    <a:pt x="396" y="572"/>
                  </a:cubicBezTo>
                  <a:cubicBezTo>
                    <a:pt x="74" y="968"/>
                    <a:pt x="1" y="1582"/>
                    <a:pt x="323" y="1963"/>
                  </a:cubicBezTo>
                  <a:lnTo>
                    <a:pt x="249" y="1963"/>
                  </a:lnTo>
                  <a:cubicBezTo>
                    <a:pt x="323" y="2095"/>
                    <a:pt x="323" y="2256"/>
                    <a:pt x="323" y="2402"/>
                  </a:cubicBezTo>
                  <a:cubicBezTo>
                    <a:pt x="323" y="2549"/>
                    <a:pt x="323" y="2724"/>
                    <a:pt x="396" y="2841"/>
                  </a:cubicBezTo>
                  <a:cubicBezTo>
                    <a:pt x="447" y="2934"/>
                    <a:pt x="562" y="2997"/>
                    <a:pt x="662" y="2997"/>
                  </a:cubicBezTo>
                  <a:cubicBezTo>
                    <a:pt x="705" y="2997"/>
                    <a:pt x="745" y="2985"/>
                    <a:pt x="776" y="2959"/>
                  </a:cubicBezTo>
                  <a:cubicBezTo>
                    <a:pt x="879" y="2885"/>
                    <a:pt x="894" y="2768"/>
                    <a:pt x="908" y="2666"/>
                  </a:cubicBezTo>
                  <a:cubicBezTo>
                    <a:pt x="967" y="2227"/>
                    <a:pt x="1040" y="1787"/>
                    <a:pt x="1098" y="1348"/>
                  </a:cubicBezTo>
                  <a:cubicBezTo>
                    <a:pt x="1246" y="1417"/>
                    <a:pt x="1404" y="1450"/>
                    <a:pt x="1563" y="1450"/>
                  </a:cubicBezTo>
                  <a:cubicBezTo>
                    <a:pt x="1941" y="1450"/>
                    <a:pt x="2321" y="1267"/>
                    <a:pt x="2548" y="968"/>
                  </a:cubicBezTo>
                  <a:cubicBezTo>
                    <a:pt x="2777" y="1089"/>
                    <a:pt x="3030" y="1235"/>
                    <a:pt x="3297" y="1235"/>
                  </a:cubicBezTo>
                  <a:cubicBezTo>
                    <a:pt x="3320" y="1235"/>
                    <a:pt x="3344" y="1234"/>
                    <a:pt x="3368" y="1231"/>
                  </a:cubicBezTo>
                  <a:cubicBezTo>
                    <a:pt x="3660" y="1217"/>
                    <a:pt x="3953" y="924"/>
                    <a:pt x="3865" y="646"/>
                  </a:cubicBezTo>
                  <a:cubicBezTo>
                    <a:pt x="3792" y="411"/>
                    <a:pt x="3514" y="294"/>
                    <a:pt x="3250" y="250"/>
                  </a:cubicBezTo>
                  <a:cubicBezTo>
                    <a:pt x="2792" y="125"/>
                    <a:pt x="2321" y="0"/>
                    <a:pt x="18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58"/>
            <p:cNvSpPr/>
            <p:nvPr/>
          </p:nvSpPr>
          <p:spPr>
            <a:xfrm>
              <a:off x="966859" y="1417569"/>
              <a:ext cx="11268" cy="126572"/>
            </a:xfrm>
            <a:custGeom>
              <a:avLst/>
              <a:gdLst/>
              <a:ahLst/>
              <a:cxnLst/>
              <a:rect l="l" t="t" r="r" b="b"/>
              <a:pathLst>
                <a:path w="133" h="1494" extrusionOk="0">
                  <a:moveTo>
                    <a:pt x="44" y="0"/>
                  </a:moveTo>
                  <a:cubicBezTo>
                    <a:pt x="30" y="0"/>
                    <a:pt x="0" y="322"/>
                    <a:pt x="30" y="747"/>
                  </a:cubicBezTo>
                  <a:cubicBezTo>
                    <a:pt x="44" y="1171"/>
                    <a:pt x="73" y="1493"/>
                    <a:pt x="103" y="1493"/>
                  </a:cubicBezTo>
                  <a:cubicBezTo>
                    <a:pt x="117" y="1493"/>
                    <a:pt x="132" y="1171"/>
                    <a:pt x="117" y="747"/>
                  </a:cubicBezTo>
                  <a:cubicBezTo>
                    <a:pt x="103" y="322"/>
                    <a:pt x="59" y="0"/>
                    <a:pt x="44"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58"/>
            <p:cNvSpPr/>
            <p:nvPr/>
          </p:nvSpPr>
          <p:spPr>
            <a:xfrm>
              <a:off x="290875" y="2444465"/>
              <a:ext cx="172490" cy="143939"/>
            </a:xfrm>
            <a:custGeom>
              <a:avLst/>
              <a:gdLst/>
              <a:ahLst/>
              <a:cxnLst/>
              <a:rect l="l" t="t" r="r" b="b"/>
              <a:pathLst>
                <a:path w="2036" h="1699" extrusionOk="0">
                  <a:moveTo>
                    <a:pt x="2019" y="0"/>
                  </a:moveTo>
                  <a:cubicBezTo>
                    <a:pt x="1971" y="0"/>
                    <a:pt x="1721" y="563"/>
                    <a:pt x="1172" y="1025"/>
                  </a:cubicBezTo>
                  <a:cubicBezTo>
                    <a:pt x="616" y="1508"/>
                    <a:pt x="1" y="1669"/>
                    <a:pt x="30" y="1699"/>
                  </a:cubicBezTo>
                  <a:cubicBezTo>
                    <a:pt x="30" y="1699"/>
                    <a:pt x="176" y="1684"/>
                    <a:pt x="411" y="1596"/>
                  </a:cubicBezTo>
                  <a:cubicBezTo>
                    <a:pt x="630" y="1523"/>
                    <a:pt x="938" y="1347"/>
                    <a:pt x="1230" y="1099"/>
                  </a:cubicBezTo>
                  <a:cubicBezTo>
                    <a:pt x="1509" y="864"/>
                    <a:pt x="1728" y="586"/>
                    <a:pt x="1860" y="367"/>
                  </a:cubicBezTo>
                  <a:cubicBezTo>
                    <a:pt x="1977" y="147"/>
                    <a:pt x="2036" y="1"/>
                    <a:pt x="2021" y="1"/>
                  </a:cubicBezTo>
                  <a:cubicBezTo>
                    <a:pt x="2020" y="0"/>
                    <a:pt x="2020" y="0"/>
                    <a:pt x="2019" y="0"/>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58"/>
            <p:cNvSpPr/>
            <p:nvPr/>
          </p:nvSpPr>
          <p:spPr>
            <a:xfrm>
              <a:off x="623318" y="2434553"/>
              <a:ext cx="228236" cy="2135791"/>
            </a:xfrm>
            <a:custGeom>
              <a:avLst/>
              <a:gdLst/>
              <a:ahLst/>
              <a:cxnLst/>
              <a:rect l="l" t="t" r="r" b="b"/>
              <a:pathLst>
                <a:path w="2694" h="25210" extrusionOk="0">
                  <a:moveTo>
                    <a:pt x="2665" y="0"/>
                  </a:moveTo>
                  <a:lnTo>
                    <a:pt x="2665" y="0"/>
                  </a:lnTo>
                  <a:cubicBezTo>
                    <a:pt x="2650" y="0"/>
                    <a:pt x="2020" y="5637"/>
                    <a:pt x="1288" y="12605"/>
                  </a:cubicBezTo>
                  <a:cubicBezTo>
                    <a:pt x="556" y="19559"/>
                    <a:pt x="0" y="25210"/>
                    <a:pt x="15" y="25210"/>
                  </a:cubicBezTo>
                  <a:cubicBezTo>
                    <a:pt x="29" y="25210"/>
                    <a:pt x="659" y="19574"/>
                    <a:pt x="1391" y="12605"/>
                  </a:cubicBezTo>
                  <a:cubicBezTo>
                    <a:pt x="2123" y="5651"/>
                    <a:pt x="2694" y="0"/>
                    <a:pt x="2665" y="0"/>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58"/>
            <p:cNvSpPr/>
            <p:nvPr/>
          </p:nvSpPr>
          <p:spPr>
            <a:xfrm>
              <a:off x="159389" y="2412187"/>
              <a:ext cx="383358" cy="2164342"/>
            </a:xfrm>
            <a:custGeom>
              <a:avLst/>
              <a:gdLst/>
              <a:ahLst/>
              <a:cxnLst/>
              <a:rect l="l" t="t" r="r" b="b"/>
              <a:pathLst>
                <a:path w="4525" h="25547" extrusionOk="0">
                  <a:moveTo>
                    <a:pt x="4525" y="1"/>
                  </a:moveTo>
                  <a:cubicBezTo>
                    <a:pt x="4525" y="1"/>
                    <a:pt x="4524" y="16"/>
                    <a:pt x="4481" y="74"/>
                  </a:cubicBezTo>
                  <a:cubicBezTo>
                    <a:pt x="4466" y="103"/>
                    <a:pt x="4451" y="177"/>
                    <a:pt x="4422" y="250"/>
                  </a:cubicBezTo>
                  <a:cubicBezTo>
                    <a:pt x="4393" y="426"/>
                    <a:pt x="4334" y="674"/>
                    <a:pt x="4261" y="982"/>
                  </a:cubicBezTo>
                  <a:cubicBezTo>
                    <a:pt x="4115" y="1626"/>
                    <a:pt x="3895" y="2548"/>
                    <a:pt x="3661" y="3690"/>
                  </a:cubicBezTo>
                  <a:cubicBezTo>
                    <a:pt x="3163" y="6003"/>
                    <a:pt x="2519" y="9165"/>
                    <a:pt x="1904" y="12693"/>
                  </a:cubicBezTo>
                  <a:cubicBezTo>
                    <a:pt x="1275" y="16236"/>
                    <a:pt x="806" y="19428"/>
                    <a:pt x="469" y="21755"/>
                  </a:cubicBezTo>
                  <a:cubicBezTo>
                    <a:pt x="308" y="22926"/>
                    <a:pt x="177" y="23863"/>
                    <a:pt x="103" y="24522"/>
                  </a:cubicBezTo>
                  <a:cubicBezTo>
                    <a:pt x="74" y="24844"/>
                    <a:pt x="30" y="25093"/>
                    <a:pt x="16" y="25269"/>
                  </a:cubicBezTo>
                  <a:cubicBezTo>
                    <a:pt x="16" y="25371"/>
                    <a:pt x="1" y="25415"/>
                    <a:pt x="1" y="25474"/>
                  </a:cubicBezTo>
                  <a:lnTo>
                    <a:pt x="1" y="25547"/>
                  </a:lnTo>
                  <a:cubicBezTo>
                    <a:pt x="1" y="25547"/>
                    <a:pt x="16" y="25518"/>
                    <a:pt x="16" y="25474"/>
                  </a:cubicBezTo>
                  <a:cubicBezTo>
                    <a:pt x="30" y="25415"/>
                    <a:pt x="30" y="25342"/>
                    <a:pt x="60" y="25269"/>
                  </a:cubicBezTo>
                  <a:cubicBezTo>
                    <a:pt x="89" y="25093"/>
                    <a:pt x="118" y="24844"/>
                    <a:pt x="162" y="24522"/>
                  </a:cubicBezTo>
                  <a:cubicBezTo>
                    <a:pt x="279" y="23863"/>
                    <a:pt x="411" y="22926"/>
                    <a:pt x="572" y="21770"/>
                  </a:cubicBezTo>
                  <a:cubicBezTo>
                    <a:pt x="909" y="19472"/>
                    <a:pt x="1406" y="16265"/>
                    <a:pt x="2036" y="12737"/>
                  </a:cubicBezTo>
                  <a:cubicBezTo>
                    <a:pt x="2651" y="9209"/>
                    <a:pt x="3280" y="6047"/>
                    <a:pt x="3749" y="3734"/>
                  </a:cubicBezTo>
                  <a:cubicBezTo>
                    <a:pt x="3998" y="2578"/>
                    <a:pt x="4188" y="1655"/>
                    <a:pt x="4320" y="1011"/>
                  </a:cubicBezTo>
                  <a:cubicBezTo>
                    <a:pt x="4378" y="704"/>
                    <a:pt x="4422" y="455"/>
                    <a:pt x="4466" y="279"/>
                  </a:cubicBezTo>
                  <a:cubicBezTo>
                    <a:pt x="4481" y="191"/>
                    <a:pt x="4481" y="133"/>
                    <a:pt x="4510" y="74"/>
                  </a:cubicBezTo>
                  <a:cubicBezTo>
                    <a:pt x="4524" y="16"/>
                    <a:pt x="4525" y="1"/>
                    <a:pt x="4525" y="1"/>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58"/>
            <p:cNvSpPr/>
            <p:nvPr/>
          </p:nvSpPr>
          <p:spPr>
            <a:xfrm>
              <a:off x="929667" y="2419642"/>
              <a:ext cx="91836" cy="141737"/>
            </a:xfrm>
            <a:custGeom>
              <a:avLst/>
              <a:gdLst/>
              <a:ahLst/>
              <a:cxnLst/>
              <a:rect l="l" t="t" r="r" b="b"/>
              <a:pathLst>
                <a:path w="1084" h="1673" extrusionOk="0">
                  <a:moveTo>
                    <a:pt x="29" y="1"/>
                  </a:moveTo>
                  <a:cubicBezTo>
                    <a:pt x="29" y="1"/>
                    <a:pt x="0" y="133"/>
                    <a:pt x="29" y="308"/>
                  </a:cubicBezTo>
                  <a:cubicBezTo>
                    <a:pt x="59" y="499"/>
                    <a:pt x="132" y="747"/>
                    <a:pt x="278" y="1011"/>
                  </a:cubicBezTo>
                  <a:cubicBezTo>
                    <a:pt x="439" y="1245"/>
                    <a:pt x="630" y="1435"/>
                    <a:pt x="791" y="1538"/>
                  </a:cubicBezTo>
                  <a:cubicBezTo>
                    <a:pt x="932" y="1628"/>
                    <a:pt x="1039" y="1672"/>
                    <a:pt x="1063" y="1672"/>
                  </a:cubicBezTo>
                  <a:cubicBezTo>
                    <a:pt x="1067" y="1672"/>
                    <a:pt x="1069" y="1672"/>
                    <a:pt x="1069" y="1670"/>
                  </a:cubicBezTo>
                  <a:cubicBezTo>
                    <a:pt x="1083" y="1655"/>
                    <a:pt x="644" y="1435"/>
                    <a:pt x="351" y="952"/>
                  </a:cubicBezTo>
                  <a:cubicBezTo>
                    <a:pt x="59" y="484"/>
                    <a:pt x="59" y="1"/>
                    <a:pt x="29" y="1"/>
                  </a:cubicBezTo>
                  <a:close/>
                </a:path>
              </a:pathLst>
            </a:custGeom>
            <a:solidFill>
              <a:srgbClr val="FFFFFF">
                <a:alpha val="12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58"/>
            <p:cNvSpPr/>
            <p:nvPr/>
          </p:nvSpPr>
          <p:spPr>
            <a:xfrm>
              <a:off x="-471862" y="3255579"/>
              <a:ext cx="963775" cy="711987"/>
            </a:xfrm>
            <a:custGeom>
              <a:avLst/>
              <a:gdLst/>
              <a:ahLst/>
              <a:cxnLst/>
              <a:rect l="l" t="t" r="r" b="b"/>
              <a:pathLst>
                <a:path w="11376" h="8404" extrusionOk="0">
                  <a:moveTo>
                    <a:pt x="615" y="1"/>
                  </a:moveTo>
                  <a:lnTo>
                    <a:pt x="0" y="8053"/>
                  </a:lnTo>
                  <a:lnTo>
                    <a:pt x="11083" y="8404"/>
                  </a:lnTo>
                  <a:lnTo>
                    <a:pt x="1137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58"/>
            <p:cNvSpPr/>
            <p:nvPr/>
          </p:nvSpPr>
          <p:spPr>
            <a:xfrm>
              <a:off x="-217617" y="3067669"/>
              <a:ext cx="547037" cy="232641"/>
            </a:xfrm>
            <a:custGeom>
              <a:avLst/>
              <a:gdLst/>
              <a:ahLst/>
              <a:cxnLst/>
              <a:rect l="l" t="t" r="r" b="b"/>
              <a:pathLst>
                <a:path w="6457" h="2746" extrusionOk="0">
                  <a:moveTo>
                    <a:pt x="3012" y="1"/>
                  </a:moveTo>
                  <a:cubicBezTo>
                    <a:pt x="303" y="1"/>
                    <a:pt x="1" y="2365"/>
                    <a:pt x="1" y="2365"/>
                  </a:cubicBezTo>
                  <a:lnTo>
                    <a:pt x="1084" y="2746"/>
                  </a:lnTo>
                  <a:cubicBezTo>
                    <a:pt x="1084" y="2746"/>
                    <a:pt x="601" y="1048"/>
                    <a:pt x="2870" y="477"/>
                  </a:cubicBezTo>
                  <a:cubicBezTo>
                    <a:pt x="3087" y="424"/>
                    <a:pt x="3289" y="400"/>
                    <a:pt x="3477" y="400"/>
                  </a:cubicBezTo>
                  <a:cubicBezTo>
                    <a:pt x="5264" y="400"/>
                    <a:pt x="5827" y="2556"/>
                    <a:pt x="5827" y="2556"/>
                  </a:cubicBezTo>
                  <a:lnTo>
                    <a:pt x="6457" y="2556"/>
                  </a:lnTo>
                  <a:cubicBezTo>
                    <a:pt x="6457" y="2556"/>
                    <a:pt x="6222" y="169"/>
                    <a:pt x="3280" y="8"/>
                  </a:cubicBezTo>
                  <a:cubicBezTo>
                    <a:pt x="3188" y="3"/>
                    <a:pt x="3099" y="1"/>
                    <a:pt x="30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58"/>
            <p:cNvSpPr/>
            <p:nvPr/>
          </p:nvSpPr>
          <p:spPr>
            <a:xfrm>
              <a:off x="4435" y="1567609"/>
              <a:ext cx="540768" cy="1425160"/>
            </a:xfrm>
            <a:custGeom>
              <a:avLst/>
              <a:gdLst/>
              <a:ahLst/>
              <a:cxnLst/>
              <a:rect l="l" t="t" r="r" b="b"/>
              <a:pathLst>
                <a:path w="6383" h="16822" extrusionOk="0">
                  <a:moveTo>
                    <a:pt x="3250" y="0"/>
                  </a:moveTo>
                  <a:cubicBezTo>
                    <a:pt x="3250" y="0"/>
                    <a:pt x="1596" y="4773"/>
                    <a:pt x="966" y="7569"/>
                  </a:cubicBezTo>
                  <a:cubicBezTo>
                    <a:pt x="234" y="10848"/>
                    <a:pt x="0" y="15504"/>
                    <a:pt x="0" y="15504"/>
                  </a:cubicBezTo>
                  <a:lnTo>
                    <a:pt x="2606" y="16821"/>
                  </a:lnTo>
                  <a:cubicBezTo>
                    <a:pt x="2606" y="16821"/>
                    <a:pt x="3631" y="9619"/>
                    <a:pt x="3894" y="8638"/>
                  </a:cubicBezTo>
                  <a:cubicBezTo>
                    <a:pt x="4304" y="7130"/>
                    <a:pt x="6383" y="674"/>
                    <a:pt x="6383" y="674"/>
                  </a:cubicBezTo>
                  <a:lnTo>
                    <a:pt x="32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58"/>
            <p:cNvSpPr/>
            <p:nvPr/>
          </p:nvSpPr>
          <p:spPr>
            <a:xfrm>
              <a:off x="-60122" y="2863323"/>
              <a:ext cx="292792" cy="338372"/>
            </a:xfrm>
            <a:custGeom>
              <a:avLst/>
              <a:gdLst/>
              <a:ahLst/>
              <a:cxnLst/>
              <a:rect l="l" t="t" r="r" b="b"/>
              <a:pathLst>
                <a:path w="3456" h="3994" extrusionOk="0">
                  <a:moveTo>
                    <a:pt x="912" y="1"/>
                  </a:moveTo>
                  <a:cubicBezTo>
                    <a:pt x="826" y="1"/>
                    <a:pt x="764" y="29"/>
                    <a:pt x="733" y="93"/>
                  </a:cubicBezTo>
                  <a:cubicBezTo>
                    <a:pt x="733" y="93"/>
                    <a:pt x="1" y="2127"/>
                    <a:pt x="45" y="2362"/>
                  </a:cubicBezTo>
                  <a:cubicBezTo>
                    <a:pt x="53" y="2399"/>
                    <a:pt x="72" y="2415"/>
                    <a:pt x="100" y="2415"/>
                  </a:cubicBezTo>
                  <a:cubicBezTo>
                    <a:pt x="268" y="2415"/>
                    <a:pt x="733" y="1820"/>
                    <a:pt x="733" y="1820"/>
                  </a:cubicBezTo>
                  <a:lnTo>
                    <a:pt x="733" y="1820"/>
                  </a:lnTo>
                  <a:cubicBezTo>
                    <a:pt x="733" y="1820"/>
                    <a:pt x="220" y="2684"/>
                    <a:pt x="264" y="2933"/>
                  </a:cubicBezTo>
                  <a:cubicBezTo>
                    <a:pt x="271" y="2956"/>
                    <a:pt x="287" y="2966"/>
                    <a:pt x="309" y="2966"/>
                  </a:cubicBezTo>
                  <a:cubicBezTo>
                    <a:pt x="514" y="2966"/>
                    <a:pt x="1289" y="2084"/>
                    <a:pt x="1289" y="2084"/>
                  </a:cubicBezTo>
                  <a:lnTo>
                    <a:pt x="1289" y="2084"/>
                  </a:lnTo>
                  <a:cubicBezTo>
                    <a:pt x="1289" y="2084"/>
                    <a:pt x="411" y="3211"/>
                    <a:pt x="660" y="3401"/>
                  </a:cubicBezTo>
                  <a:cubicBezTo>
                    <a:pt x="678" y="3417"/>
                    <a:pt x="702" y="3425"/>
                    <a:pt x="730" y="3425"/>
                  </a:cubicBezTo>
                  <a:cubicBezTo>
                    <a:pt x="1055" y="3425"/>
                    <a:pt x="1948" y="2421"/>
                    <a:pt x="1948" y="2420"/>
                  </a:cubicBezTo>
                  <a:lnTo>
                    <a:pt x="1948" y="2420"/>
                  </a:lnTo>
                  <a:cubicBezTo>
                    <a:pt x="1948" y="2421"/>
                    <a:pt x="967" y="3709"/>
                    <a:pt x="1187" y="3972"/>
                  </a:cubicBezTo>
                  <a:cubicBezTo>
                    <a:pt x="1201" y="3987"/>
                    <a:pt x="1219" y="3994"/>
                    <a:pt x="1241" y="3994"/>
                  </a:cubicBezTo>
                  <a:cubicBezTo>
                    <a:pt x="1568" y="3994"/>
                    <a:pt x="2724" y="2479"/>
                    <a:pt x="2724" y="2479"/>
                  </a:cubicBezTo>
                  <a:cubicBezTo>
                    <a:pt x="2737" y="3088"/>
                    <a:pt x="3102" y="3422"/>
                    <a:pt x="3272" y="3422"/>
                  </a:cubicBezTo>
                  <a:cubicBezTo>
                    <a:pt x="3286" y="3422"/>
                    <a:pt x="3298" y="3420"/>
                    <a:pt x="3309" y="3416"/>
                  </a:cubicBezTo>
                  <a:cubicBezTo>
                    <a:pt x="3456" y="3372"/>
                    <a:pt x="3265" y="1381"/>
                    <a:pt x="3265" y="1381"/>
                  </a:cubicBezTo>
                  <a:cubicBezTo>
                    <a:pt x="3265" y="1381"/>
                    <a:pt x="1515" y="1"/>
                    <a:pt x="912" y="1"/>
                  </a:cubicBezTo>
                  <a:close/>
                </a:path>
              </a:pathLst>
            </a:custGeom>
            <a:solidFill>
              <a:srgbClr val="CF88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58"/>
            <p:cNvSpPr/>
            <p:nvPr/>
          </p:nvSpPr>
          <p:spPr>
            <a:xfrm>
              <a:off x="319426" y="1761110"/>
              <a:ext cx="124115" cy="570589"/>
            </a:xfrm>
            <a:custGeom>
              <a:avLst/>
              <a:gdLst/>
              <a:ahLst/>
              <a:cxnLst/>
              <a:rect l="l" t="t" r="r" b="b"/>
              <a:pathLst>
                <a:path w="1465" h="6735" extrusionOk="0">
                  <a:moveTo>
                    <a:pt x="1450" y="0"/>
                  </a:moveTo>
                  <a:cubicBezTo>
                    <a:pt x="1420" y="0"/>
                    <a:pt x="1303" y="366"/>
                    <a:pt x="1128" y="966"/>
                  </a:cubicBezTo>
                  <a:cubicBezTo>
                    <a:pt x="967" y="1552"/>
                    <a:pt x="762" y="2401"/>
                    <a:pt x="571" y="3338"/>
                  </a:cubicBezTo>
                  <a:cubicBezTo>
                    <a:pt x="381" y="4260"/>
                    <a:pt x="220" y="5109"/>
                    <a:pt x="132" y="5724"/>
                  </a:cubicBezTo>
                  <a:cubicBezTo>
                    <a:pt x="30" y="6354"/>
                    <a:pt x="0" y="6734"/>
                    <a:pt x="15" y="6734"/>
                  </a:cubicBezTo>
                  <a:cubicBezTo>
                    <a:pt x="30" y="6734"/>
                    <a:pt x="118" y="6354"/>
                    <a:pt x="249" y="5754"/>
                  </a:cubicBezTo>
                  <a:cubicBezTo>
                    <a:pt x="381" y="5124"/>
                    <a:pt x="542" y="4290"/>
                    <a:pt x="747" y="3367"/>
                  </a:cubicBezTo>
                  <a:cubicBezTo>
                    <a:pt x="952" y="2460"/>
                    <a:pt x="1128" y="1611"/>
                    <a:pt x="1259" y="996"/>
                  </a:cubicBezTo>
                  <a:cubicBezTo>
                    <a:pt x="1391" y="381"/>
                    <a:pt x="1464" y="0"/>
                    <a:pt x="1450"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58"/>
            <p:cNvSpPr/>
            <p:nvPr/>
          </p:nvSpPr>
          <p:spPr>
            <a:xfrm>
              <a:off x="9349" y="2725568"/>
              <a:ext cx="255600" cy="97767"/>
            </a:xfrm>
            <a:custGeom>
              <a:avLst/>
              <a:gdLst/>
              <a:ahLst/>
              <a:cxnLst/>
              <a:rect l="l" t="t" r="r" b="b"/>
              <a:pathLst>
                <a:path w="3017" h="1154" extrusionOk="0">
                  <a:moveTo>
                    <a:pt x="100" y="0"/>
                  </a:moveTo>
                  <a:cubicBezTo>
                    <a:pt x="36" y="0"/>
                    <a:pt x="1" y="8"/>
                    <a:pt x="1" y="20"/>
                  </a:cubicBezTo>
                  <a:cubicBezTo>
                    <a:pt x="1" y="64"/>
                    <a:pt x="689" y="196"/>
                    <a:pt x="1523" y="518"/>
                  </a:cubicBezTo>
                  <a:cubicBezTo>
                    <a:pt x="2286" y="804"/>
                    <a:pt x="2859" y="1154"/>
                    <a:pt x="2970" y="1154"/>
                  </a:cubicBezTo>
                  <a:cubicBezTo>
                    <a:pt x="2978" y="1154"/>
                    <a:pt x="2984" y="1152"/>
                    <a:pt x="2987" y="1148"/>
                  </a:cubicBezTo>
                  <a:cubicBezTo>
                    <a:pt x="3016" y="1118"/>
                    <a:pt x="2431" y="665"/>
                    <a:pt x="1596" y="342"/>
                  </a:cubicBezTo>
                  <a:cubicBezTo>
                    <a:pt x="922" y="91"/>
                    <a:pt x="329" y="0"/>
                    <a:pt x="100"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58"/>
            <p:cNvSpPr/>
            <p:nvPr/>
          </p:nvSpPr>
          <p:spPr>
            <a:xfrm>
              <a:off x="30445" y="2788007"/>
              <a:ext cx="52188" cy="43885"/>
            </a:xfrm>
            <a:custGeom>
              <a:avLst/>
              <a:gdLst/>
              <a:ahLst/>
              <a:cxnLst/>
              <a:rect l="l" t="t" r="r" b="b"/>
              <a:pathLst>
                <a:path w="616" h="518" extrusionOk="0">
                  <a:moveTo>
                    <a:pt x="259" y="98"/>
                  </a:moveTo>
                  <a:cubicBezTo>
                    <a:pt x="293" y="98"/>
                    <a:pt x="315" y="114"/>
                    <a:pt x="337" y="147"/>
                  </a:cubicBezTo>
                  <a:cubicBezTo>
                    <a:pt x="352" y="176"/>
                    <a:pt x="352" y="250"/>
                    <a:pt x="337" y="264"/>
                  </a:cubicBezTo>
                  <a:cubicBezTo>
                    <a:pt x="317" y="291"/>
                    <a:pt x="284" y="303"/>
                    <a:pt x="253" y="303"/>
                  </a:cubicBezTo>
                  <a:cubicBezTo>
                    <a:pt x="217" y="303"/>
                    <a:pt x="184" y="288"/>
                    <a:pt x="176" y="264"/>
                  </a:cubicBezTo>
                  <a:cubicBezTo>
                    <a:pt x="157" y="258"/>
                    <a:pt x="146" y="240"/>
                    <a:pt x="141" y="220"/>
                  </a:cubicBezTo>
                  <a:lnTo>
                    <a:pt x="141" y="220"/>
                  </a:lnTo>
                  <a:cubicBezTo>
                    <a:pt x="180" y="212"/>
                    <a:pt x="206" y="158"/>
                    <a:pt x="220" y="103"/>
                  </a:cubicBezTo>
                  <a:cubicBezTo>
                    <a:pt x="235" y="100"/>
                    <a:pt x="248" y="98"/>
                    <a:pt x="259" y="98"/>
                  </a:cubicBezTo>
                  <a:close/>
                  <a:moveTo>
                    <a:pt x="352" y="1"/>
                  </a:moveTo>
                  <a:cubicBezTo>
                    <a:pt x="293" y="1"/>
                    <a:pt x="264" y="1"/>
                    <a:pt x="220" y="15"/>
                  </a:cubicBezTo>
                  <a:cubicBezTo>
                    <a:pt x="204" y="26"/>
                    <a:pt x="189" y="40"/>
                    <a:pt x="175" y="56"/>
                  </a:cubicBezTo>
                  <a:lnTo>
                    <a:pt x="175" y="56"/>
                  </a:lnTo>
                  <a:cubicBezTo>
                    <a:pt x="167" y="51"/>
                    <a:pt x="159" y="48"/>
                    <a:pt x="149" y="48"/>
                  </a:cubicBezTo>
                  <a:cubicBezTo>
                    <a:pt x="129" y="48"/>
                    <a:pt x="103" y="59"/>
                    <a:pt x="74" y="89"/>
                  </a:cubicBezTo>
                  <a:cubicBezTo>
                    <a:pt x="59" y="103"/>
                    <a:pt x="44" y="147"/>
                    <a:pt x="30" y="191"/>
                  </a:cubicBezTo>
                  <a:cubicBezTo>
                    <a:pt x="0" y="250"/>
                    <a:pt x="30" y="323"/>
                    <a:pt x="59" y="381"/>
                  </a:cubicBezTo>
                  <a:cubicBezTo>
                    <a:pt x="103" y="455"/>
                    <a:pt x="191" y="484"/>
                    <a:pt x="264" y="513"/>
                  </a:cubicBezTo>
                  <a:cubicBezTo>
                    <a:pt x="282" y="516"/>
                    <a:pt x="300" y="518"/>
                    <a:pt x="318" y="518"/>
                  </a:cubicBezTo>
                  <a:cubicBezTo>
                    <a:pt x="388" y="518"/>
                    <a:pt x="455" y="492"/>
                    <a:pt x="513" y="411"/>
                  </a:cubicBezTo>
                  <a:cubicBezTo>
                    <a:pt x="615" y="294"/>
                    <a:pt x="571" y="162"/>
                    <a:pt x="498" y="74"/>
                  </a:cubicBezTo>
                  <a:cubicBezTo>
                    <a:pt x="469" y="30"/>
                    <a:pt x="410" y="1"/>
                    <a:pt x="352"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58"/>
            <p:cNvSpPr/>
            <p:nvPr/>
          </p:nvSpPr>
          <p:spPr>
            <a:xfrm>
              <a:off x="355432" y="1419856"/>
              <a:ext cx="156308" cy="284236"/>
            </a:xfrm>
            <a:custGeom>
              <a:avLst/>
              <a:gdLst/>
              <a:ahLst/>
              <a:cxnLst/>
              <a:rect l="l" t="t" r="r" b="b"/>
              <a:pathLst>
                <a:path w="1845" h="3355" extrusionOk="0">
                  <a:moveTo>
                    <a:pt x="561" y="0"/>
                  </a:moveTo>
                  <a:cubicBezTo>
                    <a:pt x="376" y="0"/>
                    <a:pt x="238" y="51"/>
                    <a:pt x="146" y="90"/>
                  </a:cubicBezTo>
                  <a:cubicBezTo>
                    <a:pt x="88" y="134"/>
                    <a:pt x="44" y="149"/>
                    <a:pt x="29" y="163"/>
                  </a:cubicBezTo>
                  <a:lnTo>
                    <a:pt x="0" y="207"/>
                  </a:lnTo>
                  <a:cubicBezTo>
                    <a:pt x="0" y="209"/>
                    <a:pt x="1" y="210"/>
                    <a:pt x="2" y="210"/>
                  </a:cubicBezTo>
                  <a:cubicBezTo>
                    <a:pt x="11" y="210"/>
                    <a:pt x="58" y="160"/>
                    <a:pt x="176" y="134"/>
                  </a:cubicBezTo>
                  <a:cubicBezTo>
                    <a:pt x="272" y="98"/>
                    <a:pt x="398" y="72"/>
                    <a:pt x="554" y="72"/>
                  </a:cubicBezTo>
                  <a:cubicBezTo>
                    <a:pt x="588" y="72"/>
                    <a:pt x="622" y="73"/>
                    <a:pt x="659" y="76"/>
                  </a:cubicBezTo>
                  <a:cubicBezTo>
                    <a:pt x="849" y="90"/>
                    <a:pt x="1098" y="193"/>
                    <a:pt x="1288" y="368"/>
                  </a:cubicBezTo>
                  <a:cubicBezTo>
                    <a:pt x="1493" y="559"/>
                    <a:pt x="1640" y="822"/>
                    <a:pt x="1698" y="1144"/>
                  </a:cubicBezTo>
                  <a:cubicBezTo>
                    <a:pt x="1757" y="1452"/>
                    <a:pt x="1727" y="1744"/>
                    <a:pt x="1684" y="2023"/>
                  </a:cubicBezTo>
                  <a:cubicBezTo>
                    <a:pt x="1625" y="2271"/>
                    <a:pt x="1523" y="2506"/>
                    <a:pt x="1464" y="2711"/>
                  </a:cubicBezTo>
                  <a:cubicBezTo>
                    <a:pt x="1288" y="3121"/>
                    <a:pt x="1186" y="3355"/>
                    <a:pt x="1200" y="3355"/>
                  </a:cubicBezTo>
                  <a:cubicBezTo>
                    <a:pt x="1200" y="3355"/>
                    <a:pt x="1244" y="3296"/>
                    <a:pt x="1288" y="3194"/>
                  </a:cubicBezTo>
                  <a:cubicBezTo>
                    <a:pt x="1347" y="3077"/>
                    <a:pt x="1420" y="2930"/>
                    <a:pt x="1508" y="2725"/>
                  </a:cubicBezTo>
                  <a:cubicBezTo>
                    <a:pt x="1610" y="2535"/>
                    <a:pt x="1698" y="2286"/>
                    <a:pt x="1757" y="2023"/>
                  </a:cubicBezTo>
                  <a:cubicBezTo>
                    <a:pt x="1830" y="1744"/>
                    <a:pt x="1845" y="1422"/>
                    <a:pt x="1771" y="1100"/>
                  </a:cubicBezTo>
                  <a:cubicBezTo>
                    <a:pt x="1713" y="793"/>
                    <a:pt x="1552" y="500"/>
                    <a:pt x="1332" y="295"/>
                  </a:cubicBezTo>
                  <a:cubicBezTo>
                    <a:pt x="1113" y="105"/>
                    <a:pt x="849" y="17"/>
                    <a:pt x="630" y="2"/>
                  </a:cubicBezTo>
                  <a:cubicBezTo>
                    <a:pt x="606" y="1"/>
                    <a:pt x="583" y="0"/>
                    <a:pt x="561"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58"/>
            <p:cNvSpPr/>
            <p:nvPr/>
          </p:nvSpPr>
          <p:spPr>
            <a:xfrm>
              <a:off x="-425944" y="3486188"/>
              <a:ext cx="274154" cy="281779"/>
            </a:xfrm>
            <a:custGeom>
              <a:avLst/>
              <a:gdLst/>
              <a:ahLst/>
              <a:cxnLst/>
              <a:rect l="l" t="t" r="r" b="b"/>
              <a:pathLst>
                <a:path w="3236" h="3326" extrusionOk="0">
                  <a:moveTo>
                    <a:pt x="3189" y="1"/>
                  </a:moveTo>
                  <a:cubicBezTo>
                    <a:pt x="3133" y="1"/>
                    <a:pt x="2413" y="708"/>
                    <a:pt x="1552" y="1597"/>
                  </a:cubicBezTo>
                  <a:cubicBezTo>
                    <a:pt x="674" y="2520"/>
                    <a:pt x="0" y="3281"/>
                    <a:pt x="29" y="3325"/>
                  </a:cubicBezTo>
                  <a:cubicBezTo>
                    <a:pt x="30" y="3326"/>
                    <a:pt x="31" y="3326"/>
                    <a:pt x="33" y="3326"/>
                  </a:cubicBezTo>
                  <a:cubicBezTo>
                    <a:pt x="102" y="3326"/>
                    <a:pt x="823" y="2619"/>
                    <a:pt x="1684" y="1729"/>
                  </a:cubicBezTo>
                  <a:cubicBezTo>
                    <a:pt x="2562" y="807"/>
                    <a:pt x="3235" y="46"/>
                    <a:pt x="3192" y="2"/>
                  </a:cubicBezTo>
                  <a:cubicBezTo>
                    <a:pt x="3191" y="1"/>
                    <a:pt x="3190" y="1"/>
                    <a:pt x="3189"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58"/>
            <p:cNvSpPr/>
            <p:nvPr/>
          </p:nvSpPr>
          <p:spPr>
            <a:xfrm>
              <a:off x="202851" y="3514654"/>
              <a:ext cx="261785" cy="218747"/>
            </a:xfrm>
            <a:custGeom>
              <a:avLst/>
              <a:gdLst/>
              <a:ahLst/>
              <a:cxnLst/>
              <a:rect l="l" t="t" r="r" b="b"/>
              <a:pathLst>
                <a:path w="3090" h="2582" extrusionOk="0">
                  <a:moveTo>
                    <a:pt x="64" y="0"/>
                  </a:moveTo>
                  <a:cubicBezTo>
                    <a:pt x="62" y="0"/>
                    <a:pt x="60" y="1"/>
                    <a:pt x="59" y="2"/>
                  </a:cubicBezTo>
                  <a:cubicBezTo>
                    <a:pt x="0" y="32"/>
                    <a:pt x="615" y="676"/>
                    <a:pt x="1479" y="1379"/>
                  </a:cubicBezTo>
                  <a:cubicBezTo>
                    <a:pt x="2297" y="2041"/>
                    <a:pt x="2965" y="2581"/>
                    <a:pt x="3052" y="2581"/>
                  </a:cubicBezTo>
                  <a:cubicBezTo>
                    <a:pt x="3056" y="2581"/>
                    <a:pt x="3058" y="2581"/>
                    <a:pt x="3060" y="2579"/>
                  </a:cubicBezTo>
                  <a:cubicBezTo>
                    <a:pt x="3089" y="2520"/>
                    <a:pt x="2460" y="1920"/>
                    <a:pt x="1611" y="1232"/>
                  </a:cubicBezTo>
                  <a:cubicBezTo>
                    <a:pt x="792" y="569"/>
                    <a:pt x="136" y="0"/>
                    <a:pt x="64"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58"/>
            <p:cNvSpPr/>
            <p:nvPr/>
          </p:nvSpPr>
          <p:spPr>
            <a:xfrm>
              <a:off x="-406119" y="3262950"/>
              <a:ext cx="842202" cy="393609"/>
            </a:xfrm>
            <a:custGeom>
              <a:avLst/>
              <a:gdLst/>
              <a:ahLst/>
              <a:cxnLst/>
              <a:rect l="l" t="t" r="r" b="b"/>
              <a:pathLst>
                <a:path w="9941" h="4646" extrusionOk="0">
                  <a:moveTo>
                    <a:pt x="1" y="1"/>
                  </a:moveTo>
                  <a:cubicBezTo>
                    <a:pt x="1" y="1"/>
                    <a:pt x="0" y="1"/>
                    <a:pt x="0" y="2"/>
                  </a:cubicBezTo>
                  <a:cubicBezTo>
                    <a:pt x="0" y="31"/>
                    <a:pt x="117" y="148"/>
                    <a:pt x="366" y="397"/>
                  </a:cubicBezTo>
                  <a:cubicBezTo>
                    <a:pt x="601" y="631"/>
                    <a:pt x="967" y="953"/>
                    <a:pt x="1406" y="1378"/>
                  </a:cubicBezTo>
                  <a:cubicBezTo>
                    <a:pt x="1845" y="1788"/>
                    <a:pt x="2372" y="2271"/>
                    <a:pt x="2958" y="2827"/>
                  </a:cubicBezTo>
                  <a:cubicBezTo>
                    <a:pt x="3280" y="3105"/>
                    <a:pt x="3558" y="3398"/>
                    <a:pt x="3894" y="3691"/>
                  </a:cubicBezTo>
                  <a:cubicBezTo>
                    <a:pt x="4056" y="3837"/>
                    <a:pt x="4231" y="3998"/>
                    <a:pt x="4392" y="4145"/>
                  </a:cubicBezTo>
                  <a:cubicBezTo>
                    <a:pt x="4568" y="4291"/>
                    <a:pt x="4744" y="4452"/>
                    <a:pt x="4978" y="4569"/>
                  </a:cubicBezTo>
                  <a:cubicBezTo>
                    <a:pt x="5092" y="4607"/>
                    <a:pt x="5195" y="4645"/>
                    <a:pt x="5306" y="4645"/>
                  </a:cubicBezTo>
                  <a:cubicBezTo>
                    <a:pt x="5323" y="4645"/>
                    <a:pt x="5341" y="4644"/>
                    <a:pt x="5358" y="4642"/>
                  </a:cubicBezTo>
                  <a:cubicBezTo>
                    <a:pt x="5505" y="4642"/>
                    <a:pt x="5637" y="4584"/>
                    <a:pt x="5724" y="4511"/>
                  </a:cubicBezTo>
                  <a:cubicBezTo>
                    <a:pt x="5929" y="4364"/>
                    <a:pt x="6076" y="4203"/>
                    <a:pt x="6237" y="4057"/>
                  </a:cubicBezTo>
                  <a:cubicBezTo>
                    <a:pt x="6559" y="3735"/>
                    <a:pt x="6852" y="3442"/>
                    <a:pt x="7159" y="3178"/>
                  </a:cubicBezTo>
                  <a:cubicBezTo>
                    <a:pt x="7715" y="2608"/>
                    <a:pt x="8213" y="2080"/>
                    <a:pt x="8638" y="1641"/>
                  </a:cubicBezTo>
                  <a:cubicBezTo>
                    <a:pt x="9033" y="1173"/>
                    <a:pt x="9370" y="807"/>
                    <a:pt x="9589" y="558"/>
                  </a:cubicBezTo>
                  <a:cubicBezTo>
                    <a:pt x="9809" y="294"/>
                    <a:pt x="9941" y="133"/>
                    <a:pt x="9911" y="133"/>
                  </a:cubicBezTo>
                  <a:lnTo>
                    <a:pt x="9911" y="133"/>
                  </a:lnTo>
                  <a:cubicBezTo>
                    <a:pt x="9911" y="133"/>
                    <a:pt x="9765" y="265"/>
                    <a:pt x="9531" y="514"/>
                  </a:cubicBezTo>
                  <a:cubicBezTo>
                    <a:pt x="9282" y="763"/>
                    <a:pt x="8945" y="1100"/>
                    <a:pt x="8521" y="1539"/>
                  </a:cubicBezTo>
                  <a:cubicBezTo>
                    <a:pt x="8111" y="1978"/>
                    <a:pt x="7598" y="2490"/>
                    <a:pt x="7027" y="3047"/>
                  </a:cubicBezTo>
                  <a:cubicBezTo>
                    <a:pt x="6735" y="3325"/>
                    <a:pt x="6427" y="3618"/>
                    <a:pt x="6105" y="3910"/>
                  </a:cubicBezTo>
                  <a:cubicBezTo>
                    <a:pt x="5944" y="4028"/>
                    <a:pt x="5783" y="4218"/>
                    <a:pt x="5622" y="4320"/>
                  </a:cubicBezTo>
                  <a:cubicBezTo>
                    <a:pt x="5519" y="4397"/>
                    <a:pt x="5412" y="4434"/>
                    <a:pt x="5299" y="4434"/>
                  </a:cubicBezTo>
                  <a:cubicBezTo>
                    <a:pt x="5219" y="4434"/>
                    <a:pt x="5136" y="4415"/>
                    <a:pt x="5051" y="4379"/>
                  </a:cubicBezTo>
                  <a:cubicBezTo>
                    <a:pt x="4846" y="4291"/>
                    <a:pt x="4685" y="4145"/>
                    <a:pt x="4524" y="3998"/>
                  </a:cubicBezTo>
                  <a:lnTo>
                    <a:pt x="4026" y="3559"/>
                  </a:lnTo>
                  <a:cubicBezTo>
                    <a:pt x="3690" y="3266"/>
                    <a:pt x="3382" y="2988"/>
                    <a:pt x="3089" y="2710"/>
                  </a:cubicBezTo>
                  <a:cubicBezTo>
                    <a:pt x="2489" y="2183"/>
                    <a:pt x="1947" y="1685"/>
                    <a:pt x="1494" y="1290"/>
                  </a:cubicBezTo>
                  <a:cubicBezTo>
                    <a:pt x="1040" y="880"/>
                    <a:pt x="674" y="558"/>
                    <a:pt x="425" y="338"/>
                  </a:cubicBezTo>
                  <a:cubicBezTo>
                    <a:pt x="161" y="130"/>
                    <a:pt x="15" y="1"/>
                    <a:pt x="1"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58"/>
            <p:cNvSpPr/>
            <p:nvPr/>
          </p:nvSpPr>
          <p:spPr>
            <a:xfrm>
              <a:off x="22989" y="3584210"/>
              <a:ext cx="43461" cy="111915"/>
            </a:xfrm>
            <a:custGeom>
              <a:avLst/>
              <a:gdLst/>
              <a:ahLst/>
              <a:cxnLst/>
              <a:rect l="l" t="t" r="r" b="b"/>
              <a:pathLst>
                <a:path w="513" h="1321" extrusionOk="0">
                  <a:moveTo>
                    <a:pt x="255" y="1"/>
                  </a:moveTo>
                  <a:cubicBezTo>
                    <a:pt x="126" y="1"/>
                    <a:pt x="1" y="303"/>
                    <a:pt x="15" y="675"/>
                  </a:cubicBezTo>
                  <a:cubicBezTo>
                    <a:pt x="57" y="1038"/>
                    <a:pt x="206" y="1321"/>
                    <a:pt x="334" y="1321"/>
                  </a:cubicBezTo>
                  <a:cubicBezTo>
                    <a:pt x="340" y="1321"/>
                    <a:pt x="346" y="1320"/>
                    <a:pt x="352" y="1319"/>
                  </a:cubicBezTo>
                  <a:cubicBezTo>
                    <a:pt x="469" y="1290"/>
                    <a:pt x="513" y="997"/>
                    <a:pt x="498" y="645"/>
                  </a:cubicBezTo>
                  <a:cubicBezTo>
                    <a:pt x="484" y="294"/>
                    <a:pt x="381" y="1"/>
                    <a:pt x="264" y="1"/>
                  </a:cubicBezTo>
                  <a:cubicBezTo>
                    <a:pt x="261" y="1"/>
                    <a:pt x="258" y="1"/>
                    <a:pt x="2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58"/>
            <p:cNvSpPr/>
            <p:nvPr/>
          </p:nvSpPr>
          <p:spPr>
            <a:xfrm>
              <a:off x="-465678" y="3848453"/>
              <a:ext cx="927769" cy="118100"/>
            </a:xfrm>
            <a:custGeom>
              <a:avLst/>
              <a:gdLst/>
              <a:ahLst/>
              <a:cxnLst/>
              <a:rect l="l" t="t" r="r" b="b"/>
              <a:pathLst>
                <a:path w="10951" h="1394" extrusionOk="0">
                  <a:moveTo>
                    <a:pt x="4957" y="0"/>
                  </a:moveTo>
                  <a:cubicBezTo>
                    <a:pt x="4383" y="0"/>
                    <a:pt x="3837" y="47"/>
                    <a:pt x="3324" y="103"/>
                  </a:cubicBezTo>
                  <a:cubicBezTo>
                    <a:pt x="2972" y="147"/>
                    <a:pt x="2665" y="176"/>
                    <a:pt x="2372" y="249"/>
                  </a:cubicBezTo>
                  <a:cubicBezTo>
                    <a:pt x="2226" y="293"/>
                    <a:pt x="2065" y="308"/>
                    <a:pt x="1948" y="337"/>
                  </a:cubicBezTo>
                  <a:cubicBezTo>
                    <a:pt x="1816" y="381"/>
                    <a:pt x="1684" y="396"/>
                    <a:pt x="1552" y="440"/>
                  </a:cubicBezTo>
                  <a:cubicBezTo>
                    <a:pt x="1304" y="513"/>
                    <a:pt x="1099" y="586"/>
                    <a:pt x="894" y="630"/>
                  </a:cubicBezTo>
                  <a:cubicBezTo>
                    <a:pt x="703" y="689"/>
                    <a:pt x="528" y="747"/>
                    <a:pt x="411" y="806"/>
                  </a:cubicBezTo>
                  <a:cubicBezTo>
                    <a:pt x="147" y="908"/>
                    <a:pt x="1" y="967"/>
                    <a:pt x="1" y="981"/>
                  </a:cubicBezTo>
                  <a:cubicBezTo>
                    <a:pt x="2" y="985"/>
                    <a:pt x="6" y="986"/>
                    <a:pt x="15" y="986"/>
                  </a:cubicBezTo>
                  <a:cubicBezTo>
                    <a:pt x="110" y="986"/>
                    <a:pt x="679" y="759"/>
                    <a:pt x="1596" y="557"/>
                  </a:cubicBezTo>
                  <a:cubicBezTo>
                    <a:pt x="1728" y="528"/>
                    <a:pt x="1860" y="513"/>
                    <a:pt x="1977" y="469"/>
                  </a:cubicBezTo>
                  <a:cubicBezTo>
                    <a:pt x="2109" y="454"/>
                    <a:pt x="2255" y="410"/>
                    <a:pt x="2402" y="396"/>
                  </a:cubicBezTo>
                  <a:cubicBezTo>
                    <a:pt x="2694" y="337"/>
                    <a:pt x="3002" y="308"/>
                    <a:pt x="3338" y="264"/>
                  </a:cubicBezTo>
                  <a:cubicBezTo>
                    <a:pt x="3909" y="226"/>
                    <a:pt x="4534" y="188"/>
                    <a:pt x="5186" y="188"/>
                  </a:cubicBezTo>
                  <a:cubicBezTo>
                    <a:pt x="5287" y="188"/>
                    <a:pt x="5388" y="189"/>
                    <a:pt x="5490" y="191"/>
                  </a:cubicBezTo>
                  <a:cubicBezTo>
                    <a:pt x="6266" y="235"/>
                    <a:pt x="6998" y="323"/>
                    <a:pt x="7657" y="440"/>
                  </a:cubicBezTo>
                  <a:cubicBezTo>
                    <a:pt x="7979" y="513"/>
                    <a:pt x="8287" y="557"/>
                    <a:pt x="8594" y="630"/>
                  </a:cubicBezTo>
                  <a:cubicBezTo>
                    <a:pt x="8726" y="674"/>
                    <a:pt x="8872" y="703"/>
                    <a:pt x="9004" y="747"/>
                  </a:cubicBezTo>
                  <a:lnTo>
                    <a:pt x="9385" y="850"/>
                  </a:lnTo>
                  <a:cubicBezTo>
                    <a:pt x="10318" y="1128"/>
                    <a:pt x="10866" y="1393"/>
                    <a:pt x="10943" y="1393"/>
                  </a:cubicBezTo>
                  <a:cubicBezTo>
                    <a:pt x="10947" y="1393"/>
                    <a:pt x="10950" y="1393"/>
                    <a:pt x="10951" y="1391"/>
                  </a:cubicBezTo>
                  <a:cubicBezTo>
                    <a:pt x="10951" y="1391"/>
                    <a:pt x="10805" y="1318"/>
                    <a:pt x="10541" y="1172"/>
                  </a:cubicBezTo>
                  <a:cubicBezTo>
                    <a:pt x="10409" y="1113"/>
                    <a:pt x="10248" y="1040"/>
                    <a:pt x="10073" y="967"/>
                  </a:cubicBezTo>
                  <a:cubicBezTo>
                    <a:pt x="9882" y="894"/>
                    <a:pt x="9663" y="806"/>
                    <a:pt x="9428" y="732"/>
                  </a:cubicBezTo>
                  <a:cubicBezTo>
                    <a:pt x="9297" y="689"/>
                    <a:pt x="9165" y="630"/>
                    <a:pt x="9048" y="601"/>
                  </a:cubicBezTo>
                  <a:cubicBezTo>
                    <a:pt x="8916" y="557"/>
                    <a:pt x="8770" y="528"/>
                    <a:pt x="8623" y="484"/>
                  </a:cubicBezTo>
                  <a:cubicBezTo>
                    <a:pt x="8331" y="396"/>
                    <a:pt x="8023" y="337"/>
                    <a:pt x="7686" y="264"/>
                  </a:cubicBezTo>
                  <a:cubicBezTo>
                    <a:pt x="7028" y="147"/>
                    <a:pt x="6296" y="44"/>
                    <a:pt x="5505" y="15"/>
                  </a:cubicBezTo>
                  <a:cubicBezTo>
                    <a:pt x="5320" y="5"/>
                    <a:pt x="5137" y="0"/>
                    <a:pt x="4957"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58"/>
            <p:cNvSpPr/>
            <p:nvPr/>
          </p:nvSpPr>
          <p:spPr>
            <a:xfrm>
              <a:off x="731167" y="1500595"/>
              <a:ext cx="28635" cy="934038"/>
            </a:xfrm>
            <a:custGeom>
              <a:avLst/>
              <a:gdLst/>
              <a:ahLst/>
              <a:cxnLst/>
              <a:rect l="l" t="t" r="r" b="b"/>
              <a:pathLst>
                <a:path w="338" h="11025" extrusionOk="0">
                  <a:moveTo>
                    <a:pt x="45" y="1"/>
                  </a:moveTo>
                  <a:lnTo>
                    <a:pt x="45" y="1"/>
                  </a:lnTo>
                  <a:cubicBezTo>
                    <a:pt x="1" y="1"/>
                    <a:pt x="59" y="2475"/>
                    <a:pt x="133" y="5505"/>
                  </a:cubicBezTo>
                  <a:cubicBezTo>
                    <a:pt x="206" y="8550"/>
                    <a:pt x="294" y="11024"/>
                    <a:pt x="323" y="11024"/>
                  </a:cubicBezTo>
                  <a:cubicBezTo>
                    <a:pt x="337" y="11024"/>
                    <a:pt x="294" y="8550"/>
                    <a:pt x="220" y="5505"/>
                  </a:cubicBezTo>
                  <a:cubicBezTo>
                    <a:pt x="147" y="2475"/>
                    <a:pt x="59" y="1"/>
                    <a:pt x="45" y="1"/>
                  </a:cubicBezTo>
                  <a:close/>
                </a:path>
              </a:pathLst>
            </a:custGeom>
            <a:solidFill>
              <a:srgbClr val="528C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58"/>
            <p:cNvSpPr/>
            <p:nvPr/>
          </p:nvSpPr>
          <p:spPr>
            <a:xfrm>
              <a:off x="30445" y="1381562"/>
              <a:ext cx="1538007" cy="1427617"/>
            </a:xfrm>
            <a:custGeom>
              <a:avLst/>
              <a:gdLst/>
              <a:ahLst/>
              <a:cxnLst/>
              <a:rect l="l" t="t" r="r" b="b"/>
              <a:pathLst>
                <a:path w="18154" h="16851" extrusionOk="0">
                  <a:moveTo>
                    <a:pt x="3397" y="2270"/>
                  </a:moveTo>
                  <a:cubicBezTo>
                    <a:pt x="3851" y="2284"/>
                    <a:pt x="4744" y="2284"/>
                    <a:pt x="5856" y="2284"/>
                  </a:cubicBezTo>
                  <a:lnTo>
                    <a:pt x="5856" y="4495"/>
                  </a:lnTo>
                  <a:cubicBezTo>
                    <a:pt x="4714" y="4495"/>
                    <a:pt x="3734" y="4509"/>
                    <a:pt x="3119" y="4509"/>
                  </a:cubicBezTo>
                  <a:cubicBezTo>
                    <a:pt x="3133" y="4100"/>
                    <a:pt x="3192" y="3690"/>
                    <a:pt x="3250" y="3324"/>
                  </a:cubicBezTo>
                  <a:cubicBezTo>
                    <a:pt x="3294" y="2928"/>
                    <a:pt x="3338" y="2577"/>
                    <a:pt x="3397" y="2270"/>
                  </a:cubicBezTo>
                  <a:close/>
                  <a:moveTo>
                    <a:pt x="9999" y="2299"/>
                  </a:moveTo>
                  <a:cubicBezTo>
                    <a:pt x="10029" y="2943"/>
                    <a:pt x="10072" y="3690"/>
                    <a:pt x="10131" y="4524"/>
                  </a:cubicBezTo>
                  <a:lnTo>
                    <a:pt x="5929" y="4524"/>
                  </a:lnTo>
                  <a:cubicBezTo>
                    <a:pt x="5929" y="3690"/>
                    <a:pt x="5929" y="2943"/>
                    <a:pt x="5915" y="2299"/>
                  </a:cubicBezTo>
                  <a:close/>
                  <a:moveTo>
                    <a:pt x="12356" y="2270"/>
                  </a:moveTo>
                  <a:cubicBezTo>
                    <a:pt x="12371" y="2401"/>
                    <a:pt x="12400" y="2548"/>
                    <a:pt x="12415" y="2694"/>
                  </a:cubicBezTo>
                  <a:cubicBezTo>
                    <a:pt x="12488" y="3207"/>
                    <a:pt x="12561" y="3821"/>
                    <a:pt x="12649" y="4524"/>
                  </a:cubicBezTo>
                  <a:cubicBezTo>
                    <a:pt x="12122" y="4524"/>
                    <a:pt x="11258" y="4495"/>
                    <a:pt x="10219" y="4495"/>
                  </a:cubicBezTo>
                  <a:cubicBezTo>
                    <a:pt x="10160" y="3675"/>
                    <a:pt x="10116" y="2928"/>
                    <a:pt x="10072" y="2284"/>
                  </a:cubicBezTo>
                  <a:cubicBezTo>
                    <a:pt x="11053" y="2284"/>
                    <a:pt x="11858" y="2284"/>
                    <a:pt x="12356" y="2270"/>
                  </a:cubicBezTo>
                  <a:close/>
                  <a:moveTo>
                    <a:pt x="10146" y="4597"/>
                  </a:moveTo>
                  <a:cubicBezTo>
                    <a:pt x="10146" y="5066"/>
                    <a:pt x="10175" y="5549"/>
                    <a:pt x="10219" y="6061"/>
                  </a:cubicBezTo>
                  <a:cubicBezTo>
                    <a:pt x="10233" y="6354"/>
                    <a:pt x="10248" y="6647"/>
                    <a:pt x="10263" y="6910"/>
                  </a:cubicBezTo>
                  <a:lnTo>
                    <a:pt x="5915" y="6910"/>
                  </a:lnTo>
                  <a:cubicBezTo>
                    <a:pt x="5915" y="6603"/>
                    <a:pt x="5929" y="6310"/>
                    <a:pt x="5929" y="5988"/>
                  </a:cubicBezTo>
                  <a:cubicBezTo>
                    <a:pt x="5929" y="5505"/>
                    <a:pt x="5959" y="5051"/>
                    <a:pt x="5959" y="4597"/>
                  </a:cubicBezTo>
                  <a:close/>
                  <a:moveTo>
                    <a:pt x="3075" y="4568"/>
                  </a:moveTo>
                  <a:cubicBezTo>
                    <a:pt x="3719" y="4568"/>
                    <a:pt x="4685" y="4583"/>
                    <a:pt x="5842" y="4583"/>
                  </a:cubicBezTo>
                  <a:cubicBezTo>
                    <a:pt x="5842" y="5037"/>
                    <a:pt x="5842" y="5505"/>
                    <a:pt x="5827" y="5973"/>
                  </a:cubicBezTo>
                  <a:cubicBezTo>
                    <a:pt x="5827" y="6296"/>
                    <a:pt x="5798" y="6603"/>
                    <a:pt x="5798" y="6910"/>
                  </a:cubicBezTo>
                  <a:cubicBezTo>
                    <a:pt x="4612" y="6910"/>
                    <a:pt x="3572" y="6910"/>
                    <a:pt x="2797" y="6925"/>
                  </a:cubicBezTo>
                  <a:cubicBezTo>
                    <a:pt x="2899" y="6076"/>
                    <a:pt x="2987" y="5285"/>
                    <a:pt x="3075" y="4568"/>
                  </a:cubicBezTo>
                  <a:close/>
                  <a:moveTo>
                    <a:pt x="12634" y="4568"/>
                  </a:moveTo>
                  <a:cubicBezTo>
                    <a:pt x="12708" y="5154"/>
                    <a:pt x="12795" y="5783"/>
                    <a:pt x="12869" y="6442"/>
                  </a:cubicBezTo>
                  <a:cubicBezTo>
                    <a:pt x="12883" y="6603"/>
                    <a:pt x="12927" y="6764"/>
                    <a:pt x="12942" y="6954"/>
                  </a:cubicBezTo>
                  <a:cubicBezTo>
                    <a:pt x="12444" y="6910"/>
                    <a:pt x="11522" y="6910"/>
                    <a:pt x="10351" y="6910"/>
                  </a:cubicBezTo>
                  <a:cubicBezTo>
                    <a:pt x="10321" y="6647"/>
                    <a:pt x="10307" y="6354"/>
                    <a:pt x="10292" y="6061"/>
                  </a:cubicBezTo>
                  <a:cubicBezTo>
                    <a:pt x="10248" y="5564"/>
                    <a:pt x="10233" y="5066"/>
                    <a:pt x="10204" y="4597"/>
                  </a:cubicBezTo>
                  <a:cubicBezTo>
                    <a:pt x="11258" y="4597"/>
                    <a:pt x="12122" y="4568"/>
                    <a:pt x="12634" y="4568"/>
                  </a:cubicBezTo>
                  <a:close/>
                  <a:moveTo>
                    <a:pt x="2782" y="6969"/>
                  </a:moveTo>
                  <a:cubicBezTo>
                    <a:pt x="3558" y="6969"/>
                    <a:pt x="4597" y="6984"/>
                    <a:pt x="5783" y="6984"/>
                  </a:cubicBezTo>
                  <a:cubicBezTo>
                    <a:pt x="5768" y="7847"/>
                    <a:pt x="5754" y="8652"/>
                    <a:pt x="5739" y="9326"/>
                  </a:cubicBezTo>
                  <a:cubicBezTo>
                    <a:pt x="4524" y="9355"/>
                    <a:pt x="3426" y="9355"/>
                    <a:pt x="2548" y="9355"/>
                  </a:cubicBezTo>
                  <a:cubicBezTo>
                    <a:pt x="2562" y="9209"/>
                    <a:pt x="2592" y="9062"/>
                    <a:pt x="2592" y="8916"/>
                  </a:cubicBezTo>
                  <a:cubicBezTo>
                    <a:pt x="2665" y="8228"/>
                    <a:pt x="2709" y="7598"/>
                    <a:pt x="2782" y="6969"/>
                  </a:cubicBezTo>
                  <a:close/>
                  <a:moveTo>
                    <a:pt x="10263" y="7013"/>
                  </a:moveTo>
                  <a:cubicBezTo>
                    <a:pt x="10321" y="7847"/>
                    <a:pt x="10365" y="8652"/>
                    <a:pt x="10424" y="9370"/>
                  </a:cubicBezTo>
                  <a:lnTo>
                    <a:pt x="10190" y="9370"/>
                  </a:lnTo>
                  <a:cubicBezTo>
                    <a:pt x="9194" y="9370"/>
                    <a:pt x="7818" y="9370"/>
                    <a:pt x="6295" y="9355"/>
                  </a:cubicBezTo>
                  <a:lnTo>
                    <a:pt x="5842" y="9355"/>
                  </a:lnTo>
                  <a:cubicBezTo>
                    <a:pt x="5856" y="8652"/>
                    <a:pt x="5900" y="7862"/>
                    <a:pt x="5915" y="7013"/>
                  </a:cubicBezTo>
                  <a:close/>
                  <a:moveTo>
                    <a:pt x="13352" y="9663"/>
                  </a:moveTo>
                  <a:cubicBezTo>
                    <a:pt x="13366" y="9824"/>
                    <a:pt x="13396" y="10014"/>
                    <a:pt x="13410" y="10160"/>
                  </a:cubicBezTo>
                  <a:cubicBezTo>
                    <a:pt x="13440" y="10204"/>
                    <a:pt x="13440" y="10263"/>
                    <a:pt x="13440" y="10336"/>
                  </a:cubicBezTo>
                  <a:cubicBezTo>
                    <a:pt x="13147" y="10380"/>
                    <a:pt x="12854" y="10409"/>
                    <a:pt x="12620" y="10424"/>
                  </a:cubicBezTo>
                  <a:cubicBezTo>
                    <a:pt x="12751" y="10263"/>
                    <a:pt x="12956" y="10058"/>
                    <a:pt x="13161" y="9868"/>
                  </a:cubicBezTo>
                  <a:cubicBezTo>
                    <a:pt x="13235" y="9794"/>
                    <a:pt x="13293" y="9736"/>
                    <a:pt x="13352" y="9663"/>
                  </a:cubicBezTo>
                  <a:close/>
                  <a:moveTo>
                    <a:pt x="10438" y="9399"/>
                  </a:moveTo>
                  <a:cubicBezTo>
                    <a:pt x="10468" y="10160"/>
                    <a:pt x="10512" y="10775"/>
                    <a:pt x="10541" y="11229"/>
                  </a:cubicBezTo>
                  <a:cubicBezTo>
                    <a:pt x="9794" y="11302"/>
                    <a:pt x="8813" y="11405"/>
                    <a:pt x="7715" y="11405"/>
                  </a:cubicBezTo>
                  <a:cubicBezTo>
                    <a:pt x="6998" y="11405"/>
                    <a:pt x="6339" y="11375"/>
                    <a:pt x="5754" y="11346"/>
                  </a:cubicBezTo>
                  <a:cubicBezTo>
                    <a:pt x="5768" y="11053"/>
                    <a:pt x="5783" y="10629"/>
                    <a:pt x="5827" y="10102"/>
                  </a:cubicBezTo>
                  <a:cubicBezTo>
                    <a:pt x="5842" y="9897"/>
                    <a:pt x="5842" y="9663"/>
                    <a:pt x="5856" y="9428"/>
                  </a:cubicBezTo>
                  <a:lnTo>
                    <a:pt x="6325" y="9428"/>
                  </a:lnTo>
                  <a:cubicBezTo>
                    <a:pt x="7833" y="9428"/>
                    <a:pt x="9209" y="9399"/>
                    <a:pt x="10219" y="9399"/>
                  </a:cubicBezTo>
                  <a:close/>
                  <a:moveTo>
                    <a:pt x="9926" y="1"/>
                  </a:moveTo>
                  <a:lnTo>
                    <a:pt x="9926" y="1"/>
                  </a:lnTo>
                  <a:cubicBezTo>
                    <a:pt x="9911" y="1"/>
                    <a:pt x="9941" y="864"/>
                    <a:pt x="10014" y="2211"/>
                  </a:cubicBezTo>
                  <a:lnTo>
                    <a:pt x="5959" y="2211"/>
                  </a:lnTo>
                  <a:lnTo>
                    <a:pt x="5959" y="1845"/>
                  </a:lnTo>
                  <a:cubicBezTo>
                    <a:pt x="5929" y="1318"/>
                    <a:pt x="5929" y="894"/>
                    <a:pt x="5915" y="601"/>
                  </a:cubicBezTo>
                  <a:cubicBezTo>
                    <a:pt x="5915" y="454"/>
                    <a:pt x="5900" y="352"/>
                    <a:pt x="5900" y="249"/>
                  </a:cubicBezTo>
                  <a:cubicBezTo>
                    <a:pt x="5900" y="176"/>
                    <a:pt x="5900" y="147"/>
                    <a:pt x="5886" y="147"/>
                  </a:cubicBezTo>
                  <a:lnTo>
                    <a:pt x="5886" y="249"/>
                  </a:lnTo>
                  <a:lnTo>
                    <a:pt x="5886" y="601"/>
                  </a:lnTo>
                  <a:lnTo>
                    <a:pt x="5886" y="1845"/>
                  </a:lnTo>
                  <a:lnTo>
                    <a:pt x="5886" y="2211"/>
                  </a:lnTo>
                  <a:cubicBezTo>
                    <a:pt x="4758" y="2211"/>
                    <a:pt x="3880" y="2226"/>
                    <a:pt x="3411" y="2226"/>
                  </a:cubicBezTo>
                  <a:cubicBezTo>
                    <a:pt x="3441" y="2006"/>
                    <a:pt x="3470" y="1787"/>
                    <a:pt x="3485" y="1626"/>
                  </a:cubicBezTo>
                  <a:cubicBezTo>
                    <a:pt x="3499" y="1421"/>
                    <a:pt x="3514" y="1274"/>
                    <a:pt x="3529" y="1172"/>
                  </a:cubicBezTo>
                  <a:cubicBezTo>
                    <a:pt x="3529" y="1113"/>
                    <a:pt x="3558" y="1084"/>
                    <a:pt x="3558" y="1040"/>
                  </a:cubicBezTo>
                  <a:lnTo>
                    <a:pt x="3558" y="1011"/>
                  </a:lnTo>
                  <a:cubicBezTo>
                    <a:pt x="3558" y="1011"/>
                    <a:pt x="3558" y="1025"/>
                    <a:pt x="3529" y="1040"/>
                  </a:cubicBezTo>
                  <a:cubicBezTo>
                    <a:pt x="3529" y="1084"/>
                    <a:pt x="3514" y="1113"/>
                    <a:pt x="3514" y="1157"/>
                  </a:cubicBezTo>
                  <a:cubicBezTo>
                    <a:pt x="3499" y="1260"/>
                    <a:pt x="3485" y="1421"/>
                    <a:pt x="3441" y="1611"/>
                  </a:cubicBezTo>
                  <a:cubicBezTo>
                    <a:pt x="3411" y="1772"/>
                    <a:pt x="3397" y="1992"/>
                    <a:pt x="3353" y="2211"/>
                  </a:cubicBezTo>
                  <a:cubicBezTo>
                    <a:pt x="3148" y="2211"/>
                    <a:pt x="3045" y="2226"/>
                    <a:pt x="3045" y="2226"/>
                  </a:cubicBezTo>
                  <a:cubicBezTo>
                    <a:pt x="3045" y="2226"/>
                    <a:pt x="3148" y="2255"/>
                    <a:pt x="3353" y="2255"/>
                  </a:cubicBezTo>
                  <a:cubicBezTo>
                    <a:pt x="3309" y="2562"/>
                    <a:pt x="3265" y="2914"/>
                    <a:pt x="3207" y="3294"/>
                  </a:cubicBezTo>
                  <a:cubicBezTo>
                    <a:pt x="3148" y="3660"/>
                    <a:pt x="3104" y="4056"/>
                    <a:pt x="3045" y="4495"/>
                  </a:cubicBezTo>
                  <a:cubicBezTo>
                    <a:pt x="2562" y="4495"/>
                    <a:pt x="2299" y="4524"/>
                    <a:pt x="2299" y="4524"/>
                  </a:cubicBezTo>
                  <a:cubicBezTo>
                    <a:pt x="2299" y="4524"/>
                    <a:pt x="2562" y="4539"/>
                    <a:pt x="3045" y="4539"/>
                  </a:cubicBezTo>
                  <a:cubicBezTo>
                    <a:pt x="2958" y="5256"/>
                    <a:pt x="2855" y="6032"/>
                    <a:pt x="2753" y="6881"/>
                  </a:cubicBezTo>
                  <a:cubicBezTo>
                    <a:pt x="1948" y="6881"/>
                    <a:pt x="1450" y="6896"/>
                    <a:pt x="1450" y="6910"/>
                  </a:cubicBezTo>
                  <a:cubicBezTo>
                    <a:pt x="1450" y="6940"/>
                    <a:pt x="1933" y="6940"/>
                    <a:pt x="2738" y="6954"/>
                  </a:cubicBezTo>
                  <a:cubicBezTo>
                    <a:pt x="2665" y="7569"/>
                    <a:pt x="2592" y="8213"/>
                    <a:pt x="2533" y="8887"/>
                  </a:cubicBezTo>
                  <a:cubicBezTo>
                    <a:pt x="2504" y="9033"/>
                    <a:pt x="2489" y="9180"/>
                    <a:pt x="2489" y="9326"/>
                  </a:cubicBezTo>
                  <a:lnTo>
                    <a:pt x="2416" y="9326"/>
                  </a:lnTo>
                  <a:cubicBezTo>
                    <a:pt x="1918" y="9326"/>
                    <a:pt x="1523" y="9355"/>
                    <a:pt x="1230" y="9355"/>
                  </a:cubicBezTo>
                  <a:lnTo>
                    <a:pt x="908" y="9355"/>
                  </a:lnTo>
                  <a:cubicBezTo>
                    <a:pt x="835" y="9355"/>
                    <a:pt x="791" y="9355"/>
                    <a:pt x="791" y="9370"/>
                  </a:cubicBezTo>
                  <a:cubicBezTo>
                    <a:pt x="791" y="9377"/>
                    <a:pt x="802" y="9377"/>
                    <a:pt x="822" y="9377"/>
                  </a:cubicBezTo>
                  <a:cubicBezTo>
                    <a:pt x="842" y="9377"/>
                    <a:pt x="872" y="9377"/>
                    <a:pt x="908" y="9384"/>
                  </a:cubicBezTo>
                  <a:lnTo>
                    <a:pt x="1230" y="9384"/>
                  </a:lnTo>
                  <a:cubicBezTo>
                    <a:pt x="1523" y="9384"/>
                    <a:pt x="1918" y="9384"/>
                    <a:pt x="2416" y="9399"/>
                  </a:cubicBezTo>
                  <a:lnTo>
                    <a:pt x="2489" y="9399"/>
                  </a:lnTo>
                  <a:cubicBezTo>
                    <a:pt x="2401" y="10365"/>
                    <a:pt x="2328" y="11288"/>
                    <a:pt x="2255" y="12122"/>
                  </a:cubicBezTo>
                  <a:lnTo>
                    <a:pt x="1889" y="12122"/>
                  </a:lnTo>
                  <a:cubicBezTo>
                    <a:pt x="1011" y="12122"/>
                    <a:pt x="279" y="12151"/>
                    <a:pt x="279" y="12181"/>
                  </a:cubicBezTo>
                  <a:cubicBezTo>
                    <a:pt x="279" y="12225"/>
                    <a:pt x="996" y="12239"/>
                    <a:pt x="1889" y="12239"/>
                  </a:cubicBezTo>
                  <a:lnTo>
                    <a:pt x="2255" y="12239"/>
                  </a:lnTo>
                  <a:cubicBezTo>
                    <a:pt x="2196" y="13103"/>
                    <a:pt x="2138" y="13864"/>
                    <a:pt x="2109" y="14523"/>
                  </a:cubicBezTo>
                  <a:cubicBezTo>
                    <a:pt x="2109" y="14699"/>
                    <a:pt x="2094" y="14830"/>
                    <a:pt x="2094" y="14991"/>
                  </a:cubicBezTo>
                  <a:lnTo>
                    <a:pt x="1377" y="14991"/>
                  </a:lnTo>
                  <a:cubicBezTo>
                    <a:pt x="630" y="14991"/>
                    <a:pt x="0" y="15006"/>
                    <a:pt x="0" y="15035"/>
                  </a:cubicBezTo>
                  <a:cubicBezTo>
                    <a:pt x="0" y="15065"/>
                    <a:pt x="601" y="15094"/>
                    <a:pt x="1377" y="15094"/>
                  </a:cubicBezTo>
                  <a:lnTo>
                    <a:pt x="2094" y="15094"/>
                  </a:lnTo>
                  <a:cubicBezTo>
                    <a:pt x="2065" y="15577"/>
                    <a:pt x="2050" y="15958"/>
                    <a:pt x="2035" y="16265"/>
                  </a:cubicBezTo>
                  <a:cubicBezTo>
                    <a:pt x="2035" y="16470"/>
                    <a:pt x="2021" y="16616"/>
                    <a:pt x="2021" y="16719"/>
                  </a:cubicBezTo>
                  <a:lnTo>
                    <a:pt x="2021" y="16851"/>
                  </a:lnTo>
                  <a:cubicBezTo>
                    <a:pt x="2021" y="16821"/>
                    <a:pt x="2021" y="16777"/>
                    <a:pt x="2035" y="16719"/>
                  </a:cubicBezTo>
                  <a:cubicBezTo>
                    <a:pt x="2035" y="16616"/>
                    <a:pt x="2050" y="16455"/>
                    <a:pt x="2079" y="16265"/>
                  </a:cubicBezTo>
                  <a:cubicBezTo>
                    <a:pt x="2094" y="15958"/>
                    <a:pt x="2109" y="15577"/>
                    <a:pt x="2152" y="15094"/>
                  </a:cubicBezTo>
                  <a:cubicBezTo>
                    <a:pt x="2518" y="15094"/>
                    <a:pt x="2738" y="15079"/>
                    <a:pt x="2738" y="15065"/>
                  </a:cubicBezTo>
                  <a:cubicBezTo>
                    <a:pt x="2738" y="15035"/>
                    <a:pt x="2489" y="15021"/>
                    <a:pt x="2152" y="15021"/>
                  </a:cubicBezTo>
                  <a:cubicBezTo>
                    <a:pt x="2167" y="14874"/>
                    <a:pt x="2167" y="14728"/>
                    <a:pt x="2182" y="14567"/>
                  </a:cubicBezTo>
                  <a:cubicBezTo>
                    <a:pt x="2226" y="13908"/>
                    <a:pt x="2270" y="13118"/>
                    <a:pt x="2343" y="12283"/>
                  </a:cubicBezTo>
                  <a:cubicBezTo>
                    <a:pt x="3002" y="12283"/>
                    <a:pt x="3499" y="12254"/>
                    <a:pt x="3499" y="12239"/>
                  </a:cubicBezTo>
                  <a:cubicBezTo>
                    <a:pt x="3499" y="12225"/>
                    <a:pt x="3031" y="12210"/>
                    <a:pt x="2343" y="12210"/>
                  </a:cubicBezTo>
                  <a:cubicBezTo>
                    <a:pt x="2416" y="11361"/>
                    <a:pt x="2489" y="10453"/>
                    <a:pt x="2592" y="9472"/>
                  </a:cubicBezTo>
                  <a:cubicBezTo>
                    <a:pt x="3441" y="9472"/>
                    <a:pt x="4568" y="9472"/>
                    <a:pt x="5783" y="9502"/>
                  </a:cubicBezTo>
                  <a:cubicBezTo>
                    <a:pt x="5783" y="9736"/>
                    <a:pt x="5768" y="9955"/>
                    <a:pt x="5768" y="10175"/>
                  </a:cubicBezTo>
                  <a:cubicBezTo>
                    <a:pt x="5754" y="10687"/>
                    <a:pt x="5754" y="11112"/>
                    <a:pt x="5724" y="11419"/>
                  </a:cubicBezTo>
                  <a:cubicBezTo>
                    <a:pt x="5388" y="11405"/>
                    <a:pt x="5051" y="11375"/>
                    <a:pt x="4773" y="11346"/>
                  </a:cubicBezTo>
                  <a:cubicBezTo>
                    <a:pt x="4392" y="11302"/>
                    <a:pt x="4100" y="11273"/>
                    <a:pt x="3880" y="11258"/>
                  </a:cubicBezTo>
                  <a:cubicBezTo>
                    <a:pt x="3792" y="11229"/>
                    <a:pt x="3704" y="11229"/>
                    <a:pt x="3646" y="11229"/>
                  </a:cubicBezTo>
                  <a:lnTo>
                    <a:pt x="3558" y="11229"/>
                  </a:lnTo>
                  <a:cubicBezTo>
                    <a:pt x="3558" y="11229"/>
                    <a:pt x="3587" y="11258"/>
                    <a:pt x="3646" y="11258"/>
                  </a:cubicBezTo>
                  <a:cubicBezTo>
                    <a:pt x="3719" y="11273"/>
                    <a:pt x="3792" y="11273"/>
                    <a:pt x="3880" y="11288"/>
                  </a:cubicBezTo>
                  <a:cubicBezTo>
                    <a:pt x="4085" y="11332"/>
                    <a:pt x="4392" y="11361"/>
                    <a:pt x="4773" y="11405"/>
                  </a:cubicBezTo>
                  <a:cubicBezTo>
                    <a:pt x="5051" y="11434"/>
                    <a:pt x="5388" y="11449"/>
                    <a:pt x="5724" y="11493"/>
                  </a:cubicBezTo>
                  <a:lnTo>
                    <a:pt x="5724" y="11741"/>
                  </a:lnTo>
                  <a:lnTo>
                    <a:pt x="5724" y="11859"/>
                  </a:lnTo>
                  <a:cubicBezTo>
                    <a:pt x="5724" y="11859"/>
                    <a:pt x="5724" y="11815"/>
                    <a:pt x="5754" y="11741"/>
                  </a:cubicBezTo>
                  <a:cubicBezTo>
                    <a:pt x="5754" y="11668"/>
                    <a:pt x="5768" y="11580"/>
                    <a:pt x="5768" y="11493"/>
                  </a:cubicBezTo>
                  <a:cubicBezTo>
                    <a:pt x="6274" y="11518"/>
                    <a:pt x="6845" y="11554"/>
                    <a:pt x="7453" y="11554"/>
                  </a:cubicBezTo>
                  <a:cubicBezTo>
                    <a:pt x="7549" y="11554"/>
                    <a:pt x="7647" y="11553"/>
                    <a:pt x="7745" y="11551"/>
                  </a:cubicBezTo>
                  <a:cubicBezTo>
                    <a:pt x="8843" y="11522"/>
                    <a:pt x="9853" y="11449"/>
                    <a:pt x="10599" y="11346"/>
                  </a:cubicBezTo>
                  <a:cubicBezTo>
                    <a:pt x="10643" y="11859"/>
                    <a:pt x="10658" y="12151"/>
                    <a:pt x="10673" y="12151"/>
                  </a:cubicBezTo>
                  <a:cubicBezTo>
                    <a:pt x="10673" y="12151"/>
                    <a:pt x="10673" y="11859"/>
                    <a:pt x="10658" y="11346"/>
                  </a:cubicBezTo>
                  <a:lnTo>
                    <a:pt x="10702" y="11346"/>
                  </a:lnTo>
                  <a:cubicBezTo>
                    <a:pt x="11097" y="11288"/>
                    <a:pt x="11390" y="11258"/>
                    <a:pt x="11580" y="11214"/>
                  </a:cubicBezTo>
                  <a:cubicBezTo>
                    <a:pt x="11683" y="11200"/>
                    <a:pt x="11771" y="11185"/>
                    <a:pt x="11829" y="11156"/>
                  </a:cubicBezTo>
                  <a:cubicBezTo>
                    <a:pt x="11873" y="11141"/>
                    <a:pt x="11917" y="11141"/>
                    <a:pt x="11902" y="11141"/>
                  </a:cubicBezTo>
                  <a:lnTo>
                    <a:pt x="11800" y="11141"/>
                  </a:lnTo>
                  <a:cubicBezTo>
                    <a:pt x="11727" y="11141"/>
                    <a:pt x="11653" y="11156"/>
                    <a:pt x="11566" y="11185"/>
                  </a:cubicBezTo>
                  <a:cubicBezTo>
                    <a:pt x="11361" y="11214"/>
                    <a:pt x="11053" y="11258"/>
                    <a:pt x="10673" y="11288"/>
                  </a:cubicBezTo>
                  <a:lnTo>
                    <a:pt x="10614" y="11288"/>
                  </a:lnTo>
                  <a:cubicBezTo>
                    <a:pt x="10599" y="10834"/>
                    <a:pt x="10556" y="10204"/>
                    <a:pt x="10526" y="9472"/>
                  </a:cubicBezTo>
                  <a:cubicBezTo>
                    <a:pt x="10878" y="9472"/>
                    <a:pt x="11185" y="9472"/>
                    <a:pt x="11405" y="9458"/>
                  </a:cubicBezTo>
                  <a:lnTo>
                    <a:pt x="11727" y="9458"/>
                  </a:lnTo>
                  <a:cubicBezTo>
                    <a:pt x="11800" y="9458"/>
                    <a:pt x="11844" y="9458"/>
                    <a:pt x="11844" y="9443"/>
                  </a:cubicBezTo>
                  <a:cubicBezTo>
                    <a:pt x="11844" y="9436"/>
                    <a:pt x="11833" y="9436"/>
                    <a:pt x="11813" y="9436"/>
                  </a:cubicBezTo>
                  <a:cubicBezTo>
                    <a:pt x="11793" y="9436"/>
                    <a:pt x="11763" y="9436"/>
                    <a:pt x="11727" y="9428"/>
                  </a:cubicBezTo>
                  <a:lnTo>
                    <a:pt x="11405" y="9428"/>
                  </a:lnTo>
                  <a:cubicBezTo>
                    <a:pt x="11185" y="9428"/>
                    <a:pt x="10878" y="9428"/>
                    <a:pt x="10526" y="9399"/>
                  </a:cubicBezTo>
                  <a:cubicBezTo>
                    <a:pt x="10482" y="8711"/>
                    <a:pt x="10438" y="7906"/>
                    <a:pt x="10394" y="7027"/>
                  </a:cubicBezTo>
                  <a:cubicBezTo>
                    <a:pt x="11566" y="7027"/>
                    <a:pt x="12503" y="7013"/>
                    <a:pt x="13015" y="7013"/>
                  </a:cubicBezTo>
                  <a:cubicBezTo>
                    <a:pt x="13074" y="7423"/>
                    <a:pt x="13117" y="7833"/>
                    <a:pt x="13176" y="8213"/>
                  </a:cubicBezTo>
                  <a:cubicBezTo>
                    <a:pt x="13044" y="8272"/>
                    <a:pt x="12883" y="8330"/>
                    <a:pt x="12708" y="8374"/>
                  </a:cubicBezTo>
                  <a:cubicBezTo>
                    <a:pt x="12210" y="8565"/>
                    <a:pt x="11785" y="8667"/>
                    <a:pt x="11785" y="8696"/>
                  </a:cubicBezTo>
                  <a:cubicBezTo>
                    <a:pt x="11785" y="8698"/>
                    <a:pt x="11788" y="8698"/>
                    <a:pt x="11794" y="8698"/>
                  </a:cubicBezTo>
                  <a:cubicBezTo>
                    <a:pt x="11858" y="8698"/>
                    <a:pt x="12267" y="8622"/>
                    <a:pt x="12737" y="8448"/>
                  </a:cubicBezTo>
                  <a:cubicBezTo>
                    <a:pt x="12898" y="8404"/>
                    <a:pt x="13044" y="8330"/>
                    <a:pt x="13176" y="8272"/>
                  </a:cubicBezTo>
                  <a:cubicBezTo>
                    <a:pt x="13249" y="8726"/>
                    <a:pt x="13308" y="9165"/>
                    <a:pt x="13366" y="9575"/>
                  </a:cubicBezTo>
                  <a:cubicBezTo>
                    <a:pt x="13293" y="9648"/>
                    <a:pt x="13191" y="9736"/>
                    <a:pt x="13117" y="9824"/>
                  </a:cubicBezTo>
                  <a:cubicBezTo>
                    <a:pt x="12883" y="10058"/>
                    <a:pt x="12678" y="10277"/>
                    <a:pt x="12503" y="10482"/>
                  </a:cubicBezTo>
                  <a:cubicBezTo>
                    <a:pt x="12268" y="10497"/>
                    <a:pt x="12078" y="10526"/>
                    <a:pt x="11932" y="10541"/>
                  </a:cubicBezTo>
                  <a:cubicBezTo>
                    <a:pt x="11771" y="10556"/>
                    <a:pt x="11683" y="10556"/>
                    <a:pt x="11683" y="10570"/>
                  </a:cubicBezTo>
                  <a:lnTo>
                    <a:pt x="11932" y="10570"/>
                  </a:lnTo>
                  <a:cubicBezTo>
                    <a:pt x="12063" y="10570"/>
                    <a:pt x="12224" y="10556"/>
                    <a:pt x="12444" y="10556"/>
                  </a:cubicBezTo>
                  <a:cubicBezTo>
                    <a:pt x="12151" y="10863"/>
                    <a:pt x="11976" y="11068"/>
                    <a:pt x="11990" y="11083"/>
                  </a:cubicBezTo>
                  <a:cubicBezTo>
                    <a:pt x="11991" y="11084"/>
                    <a:pt x="11993" y="11085"/>
                    <a:pt x="11995" y="11085"/>
                  </a:cubicBezTo>
                  <a:cubicBezTo>
                    <a:pt x="12032" y="11085"/>
                    <a:pt x="12245" y="10872"/>
                    <a:pt x="12561" y="10556"/>
                  </a:cubicBezTo>
                  <a:lnTo>
                    <a:pt x="12649" y="10556"/>
                  </a:lnTo>
                  <a:cubicBezTo>
                    <a:pt x="12883" y="10541"/>
                    <a:pt x="13176" y="10497"/>
                    <a:pt x="13483" y="10468"/>
                  </a:cubicBezTo>
                  <a:cubicBezTo>
                    <a:pt x="13542" y="10819"/>
                    <a:pt x="13586" y="11112"/>
                    <a:pt x="13615" y="11346"/>
                  </a:cubicBezTo>
                  <a:cubicBezTo>
                    <a:pt x="13630" y="11478"/>
                    <a:pt x="13659" y="11566"/>
                    <a:pt x="13674" y="11654"/>
                  </a:cubicBezTo>
                  <a:cubicBezTo>
                    <a:pt x="13688" y="11727"/>
                    <a:pt x="13688" y="11771"/>
                    <a:pt x="13688" y="11771"/>
                  </a:cubicBezTo>
                  <a:lnTo>
                    <a:pt x="13688" y="11654"/>
                  </a:lnTo>
                  <a:cubicBezTo>
                    <a:pt x="13688" y="11580"/>
                    <a:pt x="13674" y="11478"/>
                    <a:pt x="13659" y="11346"/>
                  </a:cubicBezTo>
                  <a:cubicBezTo>
                    <a:pt x="13615" y="11127"/>
                    <a:pt x="13601" y="10834"/>
                    <a:pt x="13542" y="10468"/>
                  </a:cubicBezTo>
                  <a:cubicBezTo>
                    <a:pt x="13967" y="10409"/>
                    <a:pt x="14435" y="10336"/>
                    <a:pt x="14947" y="10234"/>
                  </a:cubicBezTo>
                  <a:lnTo>
                    <a:pt x="14947" y="10234"/>
                  </a:lnTo>
                  <a:cubicBezTo>
                    <a:pt x="14874" y="11083"/>
                    <a:pt x="14860" y="11771"/>
                    <a:pt x="14874" y="11785"/>
                  </a:cubicBezTo>
                  <a:cubicBezTo>
                    <a:pt x="14903" y="11785"/>
                    <a:pt x="14977" y="11083"/>
                    <a:pt x="15050" y="10204"/>
                  </a:cubicBezTo>
                  <a:cubicBezTo>
                    <a:pt x="15606" y="10102"/>
                    <a:pt x="16148" y="9955"/>
                    <a:pt x="16602" y="9824"/>
                  </a:cubicBezTo>
                  <a:cubicBezTo>
                    <a:pt x="16745" y="10370"/>
                    <a:pt x="16847" y="10761"/>
                    <a:pt x="16892" y="10761"/>
                  </a:cubicBezTo>
                  <a:cubicBezTo>
                    <a:pt x="16893" y="10761"/>
                    <a:pt x="16894" y="10761"/>
                    <a:pt x="16894" y="10761"/>
                  </a:cubicBezTo>
                  <a:cubicBezTo>
                    <a:pt x="16909" y="10761"/>
                    <a:pt x="16821" y="10336"/>
                    <a:pt x="16689" y="9794"/>
                  </a:cubicBezTo>
                  <a:cubicBezTo>
                    <a:pt x="16894" y="9736"/>
                    <a:pt x="17070" y="9663"/>
                    <a:pt x="17246" y="9604"/>
                  </a:cubicBezTo>
                  <a:cubicBezTo>
                    <a:pt x="17539" y="9516"/>
                    <a:pt x="17758" y="9428"/>
                    <a:pt x="17919" y="9370"/>
                  </a:cubicBezTo>
                  <a:cubicBezTo>
                    <a:pt x="18080" y="9311"/>
                    <a:pt x="18153" y="9282"/>
                    <a:pt x="18153" y="9253"/>
                  </a:cubicBezTo>
                  <a:cubicBezTo>
                    <a:pt x="18139" y="9243"/>
                    <a:pt x="18118" y="9238"/>
                    <a:pt x="18091" y="9238"/>
                  </a:cubicBezTo>
                  <a:cubicBezTo>
                    <a:pt x="18036" y="9238"/>
                    <a:pt x="17958" y="9258"/>
                    <a:pt x="17861" y="9297"/>
                  </a:cubicBezTo>
                  <a:cubicBezTo>
                    <a:pt x="17700" y="9355"/>
                    <a:pt x="17480" y="9428"/>
                    <a:pt x="17187" y="9516"/>
                  </a:cubicBezTo>
                  <a:cubicBezTo>
                    <a:pt x="17026" y="9575"/>
                    <a:pt x="16836" y="9619"/>
                    <a:pt x="16646" y="9677"/>
                  </a:cubicBezTo>
                  <a:lnTo>
                    <a:pt x="16587" y="9458"/>
                  </a:lnTo>
                  <a:cubicBezTo>
                    <a:pt x="16399" y="8793"/>
                    <a:pt x="16254" y="8228"/>
                    <a:pt x="16222" y="8228"/>
                  </a:cubicBezTo>
                  <a:cubicBezTo>
                    <a:pt x="16222" y="8228"/>
                    <a:pt x="16221" y="8228"/>
                    <a:pt x="16221" y="8228"/>
                  </a:cubicBezTo>
                  <a:cubicBezTo>
                    <a:pt x="16206" y="8228"/>
                    <a:pt x="16309" y="8799"/>
                    <a:pt x="16499" y="9472"/>
                  </a:cubicBezTo>
                  <a:lnTo>
                    <a:pt x="16543" y="9692"/>
                  </a:lnTo>
                  <a:cubicBezTo>
                    <a:pt x="16104" y="9824"/>
                    <a:pt x="15577" y="9955"/>
                    <a:pt x="15035" y="10058"/>
                  </a:cubicBezTo>
                  <a:cubicBezTo>
                    <a:pt x="15108" y="9165"/>
                    <a:pt x="15138" y="8448"/>
                    <a:pt x="15108" y="8448"/>
                  </a:cubicBezTo>
                  <a:lnTo>
                    <a:pt x="15108" y="8448"/>
                  </a:lnTo>
                  <a:cubicBezTo>
                    <a:pt x="15079" y="8448"/>
                    <a:pt x="14991" y="9180"/>
                    <a:pt x="14933" y="10087"/>
                  </a:cubicBezTo>
                  <a:cubicBezTo>
                    <a:pt x="14420" y="10190"/>
                    <a:pt x="13952" y="10263"/>
                    <a:pt x="13527" y="10321"/>
                  </a:cubicBezTo>
                  <a:cubicBezTo>
                    <a:pt x="13527" y="10263"/>
                    <a:pt x="13513" y="10204"/>
                    <a:pt x="13513" y="10131"/>
                  </a:cubicBezTo>
                  <a:cubicBezTo>
                    <a:pt x="13483" y="9970"/>
                    <a:pt x="13454" y="9765"/>
                    <a:pt x="13440" y="9589"/>
                  </a:cubicBezTo>
                  <a:cubicBezTo>
                    <a:pt x="13952" y="9033"/>
                    <a:pt x="14333" y="8623"/>
                    <a:pt x="14318" y="8594"/>
                  </a:cubicBezTo>
                  <a:cubicBezTo>
                    <a:pt x="14317" y="8594"/>
                    <a:pt x="14317" y="8593"/>
                    <a:pt x="14316" y="8593"/>
                  </a:cubicBezTo>
                  <a:cubicBezTo>
                    <a:pt x="14274" y="8593"/>
                    <a:pt x="13898" y="8955"/>
                    <a:pt x="13410" y="9472"/>
                  </a:cubicBezTo>
                  <a:cubicBezTo>
                    <a:pt x="13366" y="9092"/>
                    <a:pt x="13308" y="8667"/>
                    <a:pt x="13249" y="8213"/>
                  </a:cubicBezTo>
                  <a:cubicBezTo>
                    <a:pt x="13469" y="8111"/>
                    <a:pt x="13615" y="8038"/>
                    <a:pt x="13615" y="8008"/>
                  </a:cubicBezTo>
                  <a:cubicBezTo>
                    <a:pt x="13615" y="8007"/>
                    <a:pt x="13614" y="8006"/>
                    <a:pt x="13611" y="8006"/>
                  </a:cubicBezTo>
                  <a:cubicBezTo>
                    <a:pt x="13584" y="8006"/>
                    <a:pt x="13446" y="8061"/>
                    <a:pt x="13249" y="8140"/>
                  </a:cubicBezTo>
                  <a:cubicBezTo>
                    <a:pt x="13205" y="7774"/>
                    <a:pt x="13147" y="7379"/>
                    <a:pt x="13103" y="6969"/>
                  </a:cubicBezTo>
                  <a:cubicBezTo>
                    <a:pt x="13352" y="6969"/>
                    <a:pt x="13469" y="6954"/>
                    <a:pt x="13469" y="6954"/>
                  </a:cubicBezTo>
                  <a:cubicBezTo>
                    <a:pt x="13469" y="6954"/>
                    <a:pt x="13352" y="6940"/>
                    <a:pt x="13088" y="6940"/>
                  </a:cubicBezTo>
                  <a:cubicBezTo>
                    <a:pt x="13074" y="6764"/>
                    <a:pt x="13044" y="6588"/>
                    <a:pt x="13015" y="6427"/>
                  </a:cubicBezTo>
                  <a:cubicBezTo>
                    <a:pt x="12927" y="5768"/>
                    <a:pt x="12839" y="5139"/>
                    <a:pt x="12766" y="4568"/>
                  </a:cubicBezTo>
                  <a:cubicBezTo>
                    <a:pt x="13074" y="4568"/>
                    <a:pt x="13249" y="4553"/>
                    <a:pt x="13249" y="4553"/>
                  </a:cubicBezTo>
                  <a:cubicBezTo>
                    <a:pt x="13249" y="4553"/>
                    <a:pt x="13074" y="4539"/>
                    <a:pt x="12766" y="4539"/>
                  </a:cubicBezTo>
                  <a:cubicBezTo>
                    <a:pt x="12664" y="3836"/>
                    <a:pt x="12576" y="3221"/>
                    <a:pt x="12503" y="2709"/>
                  </a:cubicBezTo>
                  <a:cubicBezTo>
                    <a:pt x="12488" y="2562"/>
                    <a:pt x="12473" y="2416"/>
                    <a:pt x="12444" y="2284"/>
                  </a:cubicBezTo>
                  <a:cubicBezTo>
                    <a:pt x="12766" y="2284"/>
                    <a:pt x="12927" y="2270"/>
                    <a:pt x="12927" y="2270"/>
                  </a:cubicBezTo>
                  <a:cubicBezTo>
                    <a:pt x="12927" y="2270"/>
                    <a:pt x="12737" y="2255"/>
                    <a:pt x="12429" y="2255"/>
                  </a:cubicBezTo>
                  <a:cubicBezTo>
                    <a:pt x="12400" y="1992"/>
                    <a:pt x="12356" y="1757"/>
                    <a:pt x="12342" y="1567"/>
                  </a:cubicBezTo>
                  <a:cubicBezTo>
                    <a:pt x="12327" y="1450"/>
                    <a:pt x="12298" y="1347"/>
                    <a:pt x="12283" y="1260"/>
                  </a:cubicBezTo>
                  <a:cubicBezTo>
                    <a:pt x="12268" y="1186"/>
                    <a:pt x="12268" y="1157"/>
                    <a:pt x="12268" y="1157"/>
                  </a:cubicBezTo>
                  <a:lnTo>
                    <a:pt x="12268" y="1260"/>
                  </a:lnTo>
                  <a:cubicBezTo>
                    <a:pt x="12268" y="1333"/>
                    <a:pt x="12283" y="1450"/>
                    <a:pt x="12298" y="1567"/>
                  </a:cubicBezTo>
                  <a:cubicBezTo>
                    <a:pt x="12327" y="1757"/>
                    <a:pt x="12356" y="1977"/>
                    <a:pt x="12371" y="2226"/>
                  </a:cubicBezTo>
                  <a:cubicBezTo>
                    <a:pt x="11888" y="2226"/>
                    <a:pt x="11083" y="2211"/>
                    <a:pt x="10087" y="2211"/>
                  </a:cubicBezTo>
                  <a:cubicBezTo>
                    <a:pt x="9999" y="864"/>
                    <a:pt x="9941" y="1"/>
                    <a:pt x="99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58"/>
            <p:cNvSpPr/>
            <p:nvPr/>
          </p:nvSpPr>
          <p:spPr>
            <a:xfrm>
              <a:off x="696431" y="1485769"/>
              <a:ext cx="64641" cy="125301"/>
            </a:xfrm>
            <a:custGeom>
              <a:avLst/>
              <a:gdLst/>
              <a:ahLst/>
              <a:cxnLst/>
              <a:rect l="l" t="t" r="r" b="b"/>
              <a:pathLst>
                <a:path w="763" h="1479" extrusionOk="0">
                  <a:moveTo>
                    <a:pt x="762" y="0"/>
                  </a:moveTo>
                  <a:lnTo>
                    <a:pt x="162" y="88"/>
                  </a:lnTo>
                  <a:lnTo>
                    <a:pt x="1" y="1186"/>
                  </a:lnTo>
                  <a:lnTo>
                    <a:pt x="513" y="1479"/>
                  </a:lnTo>
                  <a:lnTo>
                    <a:pt x="762" y="732"/>
                  </a:lnTo>
                  <a:lnTo>
                    <a:pt x="7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58"/>
            <p:cNvSpPr/>
            <p:nvPr/>
          </p:nvSpPr>
          <p:spPr>
            <a:xfrm>
              <a:off x="639415" y="1561424"/>
              <a:ext cx="137755" cy="914129"/>
            </a:xfrm>
            <a:custGeom>
              <a:avLst/>
              <a:gdLst/>
              <a:ahLst/>
              <a:cxnLst/>
              <a:rect l="l" t="t" r="r" b="b"/>
              <a:pathLst>
                <a:path w="1626" h="10790" extrusionOk="0">
                  <a:moveTo>
                    <a:pt x="1201" y="0"/>
                  </a:moveTo>
                  <a:lnTo>
                    <a:pt x="1040" y="498"/>
                  </a:lnTo>
                  <a:cubicBezTo>
                    <a:pt x="1040" y="498"/>
                    <a:pt x="0" y="8564"/>
                    <a:pt x="249" y="9135"/>
                  </a:cubicBezTo>
                  <a:cubicBezTo>
                    <a:pt x="484" y="9692"/>
                    <a:pt x="1054" y="10790"/>
                    <a:pt x="1054" y="10790"/>
                  </a:cubicBezTo>
                  <a:lnTo>
                    <a:pt x="1625" y="7569"/>
                  </a:lnTo>
                  <a:lnTo>
                    <a:pt x="120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7" name="Google Shape;1877;p58"/>
          <p:cNvGrpSpPr/>
          <p:nvPr/>
        </p:nvGrpSpPr>
        <p:grpSpPr>
          <a:xfrm>
            <a:off x="2416712" y="1007088"/>
            <a:ext cx="1815182" cy="3590018"/>
            <a:chOff x="2306551" y="947031"/>
            <a:chExt cx="1881993" cy="3721768"/>
          </a:xfrm>
        </p:grpSpPr>
        <p:sp>
          <p:nvSpPr>
            <p:cNvPr id="1878" name="Google Shape;1878;p58"/>
            <p:cNvSpPr/>
            <p:nvPr/>
          </p:nvSpPr>
          <p:spPr>
            <a:xfrm>
              <a:off x="2735744" y="947031"/>
              <a:ext cx="725627" cy="940392"/>
            </a:xfrm>
            <a:custGeom>
              <a:avLst/>
              <a:gdLst/>
              <a:ahLst/>
              <a:cxnLst/>
              <a:rect l="l" t="t" r="r" b="b"/>
              <a:pathLst>
                <a:path w="8565" h="11100" extrusionOk="0">
                  <a:moveTo>
                    <a:pt x="3123" y="1"/>
                  </a:moveTo>
                  <a:cubicBezTo>
                    <a:pt x="2777" y="1"/>
                    <a:pt x="2428" y="37"/>
                    <a:pt x="2079" y="79"/>
                  </a:cubicBezTo>
                  <a:cubicBezTo>
                    <a:pt x="1684" y="108"/>
                    <a:pt x="1288" y="167"/>
                    <a:pt x="893" y="313"/>
                  </a:cubicBezTo>
                  <a:cubicBezTo>
                    <a:pt x="527" y="460"/>
                    <a:pt x="366" y="621"/>
                    <a:pt x="205" y="987"/>
                  </a:cubicBezTo>
                  <a:cubicBezTo>
                    <a:pt x="0" y="1265"/>
                    <a:pt x="59" y="1675"/>
                    <a:pt x="220" y="1953"/>
                  </a:cubicBezTo>
                  <a:cubicBezTo>
                    <a:pt x="395" y="2246"/>
                    <a:pt x="674" y="2465"/>
                    <a:pt x="952" y="2670"/>
                  </a:cubicBezTo>
                  <a:cubicBezTo>
                    <a:pt x="1230" y="2890"/>
                    <a:pt x="1493" y="3109"/>
                    <a:pt x="1640" y="3417"/>
                  </a:cubicBezTo>
                  <a:cubicBezTo>
                    <a:pt x="1903" y="3929"/>
                    <a:pt x="1742" y="4544"/>
                    <a:pt x="1552" y="5086"/>
                  </a:cubicBezTo>
                  <a:cubicBezTo>
                    <a:pt x="1376" y="5598"/>
                    <a:pt x="1171" y="6110"/>
                    <a:pt x="1040" y="6637"/>
                  </a:cubicBezTo>
                  <a:cubicBezTo>
                    <a:pt x="937" y="7179"/>
                    <a:pt x="908" y="7735"/>
                    <a:pt x="1113" y="8248"/>
                  </a:cubicBezTo>
                  <a:cubicBezTo>
                    <a:pt x="1406" y="8980"/>
                    <a:pt x="2108" y="9448"/>
                    <a:pt x="2767" y="9858"/>
                  </a:cubicBezTo>
                  <a:cubicBezTo>
                    <a:pt x="3572" y="10356"/>
                    <a:pt x="4421" y="10854"/>
                    <a:pt x="5358" y="11029"/>
                  </a:cubicBezTo>
                  <a:cubicBezTo>
                    <a:pt x="5589" y="11075"/>
                    <a:pt x="5826" y="11099"/>
                    <a:pt x="6062" y="11099"/>
                  </a:cubicBezTo>
                  <a:cubicBezTo>
                    <a:pt x="6803" y="11099"/>
                    <a:pt x="7538" y="10866"/>
                    <a:pt x="8037" y="10356"/>
                  </a:cubicBezTo>
                  <a:cubicBezTo>
                    <a:pt x="8286" y="10107"/>
                    <a:pt x="8476" y="9756"/>
                    <a:pt x="8520" y="9390"/>
                  </a:cubicBezTo>
                  <a:cubicBezTo>
                    <a:pt x="8564" y="9024"/>
                    <a:pt x="8447" y="8614"/>
                    <a:pt x="8198" y="8365"/>
                  </a:cubicBezTo>
                  <a:cubicBezTo>
                    <a:pt x="8023" y="8204"/>
                    <a:pt x="7774" y="8087"/>
                    <a:pt x="7583" y="7926"/>
                  </a:cubicBezTo>
                  <a:cubicBezTo>
                    <a:pt x="7378" y="7765"/>
                    <a:pt x="7232" y="7501"/>
                    <a:pt x="7291" y="7267"/>
                  </a:cubicBezTo>
                  <a:cubicBezTo>
                    <a:pt x="7349" y="7003"/>
                    <a:pt x="7613" y="6886"/>
                    <a:pt x="7759" y="6667"/>
                  </a:cubicBezTo>
                  <a:cubicBezTo>
                    <a:pt x="7979" y="6330"/>
                    <a:pt x="7876" y="5876"/>
                    <a:pt x="7613" y="5598"/>
                  </a:cubicBezTo>
                  <a:cubicBezTo>
                    <a:pt x="7364" y="5305"/>
                    <a:pt x="6969" y="5173"/>
                    <a:pt x="6588" y="5130"/>
                  </a:cubicBezTo>
                  <a:cubicBezTo>
                    <a:pt x="6237" y="5071"/>
                    <a:pt x="5856" y="5071"/>
                    <a:pt x="5563" y="4895"/>
                  </a:cubicBezTo>
                  <a:cubicBezTo>
                    <a:pt x="5197" y="4646"/>
                    <a:pt x="5036" y="4193"/>
                    <a:pt x="5036" y="3753"/>
                  </a:cubicBezTo>
                  <a:cubicBezTo>
                    <a:pt x="5036" y="3314"/>
                    <a:pt x="5153" y="2890"/>
                    <a:pt x="5270" y="2480"/>
                  </a:cubicBezTo>
                  <a:cubicBezTo>
                    <a:pt x="5358" y="2041"/>
                    <a:pt x="5431" y="1601"/>
                    <a:pt x="5285" y="1177"/>
                  </a:cubicBezTo>
                  <a:cubicBezTo>
                    <a:pt x="5080" y="591"/>
                    <a:pt x="4524" y="211"/>
                    <a:pt x="3909" y="79"/>
                  </a:cubicBezTo>
                  <a:cubicBezTo>
                    <a:pt x="3649" y="22"/>
                    <a:pt x="3387" y="1"/>
                    <a:pt x="3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58"/>
            <p:cNvSpPr/>
            <p:nvPr/>
          </p:nvSpPr>
          <p:spPr>
            <a:xfrm>
              <a:off x="2374835" y="2430825"/>
              <a:ext cx="1018334" cy="2153159"/>
            </a:xfrm>
            <a:custGeom>
              <a:avLst/>
              <a:gdLst/>
              <a:ahLst/>
              <a:cxnLst/>
              <a:rect l="l" t="t" r="r" b="b"/>
              <a:pathLst>
                <a:path w="12020" h="25415" extrusionOk="0">
                  <a:moveTo>
                    <a:pt x="12019" y="1"/>
                  </a:moveTo>
                  <a:lnTo>
                    <a:pt x="8154" y="733"/>
                  </a:lnTo>
                  <a:cubicBezTo>
                    <a:pt x="5973" y="10673"/>
                    <a:pt x="0" y="23395"/>
                    <a:pt x="0" y="23395"/>
                  </a:cubicBezTo>
                  <a:lnTo>
                    <a:pt x="3309" y="25415"/>
                  </a:lnTo>
                  <a:cubicBezTo>
                    <a:pt x="11009" y="10219"/>
                    <a:pt x="12019" y="1"/>
                    <a:pt x="12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58"/>
            <p:cNvSpPr/>
            <p:nvPr/>
          </p:nvSpPr>
          <p:spPr>
            <a:xfrm>
              <a:off x="2374835" y="4400406"/>
              <a:ext cx="333712" cy="268393"/>
            </a:xfrm>
            <a:custGeom>
              <a:avLst/>
              <a:gdLst/>
              <a:ahLst/>
              <a:cxnLst/>
              <a:rect l="l" t="t" r="r" b="b"/>
              <a:pathLst>
                <a:path w="3939" h="3168" extrusionOk="0">
                  <a:moveTo>
                    <a:pt x="0" y="0"/>
                  </a:moveTo>
                  <a:lnTo>
                    <a:pt x="0" y="117"/>
                  </a:lnTo>
                  <a:cubicBezTo>
                    <a:pt x="0" y="117"/>
                    <a:pt x="3438" y="3168"/>
                    <a:pt x="3805" y="3168"/>
                  </a:cubicBezTo>
                  <a:cubicBezTo>
                    <a:pt x="3822" y="3168"/>
                    <a:pt x="3832" y="3161"/>
                    <a:pt x="3836" y="3148"/>
                  </a:cubicBezTo>
                  <a:cubicBezTo>
                    <a:pt x="3938" y="2826"/>
                    <a:pt x="3309" y="2152"/>
                    <a:pt x="3309" y="2152"/>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58"/>
            <p:cNvSpPr/>
            <p:nvPr/>
          </p:nvSpPr>
          <p:spPr>
            <a:xfrm>
              <a:off x="2306551" y="2918307"/>
              <a:ext cx="261785" cy="299485"/>
            </a:xfrm>
            <a:custGeom>
              <a:avLst/>
              <a:gdLst/>
              <a:ahLst/>
              <a:cxnLst/>
              <a:rect l="l" t="t" r="r" b="b"/>
              <a:pathLst>
                <a:path w="3090" h="3535" extrusionOk="0">
                  <a:moveTo>
                    <a:pt x="810" y="0"/>
                  </a:moveTo>
                  <a:cubicBezTo>
                    <a:pt x="738" y="0"/>
                    <a:pt x="686" y="22"/>
                    <a:pt x="660" y="73"/>
                  </a:cubicBezTo>
                  <a:cubicBezTo>
                    <a:pt x="660" y="73"/>
                    <a:pt x="1" y="1859"/>
                    <a:pt x="59" y="2079"/>
                  </a:cubicBezTo>
                  <a:cubicBezTo>
                    <a:pt x="65" y="2108"/>
                    <a:pt x="80" y="2120"/>
                    <a:pt x="102" y="2120"/>
                  </a:cubicBezTo>
                  <a:cubicBezTo>
                    <a:pt x="241" y="2120"/>
                    <a:pt x="660" y="1581"/>
                    <a:pt x="660" y="1581"/>
                  </a:cubicBezTo>
                  <a:lnTo>
                    <a:pt x="660" y="1581"/>
                  </a:lnTo>
                  <a:cubicBezTo>
                    <a:pt x="660" y="1581"/>
                    <a:pt x="206" y="2357"/>
                    <a:pt x="250" y="2576"/>
                  </a:cubicBezTo>
                  <a:cubicBezTo>
                    <a:pt x="255" y="2596"/>
                    <a:pt x="269" y="2605"/>
                    <a:pt x="288" y="2605"/>
                  </a:cubicBezTo>
                  <a:cubicBezTo>
                    <a:pt x="465" y="2605"/>
                    <a:pt x="1157" y="1830"/>
                    <a:pt x="1157" y="1830"/>
                  </a:cubicBezTo>
                  <a:lnTo>
                    <a:pt x="1157" y="1830"/>
                  </a:lnTo>
                  <a:cubicBezTo>
                    <a:pt x="1157" y="1830"/>
                    <a:pt x="367" y="2825"/>
                    <a:pt x="586" y="3001"/>
                  </a:cubicBezTo>
                  <a:cubicBezTo>
                    <a:pt x="602" y="3013"/>
                    <a:pt x="622" y="3018"/>
                    <a:pt x="644" y="3018"/>
                  </a:cubicBezTo>
                  <a:cubicBezTo>
                    <a:pt x="936" y="3018"/>
                    <a:pt x="1743" y="2123"/>
                    <a:pt x="1743" y="2123"/>
                  </a:cubicBezTo>
                  <a:lnTo>
                    <a:pt x="1743" y="2123"/>
                  </a:lnTo>
                  <a:cubicBezTo>
                    <a:pt x="1743" y="2123"/>
                    <a:pt x="865" y="3294"/>
                    <a:pt x="1055" y="3513"/>
                  </a:cubicBezTo>
                  <a:cubicBezTo>
                    <a:pt x="1069" y="3528"/>
                    <a:pt x="1087" y="3535"/>
                    <a:pt x="1108" y="3535"/>
                  </a:cubicBezTo>
                  <a:cubicBezTo>
                    <a:pt x="1409" y="3535"/>
                    <a:pt x="2416" y="2196"/>
                    <a:pt x="2416" y="2196"/>
                  </a:cubicBezTo>
                  <a:cubicBezTo>
                    <a:pt x="2430" y="2734"/>
                    <a:pt x="2753" y="3037"/>
                    <a:pt x="2907" y="3037"/>
                  </a:cubicBezTo>
                  <a:cubicBezTo>
                    <a:pt x="2921" y="3037"/>
                    <a:pt x="2933" y="3035"/>
                    <a:pt x="2943" y="3030"/>
                  </a:cubicBezTo>
                  <a:cubicBezTo>
                    <a:pt x="3090" y="2972"/>
                    <a:pt x="2929" y="1215"/>
                    <a:pt x="2929" y="1215"/>
                  </a:cubicBezTo>
                  <a:cubicBezTo>
                    <a:pt x="2929" y="1215"/>
                    <a:pt x="1339" y="0"/>
                    <a:pt x="810" y="0"/>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58"/>
            <p:cNvSpPr/>
            <p:nvPr/>
          </p:nvSpPr>
          <p:spPr>
            <a:xfrm>
              <a:off x="2699738" y="2404816"/>
              <a:ext cx="1082806" cy="2232541"/>
            </a:xfrm>
            <a:custGeom>
              <a:avLst/>
              <a:gdLst/>
              <a:ahLst/>
              <a:cxnLst/>
              <a:rect l="l" t="t" r="r" b="b"/>
              <a:pathLst>
                <a:path w="12781" h="26352" extrusionOk="0">
                  <a:moveTo>
                    <a:pt x="5168" y="0"/>
                  </a:moveTo>
                  <a:lnTo>
                    <a:pt x="1" y="1742"/>
                  </a:lnTo>
                  <a:cubicBezTo>
                    <a:pt x="1" y="1742"/>
                    <a:pt x="2855" y="15006"/>
                    <a:pt x="9794" y="26351"/>
                  </a:cubicBezTo>
                  <a:lnTo>
                    <a:pt x="12781" y="24741"/>
                  </a:lnTo>
                  <a:cubicBezTo>
                    <a:pt x="12781" y="24741"/>
                    <a:pt x="4905" y="8228"/>
                    <a:pt x="5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3" name="Google Shape;1883;p58"/>
            <p:cNvGrpSpPr/>
            <p:nvPr/>
          </p:nvGrpSpPr>
          <p:grpSpPr>
            <a:xfrm>
              <a:off x="3559968" y="976874"/>
              <a:ext cx="628575" cy="651555"/>
              <a:chOff x="3559968" y="976874"/>
              <a:chExt cx="628575" cy="651555"/>
            </a:xfrm>
          </p:grpSpPr>
          <p:sp>
            <p:nvSpPr>
              <p:cNvPr id="1884" name="Google Shape;1884;p58"/>
              <p:cNvSpPr/>
              <p:nvPr/>
            </p:nvSpPr>
            <p:spPr>
              <a:xfrm rot="3731416">
                <a:off x="3623752" y="1080600"/>
                <a:ext cx="502390" cy="444102"/>
              </a:xfrm>
              <a:custGeom>
                <a:avLst/>
                <a:gdLst/>
                <a:ahLst/>
                <a:cxnLst/>
                <a:rect l="l" t="t" r="r" b="b"/>
                <a:pathLst>
                  <a:path w="5930" h="5242" extrusionOk="0">
                    <a:moveTo>
                      <a:pt x="2965" y="0"/>
                    </a:moveTo>
                    <a:cubicBezTo>
                      <a:pt x="2151" y="0"/>
                      <a:pt x="1349" y="382"/>
                      <a:pt x="835" y="1090"/>
                    </a:cubicBezTo>
                    <a:cubicBezTo>
                      <a:pt x="1" y="2261"/>
                      <a:pt x="250" y="3901"/>
                      <a:pt x="1421" y="4750"/>
                    </a:cubicBezTo>
                    <a:cubicBezTo>
                      <a:pt x="1885" y="5081"/>
                      <a:pt x="2426" y="5242"/>
                      <a:pt x="2962" y="5242"/>
                    </a:cubicBezTo>
                    <a:cubicBezTo>
                      <a:pt x="3776" y="5242"/>
                      <a:pt x="4577" y="4871"/>
                      <a:pt x="5081" y="4164"/>
                    </a:cubicBezTo>
                    <a:cubicBezTo>
                      <a:pt x="5930" y="2993"/>
                      <a:pt x="5666" y="1339"/>
                      <a:pt x="4495" y="504"/>
                    </a:cubicBezTo>
                    <a:cubicBezTo>
                      <a:pt x="4032" y="163"/>
                      <a:pt x="3496" y="0"/>
                      <a:pt x="29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58"/>
              <p:cNvSpPr/>
              <p:nvPr/>
            </p:nvSpPr>
            <p:spPr>
              <a:xfrm rot="3731416">
                <a:off x="3585078" y="1356276"/>
                <a:ext cx="93107" cy="112932"/>
              </a:xfrm>
              <a:custGeom>
                <a:avLst/>
                <a:gdLst/>
                <a:ahLst/>
                <a:cxnLst/>
                <a:rect l="l" t="t" r="r" b="b"/>
                <a:pathLst>
                  <a:path w="1099" h="1333" extrusionOk="0">
                    <a:moveTo>
                      <a:pt x="1" y="0"/>
                    </a:moveTo>
                    <a:lnTo>
                      <a:pt x="718" y="1332"/>
                    </a:lnTo>
                    <a:lnTo>
                      <a:pt x="1099" y="117"/>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6" name="Google Shape;1886;p58"/>
            <p:cNvSpPr/>
            <p:nvPr/>
          </p:nvSpPr>
          <p:spPr>
            <a:xfrm>
              <a:off x="2796488" y="2219956"/>
              <a:ext cx="163764" cy="180877"/>
            </a:xfrm>
            <a:custGeom>
              <a:avLst/>
              <a:gdLst/>
              <a:ahLst/>
              <a:cxnLst/>
              <a:rect l="l" t="t" r="r" b="b"/>
              <a:pathLst>
                <a:path w="1933" h="2135" extrusionOk="0">
                  <a:moveTo>
                    <a:pt x="176" y="45"/>
                  </a:moveTo>
                  <a:cubicBezTo>
                    <a:pt x="176" y="45"/>
                    <a:pt x="165" y="78"/>
                    <a:pt x="157" y="158"/>
                  </a:cubicBezTo>
                  <a:lnTo>
                    <a:pt x="157" y="158"/>
                  </a:lnTo>
                  <a:cubicBezTo>
                    <a:pt x="170" y="84"/>
                    <a:pt x="176" y="45"/>
                    <a:pt x="176" y="45"/>
                  </a:cubicBezTo>
                  <a:close/>
                  <a:moveTo>
                    <a:pt x="157" y="158"/>
                  </a:moveTo>
                  <a:lnTo>
                    <a:pt x="157" y="158"/>
                  </a:lnTo>
                  <a:cubicBezTo>
                    <a:pt x="150" y="195"/>
                    <a:pt x="142" y="240"/>
                    <a:pt x="132" y="294"/>
                  </a:cubicBezTo>
                  <a:cubicBezTo>
                    <a:pt x="107" y="386"/>
                    <a:pt x="87" y="507"/>
                    <a:pt x="68" y="651"/>
                  </a:cubicBezTo>
                  <a:lnTo>
                    <a:pt x="68" y="651"/>
                  </a:lnTo>
                  <a:cubicBezTo>
                    <a:pt x="92" y="539"/>
                    <a:pt x="119" y="443"/>
                    <a:pt x="147" y="367"/>
                  </a:cubicBezTo>
                  <a:cubicBezTo>
                    <a:pt x="147" y="277"/>
                    <a:pt x="151" y="208"/>
                    <a:pt x="157" y="158"/>
                  </a:cubicBezTo>
                  <a:close/>
                  <a:moveTo>
                    <a:pt x="103" y="1"/>
                  </a:moveTo>
                  <a:cubicBezTo>
                    <a:pt x="103" y="1"/>
                    <a:pt x="205" y="15"/>
                    <a:pt x="366" y="45"/>
                  </a:cubicBezTo>
                  <a:cubicBezTo>
                    <a:pt x="542" y="45"/>
                    <a:pt x="776" y="74"/>
                    <a:pt x="1069" y="89"/>
                  </a:cubicBezTo>
                  <a:cubicBezTo>
                    <a:pt x="1230" y="118"/>
                    <a:pt x="1391" y="118"/>
                    <a:pt x="1567" y="133"/>
                  </a:cubicBezTo>
                  <a:cubicBezTo>
                    <a:pt x="1669" y="147"/>
                    <a:pt x="1757" y="147"/>
                    <a:pt x="1787" y="206"/>
                  </a:cubicBezTo>
                  <a:cubicBezTo>
                    <a:pt x="1830" y="264"/>
                    <a:pt x="1830" y="367"/>
                    <a:pt x="1830" y="455"/>
                  </a:cubicBezTo>
                  <a:cubicBezTo>
                    <a:pt x="1816" y="660"/>
                    <a:pt x="1816" y="879"/>
                    <a:pt x="1772" y="1084"/>
                  </a:cubicBezTo>
                  <a:cubicBezTo>
                    <a:pt x="1713" y="1289"/>
                    <a:pt x="1640" y="1509"/>
                    <a:pt x="1479" y="1655"/>
                  </a:cubicBezTo>
                  <a:cubicBezTo>
                    <a:pt x="1318" y="1816"/>
                    <a:pt x="1113" y="1904"/>
                    <a:pt x="908" y="1963"/>
                  </a:cubicBezTo>
                  <a:cubicBezTo>
                    <a:pt x="818" y="1990"/>
                    <a:pt x="722" y="2005"/>
                    <a:pt x="627" y="2005"/>
                  </a:cubicBezTo>
                  <a:cubicBezTo>
                    <a:pt x="520" y="2005"/>
                    <a:pt x="415" y="1987"/>
                    <a:pt x="323" y="1948"/>
                  </a:cubicBezTo>
                  <a:cubicBezTo>
                    <a:pt x="162" y="1845"/>
                    <a:pt x="74" y="1670"/>
                    <a:pt x="59" y="1509"/>
                  </a:cubicBezTo>
                  <a:cubicBezTo>
                    <a:pt x="15" y="1318"/>
                    <a:pt x="30" y="1157"/>
                    <a:pt x="30" y="1011"/>
                  </a:cubicBezTo>
                  <a:cubicBezTo>
                    <a:pt x="42" y="880"/>
                    <a:pt x="55" y="759"/>
                    <a:pt x="68" y="651"/>
                  </a:cubicBezTo>
                  <a:lnTo>
                    <a:pt x="68" y="651"/>
                  </a:lnTo>
                  <a:cubicBezTo>
                    <a:pt x="43" y="776"/>
                    <a:pt x="23" y="922"/>
                    <a:pt x="15" y="1084"/>
                  </a:cubicBezTo>
                  <a:cubicBezTo>
                    <a:pt x="1" y="1231"/>
                    <a:pt x="1" y="1392"/>
                    <a:pt x="15" y="1582"/>
                  </a:cubicBezTo>
                  <a:cubicBezTo>
                    <a:pt x="30" y="1758"/>
                    <a:pt x="118" y="1963"/>
                    <a:pt x="323" y="2065"/>
                  </a:cubicBezTo>
                  <a:cubicBezTo>
                    <a:pt x="425" y="2116"/>
                    <a:pt x="531" y="2135"/>
                    <a:pt x="639" y="2135"/>
                  </a:cubicBezTo>
                  <a:cubicBezTo>
                    <a:pt x="747" y="2135"/>
                    <a:pt x="857" y="2116"/>
                    <a:pt x="967" y="2094"/>
                  </a:cubicBezTo>
                  <a:cubicBezTo>
                    <a:pt x="1186" y="2036"/>
                    <a:pt x="1406" y="1919"/>
                    <a:pt x="1567" y="1758"/>
                  </a:cubicBezTo>
                  <a:cubicBezTo>
                    <a:pt x="1757" y="1582"/>
                    <a:pt x="1845" y="1362"/>
                    <a:pt x="1874" y="1143"/>
                  </a:cubicBezTo>
                  <a:cubicBezTo>
                    <a:pt x="1918" y="923"/>
                    <a:pt x="1918" y="704"/>
                    <a:pt x="1918" y="499"/>
                  </a:cubicBezTo>
                  <a:cubicBezTo>
                    <a:pt x="1918" y="381"/>
                    <a:pt x="1933" y="279"/>
                    <a:pt x="1860" y="191"/>
                  </a:cubicBezTo>
                  <a:cubicBezTo>
                    <a:pt x="1830" y="133"/>
                    <a:pt x="1772" y="89"/>
                    <a:pt x="1713" y="89"/>
                  </a:cubicBezTo>
                  <a:cubicBezTo>
                    <a:pt x="1669" y="74"/>
                    <a:pt x="1611" y="74"/>
                    <a:pt x="1567" y="74"/>
                  </a:cubicBezTo>
                  <a:cubicBezTo>
                    <a:pt x="1391" y="59"/>
                    <a:pt x="1216" y="45"/>
                    <a:pt x="1069" y="45"/>
                  </a:cubicBezTo>
                  <a:cubicBezTo>
                    <a:pt x="776" y="15"/>
                    <a:pt x="542" y="1"/>
                    <a:pt x="366" y="1"/>
                  </a:cubicBezTo>
                  <a:close/>
                </a:path>
              </a:pathLst>
            </a:custGeom>
            <a:solidFill>
              <a:srgbClr val="0073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58"/>
            <p:cNvSpPr/>
            <p:nvPr/>
          </p:nvSpPr>
          <p:spPr>
            <a:xfrm>
              <a:off x="3530760" y="4492582"/>
              <a:ext cx="387001" cy="144786"/>
            </a:xfrm>
            <a:custGeom>
              <a:avLst/>
              <a:gdLst/>
              <a:ahLst/>
              <a:cxnLst/>
              <a:rect l="l" t="t" r="r" b="b"/>
              <a:pathLst>
                <a:path w="4568" h="1709" extrusionOk="0">
                  <a:moveTo>
                    <a:pt x="4071" y="0"/>
                  </a:moveTo>
                  <a:cubicBezTo>
                    <a:pt x="3624" y="0"/>
                    <a:pt x="2987" y="98"/>
                    <a:pt x="2987" y="98"/>
                  </a:cubicBezTo>
                  <a:lnTo>
                    <a:pt x="0" y="1708"/>
                  </a:lnTo>
                  <a:cubicBezTo>
                    <a:pt x="0" y="1708"/>
                    <a:pt x="4568" y="303"/>
                    <a:pt x="4494" y="98"/>
                  </a:cubicBezTo>
                  <a:cubicBezTo>
                    <a:pt x="4470" y="25"/>
                    <a:pt x="4294" y="0"/>
                    <a:pt x="40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58"/>
            <p:cNvSpPr/>
            <p:nvPr/>
          </p:nvSpPr>
          <p:spPr>
            <a:xfrm>
              <a:off x="3864389" y="1760941"/>
              <a:ext cx="276611" cy="344726"/>
            </a:xfrm>
            <a:custGeom>
              <a:avLst/>
              <a:gdLst/>
              <a:ahLst/>
              <a:cxnLst/>
              <a:rect l="l" t="t" r="r" b="b"/>
              <a:pathLst>
                <a:path w="3265" h="4069" extrusionOk="0">
                  <a:moveTo>
                    <a:pt x="1221" y="1"/>
                  </a:moveTo>
                  <a:cubicBezTo>
                    <a:pt x="1045" y="1"/>
                    <a:pt x="0" y="1539"/>
                    <a:pt x="0" y="1539"/>
                  </a:cubicBezTo>
                  <a:cubicBezTo>
                    <a:pt x="0" y="1539"/>
                    <a:pt x="585" y="4068"/>
                    <a:pt x="1060" y="4068"/>
                  </a:cubicBezTo>
                  <a:cubicBezTo>
                    <a:pt x="1077" y="4068"/>
                    <a:pt x="1095" y="4065"/>
                    <a:pt x="1113" y="4057"/>
                  </a:cubicBezTo>
                  <a:cubicBezTo>
                    <a:pt x="1113" y="4057"/>
                    <a:pt x="2913" y="3003"/>
                    <a:pt x="3001" y="2784"/>
                  </a:cubicBezTo>
                  <a:cubicBezTo>
                    <a:pt x="3040" y="2711"/>
                    <a:pt x="2961" y="2686"/>
                    <a:pt x="2837" y="2686"/>
                  </a:cubicBezTo>
                  <a:cubicBezTo>
                    <a:pt x="2590" y="2686"/>
                    <a:pt x="2167" y="2784"/>
                    <a:pt x="2167" y="2784"/>
                  </a:cubicBezTo>
                  <a:cubicBezTo>
                    <a:pt x="2167" y="2784"/>
                    <a:pt x="3089" y="2447"/>
                    <a:pt x="3192" y="2227"/>
                  </a:cubicBezTo>
                  <a:cubicBezTo>
                    <a:pt x="3221" y="2154"/>
                    <a:pt x="3087" y="2130"/>
                    <a:pt x="2897" y="2130"/>
                  </a:cubicBezTo>
                  <a:cubicBezTo>
                    <a:pt x="2515" y="2130"/>
                    <a:pt x="1903" y="2227"/>
                    <a:pt x="1903" y="2227"/>
                  </a:cubicBezTo>
                  <a:cubicBezTo>
                    <a:pt x="1903" y="2227"/>
                    <a:pt x="3265" y="1935"/>
                    <a:pt x="3206" y="1642"/>
                  </a:cubicBezTo>
                  <a:cubicBezTo>
                    <a:pt x="3179" y="1533"/>
                    <a:pt x="2955" y="1499"/>
                    <a:pt x="2684" y="1499"/>
                  </a:cubicBezTo>
                  <a:cubicBezTo>
                    <a:pt x="2223" y="1499"/>
                    <a:pt x="1625" y="1598"/>
                    <a:pt x="1625" y="1598"/>
                  </a:cubicBezTo>
                  <a:cubicBezTo>
                    <a:pt x="1625" y="1598"/>
                    <a:pt x="3162" y="1232"/>
                    <a:pt x="3148" y="895"/>
                  </a:cubicBezTo>
                  <a:cubicBezTo>
                    <a:pt x="3144" y="817"/>
                    <a:pt x="3020" y="787"/>
                    <a:pt x="2834" y="787"/>
                  </a:cubicBezTo>
                  <a:cubicBezTo>
                    <a:pt x="2260" y="787"/>
                    <a:pt x="1098" y="1071"/>
                    <a:pt x="1098" y="1071"/>
                  </a:cubicBezTo>
                  <a:cubicBezTo>
                    <a:pt x="1464" y="573"/>
                    <a:pt x="1376" y="61"/>
                    <a:pt x="1230" y="2"/>
                  </a:cubicBezTo>
                  <a:cubicBezTo>
                    <a:pt x="1227" y="1"/>
                    <a:pt x="1224" y="1"/>
                    <a:pt x="1221"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58"/>
            <p:cNvSpPr/>
            <p:nvPr/>
          </p:nvSpPr>
          <p:spPr>
            <a:xfrm>
              <a:off x="3059460" y="1465944"/>
              <a:ext cx="899218" cy="816447"/>
            </a:xfrm>
            <a:custGeom>
              <a:avLst/>
              <a:gdLst/>
              <a:ahLst/>
              <a:cxnLst/>
              <a:rect l="l" t="t" r="r" b="b"/>
              <a:pathLst>
                <a:path w="10614" h="9637" extrusionOk="0">
                  <a:moveTo>
                    <a:pt x="2591" y="0"/>
                  </a:moveTo>
                  <a:lnTo>
                    <a:pt x="351" y="146"/>
                  </a:lnTo>
                  <a:cubicBezTo>
                    <a:pt x="351" y="146"/>
                    <a:pt x="0" y="2782"/>
                    <a:pt x="761" y="6749"/>
                  </a:cubicBezTo>
                  <a:cubicBezTo>
                    <a:pt x="1201" y="9075"/>
                    <a:pt x="2608" y="9637"/>
                    <a:pt x="3883" y="9637"/>
                  </a:cubicBezTo>
                  <a:cubicBezTo>
                    <a:pt x="4775" y="9637"/>
                    <a:pt x="5602" y="9362"/>
                    <a:pt x="5988" y="9223"/>
                  </a:cubicBezTo>
                  <a:cubicBezTo>
                    <a:pt x="6925" y="8915"/>
                    <a:pt x="10614" y="7569"/>
                    <a:pt x="10614" y="7569"/>
                  </a:cubicBezTo>
                  <a:lnTo>
                    <a:pt x="9501" y="5021"/>
                  </a:lnTo>
                  <a:cubicBezTo>
                    <a:pt x="9501" y="5021"/>
                    <a:pt x="7232" y="5827"/>
                    <a:pt x="4670" y="6383"/>
                  </a:cubicBezTo>
                  <a:cubicBezTo>
                    <a:pt x="4649" y="6387"/>
                    <a:pt x="4628" y="6390"/>
                    <a:pt x="4606" y="6390"/>
                  </a:cubicBezTo>
                  <a:cubicBezTo>
                    <a:pt x="3480" y="6390"/>
                    <a:pt x="2591" y="0"/>
                    <a:pt x="25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58"/>
            <p:cNvSpPr/>
            <p:nvPr/>
          </p:nvSpPr>
          <p:spPr>
            <a:xfrm>
              <a:off x="2621626" y="1450186"/>
              <a:ext cx="821106" cy="1147109"/>
            </a:xfrm>
            <a:custGeom>
              <a:avLst/>
              <a:gdLst/>
              <a:ahLst/>
              <a:cxnLst/>
              <a:rect l="l" t="t" r="r" b="b"/>
              <a:pathLst>
                <a:path w="9692" h="13540" extrusionOk="0">
                  <a:moveTo>
                    <a:pt x="5610" y="0"/>
                  </a:moveTo>
                  <a:cubicBezTo>
                    <a:pt x="4266" y="0"/>
                    <a:pt x="2589" y="122"/>
                    <a:pt x="1699" y="611"/>
                  </a:cubicBezTo>
                  <a:cubicBezTo>
                    <a:pt x="1699" y="611"/>
                    <a:pt x="249" y="1240"/>
                    <a:pt x="0" y="2104"/>
                  </a:cubicBezTo>
                  <a:lnTo>
                    <a:pt x="923" y="8794"/>
                  </a:lnTo>
                  <a:lnTo>
                    <a:pt x="688" y="13010"/>
                  </a:lnTo>
                  <a:cubicBezTo>
                    <a:pt x="688" y="13010"/>
                    <a:pt x="1977" y="13539"/>
                    <a:pt x="3606" y="13539"/>
                  </a:cubicBezTo>
                  <a:cubicBezTo>
                    <a:pt x="4632" y="13539"/>
                    <a:pt x="5793" y="13329"/>
                    <a:pt x="6852" y="12644"/>
                  </a:cubicBezTo>
                  <a:cubicBezTo>
                    <a:pt x="6852" y="12644"/>
                    <a:pt x="8231" y="13098"/>
                    <a:pt x="9118" y="13098"/>
                  </a:cubicBezTo>
                  <a:cubicBezTo>
                    <a:pt x="9357" y="13098"/>
                    <a:pt x="9561" y="13065"/>
                    <a:pt x="9692" y="12981"/>
                  </a:cubicBezTo>
                  <a:lnTo>
                    <a:pt x="8755" y="7711"/>
                  </a:lnTo>
                  <a:cubicBezTo>
                    <a:pt x="8510" y="6084"/>
                    <a:pt x="8279" y="152"/>
                    <a:pt x="7784" y="152"/>
                  </a:cubicBezTo>
                  <a:cubicBezTo>
                    <a:pt x="7776" y="152"/>
                    <a:pt x="7768" y="153"/>
                    <a:pt x="7759" y="157"/>
                  </a:cubicBezTo>
                  <a:cubicBezTo>
                    <a:pt x="7754" y="158"/>
                    <a:pt x="7748" y="159"/>
                    <a:pt x="7743" y="159"/>
                  </a:cubicBezTo>
                  <a:cubicBezTo>
                    <a:pt x="7688" y="159"/>
                    <a:pt x="7622" y="98"/>
                    <a:pt x="7569" y="98"/>
                  </a:cubicBezTo>
                  <a:cubicBezTo>
                    <a:pt x="7350" y="62"/>
                    <a:pt x="6564" y="0"/>
                    <a:pt x="56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58"/>
            <p:cNvSpPr/>
            <p:nvPr/>
          </p:nvSpPr>
          <p:spPr>
            <a:xfrm>
              <a:off x="2875871" y="1449424"/>
              <a:ext cx="267292" cy="530008"/>
            </a:xfrm>
            <a:custGeom>
              <a:avLst/>
              <a:gdLst/>
              <a:ahLst/>
              <a:cxnLst/>
              <a:rect l="l" t="t" r="r" b="b"/>
              <a:pathLst>
                <a:path w="3155" h="6256" extrusionOk="0">
                  <a:moveTo>
                    <a:pt x="2163" y="1"/>
                  </a:moveTo>
                  <a:cubicBezTo>
                    <a:pt x="1406" y="1"/>
                    <a:pt x="422" y="35"/>
                    <a:pt x="0" y="195"/>
                  </a:cubicBezTo>
                  <a:lnTo>
                    <a:pt x="3148" y="6256"/>
                  </a:lnTo>
                  <a:lnTo>
                    <a:pt x="3148" y="19"/>
                  </a:lnTo>
                  <a:cubicBezTo>
                    <a:pt x="3154" y="19"/>
                    <a:pt x="2720" y="1"/>
                    <a:pt x="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58"/>
            <p:cNvSpPr/>
            <p:nvPr/>
          </p:nvSpPr>
          <p:spPr>
            <a:xfrm>
              <a:off x="2743199" y="995745"/>
              <a:ext cx="426650" cy="539073"/>
            </a:xfrm>
            <a:custGeom>
              <a:avLst/>
              <a:gdLst/>
              <a:ahLst/>
              <a:cxnLst/>
              <a:rect l="l" t="t" r="r" b="b"/>
              <a:pathLst>
                <a:path w="5036" h="6363" extrusionOk="0">
                  <a:moveTo>
                    <a:pt x="2418" y="1"/>
                  </a:moveTo>
                  <a:cubicBezTo>
                    <a:pt x="2388" y="1"/>
                    <a:pt x="2358" y="1"/>
                    <a:pt x="2328" y="2"/>
                  </a:cubicBezTo>
                  <a:lnTo>
                    <a:pt x="1010" y="31"/>
                  </a:lnTo>
                  <a:cubicBezTo>
                    <a:pt x="1010" y="31"/>
                    <a:pt x="1006" y="31"/>
                    <a:pt x="998" y="31"/>
                  </a:cubicBezTo>
                  <a:cubicBezTo>
                    <a:pt x="902" y="31"/>
                    <a:pt x="249" y="43"/>
                    <a:pt x="249" y="382"/>
                  </a:cubicBezTo>
                  <a:cubicBezTo>
                    <a:pt x="249" y="382"/>
                    <a:pt x="0" y="4818"/>
                    <a:pt x="1391" y="4906"/>
                  </a:cubicBezTo>
                  <a:lnTo>
                    <a:pt x="2254" y="4906"/>
                  </a:lnTo>
                  <a:lnTo>
                    <a:pt x="2254" y="5521"/>
                  </a:lnTo>
                  <a:cubicBezTo>
                    <a:pt x="2254" y="5740"/>
                    <a:pt x="2372" y="5931"/>
                    <a:pt x="2547" y="6048"/>
                  </a:cubicBezTo>
                  <a:cubicBezTo>
                    <a:pt x="2776" y="6197"/>
                    <a:pt x="3121" y="6363"/>
                    <a:pt x="3472" y="6363"/>
                  </a:cubicBezTo>
                  <a:cubicBezTo>
                    <a:pt x="3704" y="6363"/>
                    <a:pt x="3939" y="6290"/>
                    <a:pt x="4143" y="6092"/>
                  </a:cubicBezTo>
                  <a:cubicBezTo>
                    <a:pt x="4363" y="5872"/>
                    <a:pt x="4450" y="5565"/>
                    <a:pt x="4436" y="5243"/>
                  </a:cubicBezTo>
                  <a:lnTo>
                    <a:pt x="4245" y="2886"/>
                  </a:lnTo>
                  <a:cubicBezTo>
                    <a:pt x="4245" y="2886"/>
                    <a:pt x="5036" y="2725"/>
                    <a:pt x="4890" y="1919"/>
                  </a:cubicBezTo>
                  <a:cubicBezTo>
                    <a:pt x="4815" y="1478"/>
                    <a:pt x="4589" y="1350"/>
                    <a:pt x="4355" y="1350"/>
                  </a:cubicBezTo>
                  <a:cubicBezTo>
                    <a:pt x="4038" y="1350"/>
                    <a:pt x="3704" y="1583"/>
                    <a:pt x="3704" y="1583"/>
                  </a:cubicBezTo>
                  <a:lnTo>
                    <a:pt x="3704" y="587"/>
                  </a:lnTo>
                  <a:cubicBezTo>
                    <a:pt x="3704" y="587"/>
                    <a:pt x="3648" y="1"/>
                    <a:pt x="2418" y="1"/>
                  </a:cubicBezTo>
                  <a:close/>
                </a:path>
              </a:pathLst>
            </a:custGeom>
            <a:solidFill>
              <a:srgbClr val="AC6E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58"/>
            <p:cNvSpPr/>
            <p:nvPr/>
          </p:nvSpPr>
          <p:spPr>
            <a:xfrm>
              <a:off x="2829953" y="1171964"/>
              <a:ext cx="22451" cy="110475"/>
            </a:xfrm>
            <a:custGeom>
              <a:avLst/>
              <a:gdLst/>
              <a:ahLst/>
              <a:cxnLst/>
              <a:rect l="l" t="t" r="r" b="b"/>
              <a:pathLst>
                <a:path w="265" h="1304" extrusionOk="0">
                  <a:moveTo>
                    <a:pt x="59" y="0"/>
                  </a:moveTo>
                  <a:cubicBezTo>
                    <a:pt x="45" y="0"/>
                    <a:pt x="30" y="308"/>
                    <a:pt x="1" y="689"/>
                  </a:cubicBezTo>
                  <a:lnTo>
                    <a:pt x="1" y="967"/>
                  </a:lnTo>
                  <a:cubicBezTo>
                    <a:pt x="1" y="1054"/>
                    <a:pt x="30" y="1157"/>
                    <a:pt x="59" y="1201"/>
                  </a:cubicBezTo>
                  <a:cubicBezTo>
                    <a:pt x="103" y="1274"/>
                    <a:pt x="176" y="1303"/>
                    <a:pt x="206" y="1303"/>
                  </a:cubicBezTo>
                  <a:cubicBezTo>
                    <a:pt x="235" y="1303"/>
                    <a:pt x="264" y="1274"/>
                    <a:pt x="264" y="1274"/>
                  </a:cubicBezTo>
                  <a:cubicBezTo>
                    <a:pt x="264" y="1259"/>
                    <a:pt x="250" y="1259"/>
                    <a:pt x="206" y="1259"/>
                  </a:cubicBezTo>
                  <a:cubicBezTo>
                    <a:pt x="191" y="1259"/>
                    <a:pt x="133" y="1245"/>
                    <a:pt x="118" y="1186"/>
                  </a:cubicBezTo>
                  <a:cubicBezTo>
                    <a:pt x="59" y="1098"/>
                    <a:pt x="103" y="923"/>
                    <a:pt x="103" y="718"/>
                  </a:cubicBezTo>
                  <a:cubicBezTo>
                    <a:pt x="103" y="337"/>
                    <a:pt x="74"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58"/>
            <p:cNvSpPr/>
            <p:nvPr/>
          </p:nvSpPr>
          <p:spPr>
            <a:xfrm>
              <a:off x="2910607" y="1175099"/>
              <a:ext cx="8726" cy="27958"/>
            </a:xfrm>
            <a:custGeom>
              <a:avLst/>
              <a:gdLst/>
              <a:ahLst/>
              <a:cxnLst/>
              <a:rect l="l" t="t" r="r" b="b"/>
              <a:pathLst>
                <a:path w="103" h="330" extrusionOk="0">
                  <a:moveTo>
                    <a:pt x="51" y="1"/>
                  </a:moveTo>
                  <a:cubicBezTo>
                    <a:pt x="32" y="1"/>
                    <a:pt x="0" y="69"/>
                    <a:pt x="0" y="168"/>
                  </a:cubicBezTo>
                  <a:cubicBezTo>
                    <a:pt x="0" y="256"/>
                    <a:pt x="30" y="329"/>
                    <a:pt x="44" y="329"/>
                  </a:cubicBezTo>
                  <a:cubicBezTo>
                    <a:pt x="59" y="329"/>
                    <a:pt x="103" y="256"/>
                    <a:pt x="103" y="168"/>
                  </a:cubicBezTo>
                  <a:cubicBezTo>
                    <a:pt x="103" y="81"/>
                    <a:pt x="74" y="7"/>
                    <a:pt x="59" y="7"/>
                  </a:cubicBezTo>
                  <a:cubicBezTo>
                    <a:pt x="57" y="3"/>
                    <a:pt x="54" y="1"/>
                    <a:pt x="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58"/>
            <p:cNvSpPr/>
            <p:nvPr/>
          </p:nvSpPr>
          <p:spPr>
            <a:xfrm>
              <a:off x="2790304" y="1171964"/>
              <a:ext cx="7540" cy="28635"/>
            </a:xfrm>
            <a:custGeom>
              <a:avLst/>
              <a:gdLst/>
              <a:ahLst/>
              <a:cxnLst/>
              <a:rect l="l" t="t" r="r" b="b"/>
              <a:pathLst>
                <a:path w="89" h="338" extrusionOk="0">
                  <a:moveTo>
                    <a:pt x="59" y="0"/>
                  </a:moveTo>
                  <a:cubicBezTo>
                    <a:pt x="15" y="0"/>
                    <a:pt x="0" y="74"/>
                    <a:pt x="0" y="161"/>
                  </a:cubicBezTo>
                  <a:cubicBezTo>
                    <a:pt x="0" y="264"/>
                    <a:pt x="15" y="337"/>
                    <a:pt x="30" y="337"/>
                  </a:cubicBezTo>
                  <a:cubicBezTo>
                    <a:pt x="59" y="337"/>
                    <a:pt x="88" y="264"/>
                    <a:pt x="88" y="161"/>
                  </a:cubicBezTo>
                  <a:cubicBezTo>
                    <a:pt x="88" y="74"/>
                    <a:pt x="74" y="0"/>
                    <a:pt x="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58"/>
            <p:cNvSpPr/>
            <p:nvPr/>
          </p:nvSpPr>
          <p:spPr>
            <a:xfrm>
              <a:off x="2931702" y="1369193"/>
              <a:ext cx="65827" cy="117846"/>
            </a:xfrm>
            <a:custGeom>
              <a:avLst/>
              <a:gdLst/>
              <a:ahLst/>
              <a:cxnLst/>
              <a:rect l="l" t="t" r="r" b="b"/>
              <a:pathLst>
                <a:path w="777" h="1391" extrusionOk="0">
                  <a:moveTo>
                    <a:pt x="761" y="0"/>
                  </a:moveTo>
                  <a:lnTo>
                    <a:pt x="761" y="0"/>
                  </a:lnTo>
                  <a:cubicBezTo>
                    <a:pt x="586" y="220"/>
                    <a:pt x="322" y="395"/>
                    <a:pt x="29" y="469"/>
                  </a:cubicBezTo>
                  <a:cubicBezTo>
                    <a:pt x="15" y="761"/>
                    <a:pt x="0" y="966"/>
                    <a:pt x="29" y="1201"/>
                  </a:cubicBezTo>
                  <a:cubicBezTo>
                    <a:pt x="29" y="1230"/>
                    <a:pt x="73" y="1376"/>
                    <a:pt x="73" y="1391"/>
                  </a:cubicBezTo>
                  <a:cubicBezTo>
                    <a:pt x="73" y="1391"/>
                    <a:pt x="191" y="1332"/>
                    <a:pt x="264" y="1303"/>
                  </a:cubicBezTo>
                  <a:cubicBezTo>
                    <a:pt x="483" y="1186"/>
                    <a:pt x="630" y="966"/>
                    <a:pt x="703" y="732"/>
                  </a:cubicBezTo>
                  <a:cubicBezTo>
                    <a:pt x="776" y="498"/>
                    <a:pt x="776" y="234"/>
                    <a:pt x="761"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58"/>
            <p:cNvSpPr/>
            <p:nvPr/>
          </p:nvSpPr>
          <p:spPr>
            <a:xfrm>
              <a:off x="3065645" y="1141465"/>
              <a:ext cx="55915" cy="77688"/>
            </a:xfrm>
            <a:custGeom>
              <a:avLst/>
              <a:gdLst/>
              <a:ahLst/>
              <a:cxnLst/>
              <a:rect l="l" t="t" r="r" b="b"/>
              <a:pathLst>
                <a:path w="660" h="917" extrusionOk="0">
                  <a:moveTo>
                    <a:pt x="563" y="1"/>
                  </a:moveTo>
                  <a:cubicBezTo>
                    <a:pt x="534" y="1"/>
                    <a:pt x="478" y="14"/>
                    <a:pt x="410" y="53"/>
                  </a:cubicBezTo>
                  <a:cubicBezTo>
                    <a:pt x="293" y="112"/>
                    <a:pt x="176" y="199"/>
                    <a:pt x="73" y="375"/>
                  </a:cubicBezTo>
                  <a:lnTo>
                    <a:pt x="0" y="521"/>
                  </a:lnTo>
                  <a:lnTo>
                    <a:pt x="147" y="434"/>
                  </a:lnTo>
                  <a:cubicBezTo>
                    <a:pt x="156" y="429"/>
                    <a:pt x="166" y="424"/>
                    <a:pt x="176" y="419"/>
                  </a:cubicBezTo>
                  <a:lnTo>
                    <a:pt x="176" y="419"/>
                  </a:lnTo>
                  <a:lnTo>
                    <a:pt x="176" y="419"/>
                  </a:lnTo>
                  <a:cubicBezTo>
                    <a:pt x="176" y="419"/>
                    <a:pt x="176" y="419"/>
                    <a:pt x="176" y="418"/>
                  </a:cubicBezTo>
                  <a:lnTo>
                    <a:pt x="176" y="418"/>
                  </a:lnTo>
                  <a:cubicBezTo>
                    <a:pt x="229" y="391"/>
                    <a:pt x="288" y="358"/>
                    <a:pt x="337" y="346"/>
                  </a:cubicBezTo>
                  <a:cubicBezTo>
                    <a:pt x="348" y="344"/>
                    <a:pt x="359" y="343"/>
                    <a:pt x="369" y="343"/>
                  </a:cubicBezTo>
                  <a:cubicBezTo>
                    <a:pt x="443" y="343"/>
                    <a:pt x="504" y="388"/>
                    <a:pt x="542" y="478"/>
                  </a:cubicBezTo>
                  <a:cubicBezTo>
                    <a:pt x="571" y="565"/>
                    <a:pt x="557" y="653"/>
                    <a:pt x="513" y="712"/>
                  </a:cubicBezTo>
                  <a:cubicBezTo>
                    <a:pt x="439" y="844"/>
                    <a:pt x="352" y="887"/>
                    <a:pt x="366" y="917"/>
                  </a:cubicBezTo>
                  <a:cubicBezTo>
                    <a:pt x="366" y="917"/>
                    <a:pt x="469" y="873"/>
                    <a:pt x="571" y="726"/>
                  </a:cubicBezTo>
                  <a:cubicBezTo>
                    <a:pt x="630" y="653"/>
                    <a:pt x="659" y="551"/>
                    <a:pt x="630" y="434"/>
                  </a:cubicBezTo>
                  <a:cubicBezTo>
                    <a:pt x="615" y="375"/>
                    <a:pt x="571" y="331"/>
                    <a:pt x="513" y="287"/>
                  </a:cubicBezTo>
                  <a:cubicBezTo>
                    <a:pt x="482" y="267"/>
                    <a:pt x="436" y="246"/>
                    <a:pt x="386" y="246"/>
                  </a:cubicBezTo>
                  <a:cubicBezTo>
                    <a:pt x="365" y="246"/>
                    <a:pt x="344" y="249"/>
                    <a:pt x="322" y="258"/>
                  </a:cubicBezTo>
                  <a:cubicBezTo>
                    <a:pt x="303" y="261"/>
                    <a:pt x="284" y="265"/>
                    <a:pt x="267" y="271"/>
                  </a:cubicBezTo>
                  <a:lnTo>
                    <a:pt x="267" y="271"/>
                  </a:lnTo>
                  <a:cubicBezTo>
                    <a:pt x="323" y="196"/>
                    <a:pt x="384" y="139"/>
                    <a:pt x="439" y="112"/>
                  </a:cubicBezTo>
                  <a:cubicBezTo>
                    <a:pt x="542" y="53"/>
                    <a:pt x="586" y="38"/>
                    <a:pt x="586" y="9"/>
                  </a:cubicBezTo>
                  <a:cubicBezTo>
                    <a:pt x="586" y="4"/>
                    <a:pt x="578" y="1"/>
                    <a:pt x="5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58"/>
            <p:cNvSpPr/>
            <p:nvPr/>
          </p:nvSpPr>
          <p:spPr>
            <a:xfrm>
              <a:off x="2842407" y="1276170"/>
              <a:ext cx="67014" cy="52950"/>
            </a:xfrm>
            <a:custGeom>
              <a:avLst/>
              <a:gdLst/>
              <a:ahLst/>
              <a:cxnLst/>
              <a:rect l="l" t="t" r="r" b="b"/>
              <a:pathLst>
                <a:path w="791" h="625" extrusionOk="0">
                  <a:moveTo>
                    <a:pt x="747" y="0"/>
                  </a:moveTo>
                  <a:cubicBezTo>
                    <a:pt x="732" y="0"/>
                    <a:pt x="732" y="59"/>
                    <a:pt x="703" y="147"/>
                  </a:cubicBezTo>
                  <a:cubicBezTo>
                    <a:pt x="659" y="234"/>
                    <a:pt x="600" y="352"/>
                    <a:pt x="498" y="439"/>
                  </a:cubicBezTo>
                  <a:cubicBezTo>
                    <a:pt x="395" y="513"/>
                    <a:pt x="264" y="542"/>
                    <a:pt x="161" y="542"/>
                  </a:cubicBezTo>
                  <a:cubicBezTo>
                    <a:pt x="93" y="542"/>
                    <a:pt x="44" y="535"/>
                    <a:pt x="19" y="535"/>
                  </a:cubicBezTo>
                  <a:cubicBezTo>
                    <a:pt x="7" y="535"/>
                    <a:pt x="0" y="537"/>
                    <a:pt x="0" y="542"/>
                  </a:cubicBezTo>
                  <a:cubicBezTo>
                    <a:pt x="0" y="571"/>
                    <a:pt x="59" y="600"/>
                    <a:pt x="161" y="615"/>
                  </a:cubicBezTo>
                  <a:cubicBezTo>
                    <a:pt x="183" y="621"/>
                    <a:pt x="207" y="624"/>
                    <a:pt x="232" y="624"/>
                  </a:cubicBezTo>
                  <a:cubicBezTo>
                    <a:pt x="330" y="624"/>
                    <a:pt x="452" y="582"/>
                    <a:pt x="556" y="513"/>
                  </a:cubicBezTo>
                  <a:cubicBezTo>
                    <a:pt x="703" y="395"/>
                    <a:pt x="747" y="278"/>
                    <a:pt x="776" y="161"/>
                  </a:cubicBezTo>
                  <a:cubicBezTo>
                    <a:pt x="791" y="59"/>
                    <a:pt x="776" y="0"/>
                    <a:pt x="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58"/>
            <p:cNvSpPr/>
            <p:nvPr/>
          </p:nvSpPr>
          <p:spPr>
            <a:xfrm>
              <a:off x="2890782" y="1268884"/>
              <a:ext cx="34820" cy="22197"/>
            </a:xfrm>
            <a:custGeom>
              <a:avLst/>
              <a:gdLst/>
              <a:ahLst/>
              <a:cxnLst/>
              <a:rect l="l" t="t" r="r" b="b"/>
              <a:pathLst>
                <a:path w="411" h="262" extrusionOk="0">
                  <a:moveTo>
                    <a:pt x="127" y="1"/>
                  </a:moveTo>
                  <a:cubicBezTo>
                    <a:pt x="109" y="1"/>
                    <a:pt x="90" y="4"/>
                    <a:pt x="73" y="13"/>
                  </a:cubicBezTo>
                  <a:cubicBezTo>
                    <a:pt x="15" y="13"/>
                    <a:pt x="0" y="28"/>
                    <a:pt x="0" y="42"/>
                  </a:cubicBezTo>
                  <a:cubicBezTo>
                    <a:pt x="0" y="86"/>
                    <a:pt x="117" y="72"/>
                    <a:pt x="220" y="115"/>
                  </a:cubicBezTo>
                  <a:cubicBezTo>
                    <a:pt x="308" y="174"/>
                    <a:pt x="366" y="262"/>
                    <a:pt x="381" y="262"/>
                  </a:cubicBezTo>
                  <a:cubicBezTo>
                    <a:pt x="410" y="262"/>
                    <a:pt x="410" y="247"/>
                    <a:pt x="381" y="189"/>
                  </a:cubicBezTo>
                  <a:cubicBezTo>
                    <a:pt x="366" y="130"/>
                    <a:pt x="322" y="86"/>
                    <a:pt x="249" y="42"/>
                  </a:cubicBezTo>
                  <a:cubicBezTo>
                    <a:pt x="218" y="22"/>
                    <a:pt x="172" y="1"/>
                    <a:pt x="1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58"/>
            <p:cNvSpPr/>
            <p:nvPr/>
          </p:nvSpPr>
          <p:spPr>
            <a:xfrm>
              <a:off x="2679913" y="2513936"/>
              <a:ext cx="772731" cy="87007"/>
            </a:xfrm>
            <a:custGeom>
              <a:avLst/>
              <a:gdLst/>
              <a:ahLst/>
              <a:cxnLst/>
              <a:rect l="l" t="t" r="r" b="b"/>
              <a:pathLst>
                <a:path w="9121" h="1027" extrusionOk="0">
                  <a:moveTo>
                    <a:pt x="6149" y="0"/>
                  </a:moveTo>
                  <a:lnTo>
                    <a:pt x="6134" y="30"/>
                  </a:lnTo>
                  <a:cubicBezTo>
                    <a:pt x="5768" y="396"/>
                    <a:pt x="5241" y="630"/>
                    <a:pt x="4670" y="762"/>
                  </a:cubicBezTo>
                  <a:cubicBezTo>
                    <a:pt x="4144" y="893"/>
                    <a:pt x="3637" y="927"/>
                    <a:pt x="3158" y="927"/>
                  </a:cubicBezTo>
                  <a:cubicBezTo>
                    <a:pt x="3051" y="927"/>
                    <a:pt x="2945" y="925"/>
                    <a:pt x="2840" y="923"/>
                  </a:cubicBezTo>
                  <a:cubicBezTo>
                    <a:pt x="2270" y="893"/>
                    <a:pt x="1772" y="791"/>
                    <a:pt x="1362" y="703"/>
                  </a:cubicBezTo>
                  <a:cubicBezTo>
                    <a:pt x="937" y="615"/>
                    <a:pt x="601" y="498"/>
                    <a:pt x="366" y="454"/>
                  </a:cubicBezTo>
                  <a:cubicBezTo>
                    <a:pt x="264" y="410"/>
                    <a:pt x="161" y="396"/>
                    <a:pt x="88" y="366"/>
                  </a:cubicBezTo>
                  <a:cubicBezTo>
                    <a:pt x="44" y="352"/>
                    <a:pt x="0" y="352"/>
                    <a:pt x="0" y="352"/>
                  </a:cubicBezTo>
                  <a:lnTo>
                    <a:pt x="0" y="352"/>
                  </a:lnTo>
                  <a:cubicBezTo>
                    <a:pt x="0" y="352"/>
                    <a:pt x="44" y="366"/>
                    <a:pt x="88" y="396"/>
                  </a:cubicBezTo>
                  <a:cubicBezTo>
                    <a:pt x="147" y="410"/>
                    <a:pt x="235" y="454"/>
                    <a:pt x="352" y="484"/>
                  </a:cubicBezTo>
                  <a:cubicBezTo>
                    <a:pt x="586" y="571"/>
                    <a:pt x="923" y="659"/>
                    <a:pt x="1333" y="776"/>
                  </a:cubicBezTo>
                  <a:cubicBezTo>
                    <a:pt x="1757" y="864"/>
                    <a:pt x="2270" y="981"/>
                    <a:pt x="2840" y="1011"/>
                  </a:cubicBezTo>
                  <a:cubicBezTo>
                    <a:pt x="2980" y="1021"/>
                    <a:pt x="3124" y="1027"/>
                    <a:pt x="3270" y="1027"/>
                  </a:cubicBezTo>
                  <a:cubicBezTo>
                    <a:pt x="3721" y="1027"/>
                    <a:pt x="4199" y="975"/>
                    <a:pt x="4685" y="864"/>
                  </a:cubicBezTo>
                  <a:cubicBezTo>
                    <a:pt x="5247" y="734"/>
                    <a:pt x="5780" y="491"/>
                    <a:pt x="6174" y="135"/>
                  </a:cubicBezTo>
                  <a:lnTo>
                    <a:pt x="6174" y="135"/>
                  </a:lnTo>
                  <a:cubicBezTo>
                    <a:pt x="6919" y="458"/>
                    <a:pt x="7614" y="650"/>
                    <a:pt x="8135" y="650"/>
                  </a:cubicBezTo>
                  <a:cubicBezTo>
                    <a:pt x="8187" y="650"/>
                    <a:pt x="8238" y="648"/>
                    <a:pt x="8286" y="645"/>
                  </a:cubicBezTo>
                  <a:cubicBezTo>
                    <a:pt x="8579" y="630"/>
                    <a:pt x="8784" y="542"/>
                    <a:pt x="8916" y="469"/>
                  </a:cubicBezTo>
                  <a:cubicBezTo>
                    <a:pt x="8974" y="454"/>
                    <a:pt x="9018" y="410"/>
                    <a:pt x="9062" y="396"/>
                  </a:cubicBezTo>
                  <a:cubicBezTo>
                    <a:pt x="9092" y="366"/>
                    <a:pt x="9121" y="352"/>
                    <a:pt x="9121" y="352"/>
                  </a:cubicBezTo>
                  <a:cubicBezTo>
                    <a:pt x="9092" y="352"/>
                    <a:pt x="9048" y="396"/>
                    <a:pt x="8901" y="410"/>
                  </a:cubicBezTo>
                  <a:cubicBezTo>
                    <a:pt x="8769" y="484"/>
                    <a:pt x="8564" y="557"/>
                    <a:pt x="8286" y="571"/>
                  </a:cubicBezTo>
                  <a:cubicBezTo>
                    <a:pt x="8267" y="572"/>
                    <a:pt x="8247" y="572"/>
                    <a:pt x="8227" y="572"/>
                  </a:cubicBezTo>
                  <a:cubicBezTo>
                    <a:pt x="7691" y="572"/>
                    <a:pt x="6968" y="383"/>
                    <a:pt x="6164" y="30"/>
                  </a:cubicBezTo>
                  <a:lnTo>
                    <a:pt x="6149" y="0"/>
                  </a:ln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58"/>
            <p:cNvSpPr/>
            <p:nvPr/>
          </p:nvSpPr>
          <p:spPr>
            <a:xfrm>
              <a:off x="3145028" y="1965710"/>
              <a:ext cx="59558" cy="556949"/>
            </a:xfrm>
            <a:custGeom>
              <a:avLst/>
              <a:gdLst/>
              <a:ahLst/>
              <a:cxnLst/>
              <a:rect l="l" t="t" r="r" b="b"/>
              <a:pathLst>
                <a:path w="703" h="6574" extrusionOk="0">
                  <a:moveTo>
                    <a:pt x="0" y="1"/>
                  </a:moveTo>
                  <a:cubicBezTo>
                    <a:pt x="0" y="1"/>
                    <a:pt x="0" y="89"/>
                    <a:pt x="15" y="250"/>
                  </a:cubicBezTo>
                  <a:cubicBezTo>
                    <a:pt x="44" y="440"/>
                    <a:pt x="59" y="660"/>
                    <a:pt x="88" y="952"/>
                  </a:cubicBezTo>
                  <a:cubicBezTo>
                    <a:pt x="147" y="1553"/>
                    <a:pt x="249" y="2358"/>
                    <a:pt x="352" y="3280"/>
                  </a:cubicBezTo>
                  <a:cubicBezTo>
                    <a:pt x="439" y="4173"/>
                    <a:pt x="513" y="4993"/>
                    <a:pt x="571" y="5593"/>
                  </a:cubicBezTo>
                  <a:cubicBezTo>
                    <a:pt x="600" y="5886"/>
                    <a:pt x="615" y="6135"/>
                    <a:pt x="644" y="6310"/>
                  </a:cubicBezTo>
                  <a:cubicBezTo>
                    <a:pt x="659" y="6471"/>
                    <a:pt x="674" y="6574"/>
                    <a:pt x="674" y="6574"/>
                  </a:cubicBezTo>
                  <a:cubicBezTo>
                    <a:pt x="674" y="6574"/>
                    <a:pt x="674" y="6471"/>
                    <a:pt x="703" y="6310"/>
                  </a:cubicBezTo>
                  <a:cubicBezTo>
                    <a:pt x="703" y="6149"/>
                    <a:pt x="674" y="5886"/>
                    <a:pt x="659" y="5593"/>
                  </a:cubicBezTo>
                  <a:cubicBezTo>
                    <a:pt x="615" y="5007"/>
                    <a:pt x="542" y="4188"/>
                    <a:pt x="454" y="3280"/>
                  </a:cubicBezTo>
                  <a:cubicBezTo>
                    <a:pt x="366" y="2358"/>
                    <a:pt x="249" y="1538"/>
                    <a:pt x="161" y="952"/>
                  </a:cubicBezTo>
                  <a:cubicBezTo>
                    <a:pt x="132" y="660"/>
                    <a:pt x="88" y="425"/>
                    <a:pt x="59" y="250"/>
                  </a:cubicBezTo>
                  <a:cubicBezTo>
                    <a:pt x="15" y="89"/>
                    <a:pt x="0" y="1"/>
                    <a:pt x="0"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58"/>
            <p:cNvSpPr/>
            <p:nvPr/>
          </p:nvSpPr>
          <p:spPr>
            <a:xfrm>
              <a:off x="3143757" y="1451033"/>
              <a:ext cx="83195" cy="426735"/>
            </a:xfrm>
            <a:custGeom>
              <a:avLst/>
              <a:gdLst/>
              <a:ahLst/>
              <a:cxnLst/>
              <a:rect l="l" t="t" r="r" b="b"/>
              <a:pathLst>
                <a:path w="982" h="5037" extrusionOk="0">
                  <a:moveTo>
                    <a:pt x="1" y="0"/>
                  </a:moveTo>
                  <a:lnTo>
                    <a:pt x="1" y="5036"/>
                  </a:lnTo>
                  <a:cubicBezTo>
                    <a:pt x="1" y="5036"/>
                    <a:pt x="981" y="2094"/>
                    <a:pt x="762" y="1552"/>
                  </a:cubicBezTo>
                  <a:cubicBezTo>
                    <a:pt x="557" y="1025"/>
                    <a:pt x="1"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58"/>
            <p:cNvSpPr/>
            <p:nvPr/>
          </p:nvSpPr>
          <p:spPr>
            <a:xfrm>
              <a:off x="2828767" y="1465944"/>
              <a:ext cx="267969" cy="425464"/>
            </a:xfrm>
            <a:custGeom>
              <a:avLst/>
              <a:gdLst/>
              <a:ahLst/>
              <a:cxnLst/>
              <a:rect l="l" t="t" r="r" b="b"/>
              <a:pathLst>
                <a:path w="3163" h="5022" extrusionOk="0">
                  <a:moveTo>
                    <a:pt x="556" y="0"/>
                  </a:moveTo>
                  <a:cubicBezTo>
                    <a:pt x="439" y="29"/>
                    <a:pt x="0" y="1815"/>
                    <a:pt x="454" y="2328"/>
                  </a:cubicBezTo>
                  <a:cubicBezTo>
                    <a:pt x="966" y="2913"/>
                    <a:pt x="3162" y="5021"/>
                    <a:pt x="3162" y="5021"/>
                  </a:cubicBezTo>
                  <a:lnTo>
                    <a:pt x="5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58"/>
            <p:cNvSpPr/>
            <p:nvPr/>
          </p:nvSpPr>
          <p:spPr>
            <a:xfrm>
              <a:off x="2791490" y="2636696"/>
              <a:ext cx="173761" cy="124538"/>
            </a:xfrm>
            <a:custGeom>
              <a:avLst/>
              <a:gdLst/>
              <a:ahLst/>
              <a:cxnLst/>
              <a:rect l="l" t="t" r="r" b="b"/>
              <a:pathLst>
                <a:path w="2051" h="1470" extrusionOk="0">
                  <a:moveTo>
                    <a:pt x="2035" y="0"/>
                  </a:moveTo>
                  <a:cubicBezTo>
                    <a:pt x="2012" y="0"/>
                    <a:pt x="1691" y="490"/>
                    <a:pt x="1143" y="879"/>
                  </a:cubicBezTo>
                  <a:cubicBezTo>
                    <a:pt x="572" y="1289"/>
                    <a:pt x="1" y="1435"/>
                    <a:pt x="16" y="1465"/>
                  </a:cubicBezTo>
                  <a:cubicBezTo>
                    <a:pt x="16" y="1468"/>
                    <a:pt x="22" y="1470"/>
                    <a:pt x="35" y="1470"/>
                  </a:cubicBezTo>
                  <a:cubicBezTo>
                    <a:pt x="79" y="1470"/>
                    <a:pt x="197" y="1448"/>
                    <a:pt x="367" y="1391"/>
                  </a:cubicBezTo>
                  <a:cubicBezTo>
                    <a:pt x="587" y="1318"/>
                    <a:pt x="879" y="1172"/>
                    <a:pt x="1172" y="982"/>
                  </a:cubicBezTo>
                  <a:cubicBezTo>
                    <a:pt x="1465" y="762"/>
                    <a:pt x="1684" y="513"/>
                    <a:pt x="1831" y="337"/>
                  </a:cubicBezTo>
                  <a:cubicBezTo>
                    <a:pt x="1977" y="132"/>
                    <a:pt x="2050" y="1"/>
                    <a:pt x="2036" y="1"/>
                  </a:cubicBezTo>
                  <a:cubicBezTo>
                    <a:pt x="2036" y="1"/>
                    <a:pt x="2035" y="0"/>
                    <a:pt x="2035"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58"/>
            <p:cNvSpPr/>
            <p:nvPr/>
          </p:nvSpPr>
          <p:spPr>
            <a:xfrm>
              <a:off x="2873415" y="2723534"/>
              <a:ext cx="747908" cy="1875362"/>
            </a:xfrm>
            <a:custGeom>
              <a:avLst/>
              <a:gdLst/>
              <a:ahLst/>
              <a:cxnLst/>
              <a:rect l="l" t="t" r="r" b="b"/>
              <a:pathLst>
                <a:path w="8828" h="22136" extrusionOk="0">
                  <a:moveTo>
                    <a:pt x="0" y="0"/>
                  </a:moveTo>
                  <a:lnTo>
                    <a:pt x="0" y="59"/>
                  </a:lnTo>
                  <a:cubicBezTo>
                    <a:pt x="0" y="118"/>
                    <a:pt x="0" y="176"/>
                    <a:pt x="15" y="249"/>
                  </a:cubicBezTo>
                  <a:cubicBezTo>
                    <a:pt x="59" y="410"/>
                    <a:pt x="88" y="645"/>
                    <a:pt x="132" y="937"/>
                  </a:cubicBezTo>
                  <a:cubicBezTo>
                    <a:pt x="147" y="1084"/>
                    <a:pt x="161" y="1245"/>
                    <a:pt x="205" y="1435"/>
                  </a:cubicBezTo>
                  <a:cubicBezTo>
                    <a:pt x="220" y="1611"/>
                    <a:pt x="278" y="1801"/>
                    <a:pt x="308" y="2021"/>
                  </a:cubicBezTo>
                  <a:cubicBezTo>
                    <a:pt x="410" y="2445"/>
                    <a:pt x="498" y="2914"/>
                    <a:pt x="630" y="3441"/>
                  </a:cubicBezTo>
                  <a:cubicBezTo>
                    <a:pt x="703" y="3704"/>
                    <a:pt x="761" y="3982"/>
                    <a:pt x="820" y="4275"/>
                  </a:cubicBezTo>
                  <a:cubicBezTo>
                    <a:pt x="893" y="4568"/>
                    <a:pt x="966" y="4861"/>
                    <a:pt x="1069" y="5168"/>
                  </a:cubicBezTo>
                  <a:cubicBezTo>
                    <a:pt x="1230" y="5783"/>
                    <a:pt x="1435" y="6442"/>
                    <a:pt x="1654" y="7130"/>
                  </a:cubicBezTo>
                  <a:cubicBezTo>
                    <a:pt x="2108" y="8477"/>
                    <a:pt x="2679" y="9955"/>
                    <a:pt x="3323" y="11478"/>
                  </a:cubicBezTo>
                  <a:cubicBezTo>
                    <a:pt x="4641" y="14523"/>
                    <a:pt x="6032" y="17173"/>
                    <a:pt x="7071" y="19076"/>
                  </a:cubicBezTo>
                  <a:cubicBezTo>
                    <a:pt x="7598" y="20027"/>
                    <a:pt x="8023" y="20774"/>
                    <a:pt x="8330" y="21301"/>
                  </a:cubicBezTo>
                  <a:cubicBezTo>
                    <a:pt x="8476" y="21564"/>
                    <a:pt x="8594" y="21769"/>
                    <a:pt x="8681" y="21916"/>
                  </a:cubicBezTo>
                  <a:cubicBezTo>
                    <a:pt x="8711" y="21989"/>
                    <a:pt x="8755" y="22033"/>
                    <a:pt x="8769" y="22077"/>
                  </a:cubicBezTo>
                  <a:cubicBezTo>
                    <a:pt x="8784" y="22106"/>
                    <a:pt x="8813" y="22135"/>
                    <a:pt x="8813" y="22135"/>
                  </a:cubicBezTo>
                  <a:cubicBezTo>
                    <a:pt x="8813" y="22135"/>
                    <a:pt x="8813" y="22106"/>
                    <a:pt x="8828" y="22077"/>
                  </a:cubicBezTo>
                  <a:cubicBezTo>
                    <a:pt x="8784" y="22033"/>
                    <a:pt x="8769" y="21989"/>
                    <a:pt x="8725" y="21916"/>
                  </a:cubicBezTo>
                  <a:cubicBezTo>
                    <a:pt x="8652" y="21784"/>
                    <a:pt x="8550" y="21564"/>
                    <a:pt x="8403" y="21301"/>
                  </a:cubicBezTo>
                  <a:cubicBezTo>
                    <a:pt x="8110" y="20774"/>
                    <a:pt x="7686" y="20013"/>
                    <a:pt x="7174" y="19061"/>
                  </a:cubicBezTo>
                  <a:cubicBezTo>
                    <a:pt x="6149" y="17129"/>
                    <a:pt x="4758" y="14479"/>
                    <a:pt x="3455" y="11449"/>
                  </a:cubicBezTo>
                  <a:cubicBezTo>
                    <a:pt x="2796" y="9926"/>
                    <a:pt x="2255" y="8447"/>
                    <a:pt x="1801" y="7086"/>
                  </a:cubicBezTo>
                  <a:cubicBezTo>
                    <a:pt x="1581" y="6413"/>
                    <a:pt x="1362" y="5768"/>
                    <a:pt x="1186" y="5154"/>
                  </a:cubicBezTo>
                  <a:cubicBezTo>
                    <a:pt x="1098" y="4861"/>
                    <a:pt x="1010" y="4568"/>
                    <a:pt x="937" y="4275"/>
                  </a:cubicBezTo>
                  <a:cubicBezTo>
                    <a:pt x="864" y="3982"/>
                    <a:pt x="805" y="3704"/>
                    <a:pt x="732" y="3441"/>
                  </a:cubicBezTo>
                  <a:cubicBezTo>
                    <a:pt x="586" y="2914"/>
                    <a:pt x="498" y="2445"/>
                    <a:pt x="410" y="2021"/>
                  </a:cubicBezTo>
                  <a:cubicBezTo>
                    <a:pt x="352" y="1816"/>
                    <a:pt x="322" y="1611"/>
                    <a:pt x="278" y="1435"/>
                  </a:cubicBezTo>
                  <a:cubicBezTo>
                    <a:pt x="234" y="1245"/>
                    <a:pt x="205" y="1084"/>
                    <a:pt x="190" y="937"/>
                  </a:cubicBezTo>
                  <a:cubicBezTo>
                    <a:pt x="132" y="630"/>
                    <a:pt x="88" y="410"/>
                    <a:pt x="59" y="249"/>
                  </a:cubicBezTo>
                  <a:cubicBezTo>
                    <a:pt x="44" y="176"/>
                    <a:pt x="15" y="103"/>
                    <a:pt x="15" y="59"/>
                  </a:cubicBezTo>
                  <a:cubicBezTo>
                    <a:pt x="0" y="30"/>
                    <a:pt x="0" y="0"/>
                    <a:pt x="0"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58"/>
            <p:cNvSpPr/>
            <p:nvPr/>
          </p:nvSpPr>
          <p:spPr>
            <a:xfrm>
              <a:off x="2343828" y="1624625"/>
              <a:ext cx="494934" cy="1423974"/>
            </a:xfrm>
            <a:custGeom>
              <a:avLst/>
              <a:gdLst/>
              <a:ahLst/>
              <a:cxnLst/>
              <a:rect l="l" t="t" r="r" b="b"/>
              <a:pathLst>
                <a:path w="5842" h="16808" extrusionOk="0">
                  <a:moveTo>
                    <a:pt x="3250" y="1"/>
                  </a:moveTo>
                  <a:cubicBezTo>
                    <a:pt x="3250" y="1"/>
                    <a:pt x="1581" y="4773"/>
                    <a:pt x="966" y="7599"/>
                  </a:cubicBezTo>
                  <a:cubicBezTo>
                    <a:pt x="234" y="10863"/>
                    <a:pt x="0" y="15343"/>
                    <a:pt x="0" y="15343"/>
                  </a:cubicBezTo>
                  <a:lnTo>
                    <a:pt x="2518" y="16807"/>
                  </a:lnTo>
                  <a:cubicBezTo>
                    <a:pt x="2518" y="16807"/>
                    <a:pt x="3616" y="9634"/>
                    <a:pt x="3894" y="8638"/>
                  </a:cubicBezTo>
                  <a:cubicBezTo>
                    <a:pt x="4114" y="7833"/>
                    <a:pt x="4773" y="5622"/>
                    <a:pt x="5344" y="3749"/>
                  </a:cubicBezTo>
                  <a:cubicBezTo>
                    <a:pt x="5841" y="2138"/>
                    <a:pt x="4875" y="440"/>
                    <a:pt x="32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58"/>
            <p:cNvSpPr/>
            <p:nvPr/>
          </p:nvSpPr>
          <p:spPr>
            <a:xfrm>
              <a:off x="2606715" y="1620559"/>
              <a:ext cx="181216" cy="693772"/>
            </a:xfrm>
            <a:custGeom>
              <a:avLst/>
              <a:gdLst/>
              <a:ahLst/>
              <a:cxnLst/>
              <a:rect l="l" t="t" r="r" b="b"/>
              <a:pathLst>
                <a:path w="2139" h="8189" extrusionOk="0">
                  <a:moveTo>
                    <a:pt x="586" y="0"/>
                  </a:moveTo>
                  <a:cubicBezTo>
                    <a:pt x="504" y="0"/>
                    <a:pt x="429" y="8"/>
                    <a:pt x="367" y="20"/>
                  </a:cubicBezTo>
                  <a:cubicBezTo>
                    <a:pt x="132" y="49"/>
                    <a:pt x="1" y="122"/>
                    <a:pt x="1" y="122"/>
                  </a:cubicBezTo>
                  <a:cubicBezTo>
                    <a:pt x="1" y="123"/>
                    <a:pt x="2" y="124"/>
                    <a:pt x="4" y="124"/>
                  </a:cubicBezTo>
                  <a:cubicBezTo>
                    <a:pt x="25" y="124"/>
                    <a:pt x="154" y="62"/>
                    <a:pt x="367" y="49"/>
                  </a:cubicBezTo>
                  <a:cubicBezTo>
                    <a:pt x="405" y="46"/>
                    <a:pt x="447" y="45"/>
                    <a:pt x="493" y="45"/>
                  </a:cubicBezTo>
                  <a:cubicBezTo>
                    <a:pt x="729" y="45"/>
                    <a:pt x="1056" y="87"/>
                    <a:pt x="1362" y="283"/>
                  </a:cubicBezTo>
                  <a:cubicBezTo>
                    <a:pt x="1538" y="400"/>
                    <a:pt x="1728" y="561"/>
                    <a:pt x="1845" y="781"/>
                  </a:cubicBezTo>
                  <a:cubicBezTo>
                    <a:pt x="1977" y="1000"/>
                    <a:pt x="2050" y="1264"/>
                    <a:pt x="2050" y="1557"/>
                  </a:cubicBezTo>
                  <a:cubicBezTo>
                    <a:pt x="2050" y="1850"/>
                    <a:pt x="1992" y="2142"/>
                    <a:pt x="1948" y="2450"/>
                  </a:cubicBezTo>
                  <a:cubicBezTo>
                    <a:pt x="1889" y="2757"/>
                    <a:pt x="1831" y="3094"/>
                    <a:pt x="1757" y="3416"/>
                  </a:cubicBezTo>
                  <a:cubicBezTo>
                    <a:pt x="1523" y="4734"/>
                    <a:pt x="1289" y="5919"/>
                    <a:pt x="1113" y="6798"/>
                  </a:cubicBezTo>
                  <a:cubicBezTo>
                    <a:pt x="1040" y="7222"/>
                    <a:pt x="996" y="7574"/>
                    <a:pt x="938" y="7822"/>
                  </a:cubicBezTo>
                  <a:cubicBezTo>
                    <a:pt x="908" y="7940"/>
                    <a:pt x="908" y="8027"/>
                    <a:pt x="879" y="8101"/>
                  </a:cubicBezTo>
                  <a:cubicBezTo>
                    <a:pt x="864" y="8159"/>
                    <a:pt x="864" y="8188"/>
                    <a:pt x="864" y="8188"/>
                  </a:cubicBezTo>
                  <a:cubicBezTo>
                    <a:pt x="864" y="8188"/>
                    <a:pt x="864" y="8174"/>
                    <a:pt x="894" y="8115"/>
                  </a:cubicBezTo>
                  <a:cubicBezTo>
                    <a:pt x="894" y="8042"/>
                    <a:pt x="938" y="7954"/>
                    <a:pt x="952" y="7852"/>
                  </a:cubicBezTo>
                  <a:cubicBezTo>
                    <a:pt x="1011" y="7588"/>
                    <a:pt x="1084" y="7237"/>
                    <a:pt x="1172" y="6827"/>
                  </a:cubicBezTo>
                  <a:cubicBezTo>
                    <a:pt x="1362" y="5949"/>
                    <a:pt x="1596" y="4748"/>
                    <a:pt x="1845" y="3431"/>
                  </a:cubicBezTo>
                  <a:cubicBezTo>
                    <a:pt x="1904" y="3109"/>
                    <a:pt x="1977" y="2772"/>
                    <a:pt x="2036" y="2464"/>
                  </a:cubicBezTo>
                  <a:cubicBezTo>
                    <a:pt x="2094" y="2157"/>
                    <a:pt x="2138" y="1850"/>
                    <a:pt x="2138" y="1557"/>
                  </a:cubicBezTo>
                  <a:cubicBezTo>
                    <a:pt x="2138" y="1264"/>
                    <a:pt x="2065" y="971"/>
                    <a:pt x="1918" y="752"/>
                  </a:cubicBezTo>
                  <a:cubicBezTo>
                    <a:pt x="1772" y="503"/>
                    <a:pt x="1596" y="342"/>
                    <a:pt x="1391" y="239"/>
                  </a:cubicBezTo>
                  <a:cubicBezTo>
                    <a:pt x="1102" y="57"/>
                    <a:pt x="812" y="0"/>
                    <a:pt x="586"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58"/>
            <p:cNvSpPr/>
            <p:nvPr/>
          </p:nvSpPr>
          <p:spPr>
            <a:xfrm>
              <a:off x="2766752" y="2360338"/>
              <a:ext cx="198499" cy="9065"/>
            </a:xfrm>
            <a:custGeom>
              <a:avLst/>
              <a:gdLst/>
              <a:ahLst/>
              <a:cxnLst/>
              <a:rect l="l" t="t" r="r" b="b"/>
              <a:pathLst>
                <a:path w="2343" h="107" extrusionOk="0">
                  <a:moveTo>
                    <a:pt x="1731" y="0"/>
                  </a:moveTo>
                  <a:cubicBezTo>
                    <a:pt x="1566" y="0"/>
                    <a:pt x="1376" y="4"/>
                    <a:pt x="1171" y="13"/>
                  </a:cubicBezTo>
                  <a:cubicBezTo>
                    <a:pt x="527" y="27"/>
                    <a:pt x="0" y="71"/>
                    <a:pt x="0" y="86"/>
                  </a:cubicBezTo>
                  <a:cubicBezTo>
                    <a:pt x="0" y="96"/>
                    <a:pt x="264" y="107"/>
                    <a:pt x="646" y="107"/>
                  </a:cubicBezTo>
                  <a:cubicBezTo>
                    <a:pt x="804" y="107"/>
                    <a:pt x="983" y="105"/>
                    <a:pt x="1171" y="101"/>
                  </a:cubicBezTo>
                  <a:cubicBezTo>
                    <a:pt x="1815" y="86"/>
                    <a:pt x="2342" y="42"/>
                    <a:pt x="2342" y="27"/>
                  </a:cubicBezTo>
                  <a:cubicBezTo>
                    <a:pt x="2342" y="17"/>
                    <a:pt x="2099" y="0"/>
                    <a:pt x="1731" y="0"/>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58"/>
            <p:cNvSpPr/>
            <p:nvPr/>
          </p:nvSpPr>
          <p:spPr>
            <a:xfrm>
              <a:off x="3393089" y="1996718"/>
              <a:ext cx="53374" cy="172490"/>
            </a:xfrm>
            <a:custGeom>
              <a:avLst/>
              <a:gdLst/>
              <a:ahLst/>
              <a:cxnLst/>
              <a:rect l="l" t="t" r="r" b="b"/>
              <a:pathLst>
                <a:path w="630" h="2036" extrusionOk="0">
                  <a:moveTo>
                    <a:pt x="600" y="1"/>
                  </a:moveTo>
                  <a:cubicBezTo>
                    <a:pt x="586" y="1"/>
                    <a:pt x="293" y="381"/>
                    <a:pt x="146" y="967"/>
                  </a:cubicBezTo>
                  <a:cubicBezTo>
                    <a:pt x="0" y="1553"/>
                    <a:pt x="73" y="2036"/>
                    <a:pt x="88" y="2036"/>
                  </a:cubicBezTo>
                  <a:cubicBezTo>
                    <a:pt x="132" y="2036"/>
                    <a:pt x="117" y="1553"/>
                    <a:pt x="234" y="996"/>
                  </a:cubicBezTo>
                  <a:cubicBezTo>
                    <a:pt x="381" y="425"/>
                    <a:pt x="630" y="15"/>
                    <a:pt x="600" y="1"/>
                  </a:cubicBezTo>
                  <a:close/>
                </a:path>
              </a:pathLst>
            </a:custGeom>
            <a:solidFill>
              <a:srgbClr val="151F29">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58"/>
            <p:cNvSpPr/>
            <p:nvPr/>
          </p:nvSpPr>
          <p:spPr>
            <a:xfrm>
              <a:off x="2748113" y="979140"/>
              <a:ext cx="323800" cy="183673"/>
            </a:xfrm>
            <a:custGeom>
              <a:avLst/>
              <a:gdLst/>
              <a:ahLst/>
              <a:cxnLst/>
              <a:rect l="l" t="t" r="r" b="b"/>
              <a:pathLst>
                <a:path w="3822" h="2168" extrusionOk="0">
                  <a:moveTo>
                    <a:pt x="2367" y="0"/>
                  </a:moveTo>
                  <a:cubicBezTo>
                    <a:pt x="1721" y="0"/>
                    <a:pt x="1072" y="72"/>
                    <a:pt x="440" y="227"/>
                  </a:cubicBezTo>
                  <a:cubicBezTo>
                    <a:pt x="308" y="256"/>
                    <a:pt x="206" y="285"/>
                    <a:pt x="103" y="373"/>
                  </a:cubicBezTo>
                  <a:cubicBezTo>
                    <a:pt x="16" y="460"/>
                    <a:pt x="1" y="604"/>
                    <a:pt x="85" y="692"/>
                  </a:cubicBezTo>
                  <a:lnTo>
                    <a:pt x="85" y="692"/>
                  </a:lnTo>
                  <a:cubicBezTo>
                    <a:pt x="169" y="965"/>
                    <a:pt x="393" y="1172"/>
                    <a:pt x="630" y="1340"/>
                  </a:cubicBezTo>
                  <a:cubicBezTo>
                    <a:pt x="747" y="1457"/>
                    <a:pt x="879" y="1544"/>
                    <a:pt x="1040" y="1588"/>
                  </a:cubicBezTo>
                  <a:cubicBezTo>
                    <a:pt x="1084" y="1596"/>
                    <a:pt x="1130" y="1601"/>
                    <a:pt x="1176" y="1601"/>
                  </a:cubicBezTo>
                  <a:cubicBezTo>
                    <a:pt x="1299" y="1601"/>
                    <a:pt x="1423" y="1567"/>
                    <a:pt x="1508" y="1471"/>
                  </a:cubicBezTo>
                  <a:cubicBezTo>
                    <a:pt x="1584" y="1385"/>
                    <a:pt x="1604" y="1250"/>
                    <a:pt x="1556" y="1144"/>
                  </a:cubicBezTo>
                  <a:lnTo>
                    <a:pt x="1556" y="1144"/>
                  </a:lnTo>
                  <a:cubicBezTo>
                    <a:pt x="1765" y="1397"/>
                    <a:pt x="2031" y="1619"/>
                    <a:pt x="2343" y="1749"/>
                  </a:cubicBezTo>
                  <a:cubicBezTo>
                    <a:pt x="2436" y="1796"/>
                    <a:pt x="2534" y="1824"/>
                    <a:pt x="2631" y="1824"/>
                  </a:cubicBezTo>
                  <a:cubicBezTo>
                    <a:pt x="2687" y="1824"/>
                    <a:pt x="2743" y="1815"/>
                    <a:pt x="2797" y="1793"/>
                  </a:cubicBezTo>
                  <a:cubicBezTo>
                    <a:pt x="2897" y="1763"/>
                    <a:pt x="2983" y="1658"/>
                    <a:pt x="2990" y="1553"/>
                  </a:cubicBezTo>
                  <a:lnTo>
                    <a:pt x="2990" y="1553"/>
                  </a:lnTo>
                  <a:cubicBezTo>
                    <a:pt x="3072" y="1755"/>
                    <a:pt x="3200" y="1928"/>
                    <a:pt x="3368" y="2071"/>
                  </a:cubicBezTo>
                  <a:cubicBezTo>
                    <a:pt x="3415" y="2119"/>
                    <a:pt x="3483" y="2167"/>
                    <a:pt x="3546" y="2167"/>
                  </a:cubicBezTo>
                  <a:cubicBezTo>
                    <a:pt x="3560" y="2167"/>
                    <a:pt x="3574" y="2165"/>
                    <a:pt x="3587" y="2159"/>
                  </a:cubicBezTo>
                  <a:cubicBezTo>
                    <a:pt x="3704" y="2145"/>
                    <a:pt x="3734" y="1984"/>
                    <a:pt x="3748" y="1867"/>
                  </a:cubicBezTo>
                  <a:lnTo>
                    <a:pt x="3807" y="944"/>
                  </a:lnTo>
                  <a:cubicBezTo>
                    <a:pt x="3821" y="725"/>
                    <a:pt x="3821" y="505"/>
                    <a:pt x="3690" y="315"/>
                  </a:cubicBezTo>
                  <a:cubicBezTo>
                    <a:pt x="3543" y="95"/>
                    <a:pt x="3236" y="37"/>
                    <a:pt x="2987" y="22"/>
                  </a:cubicBezTo>
                  <a:cubicBezTo>
                    <a:pt x="2781" y="8"/>
                    <a:pt x="2574" y="0"/>
                    <a:pt x="23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58"/>
            <p:cNvSpPr/>
            <p:nvPr/>
          </p:nvSpPr>
          <p:spPr>
            <a:xfrm rot="-1954916">
              <a:off x="3768851" y="1201000"/>
              <a:ext cx="210870" cy="210954"/>
            </a:xfrm>
            <a:custGeom>
              <a:avLst/>
              <a:gdLst/>
              <a:ahLst/>
              <a:cxnLst/>
              <a:rect l="l" t="t" r="r" b="b"/>
              <a:pathLst>
                <a:path w="2489" h="2490" extrusionOk="0">
                  <a:moveTo>
                    <a:pt x="1271" y="1"/>
                  </a:moveTo>
                  <a:cubicBezTo>
                    <a:pt x="1262" y="1"/>
                    <a:pt x="1253" y="1"/>
                    <a:pt x="1244" y="1"/>
                  </a:cubicBezTo>
                  <a:cubicBezTo>
                    <a:pt x="571" y="1"/>
                    <a:pt x="0" y="572"/>
                    <a:pt x="0" y="1246"/>
                  </a:cubicBezTo>
                  <a:cubicBezTo>
                    <a:pt x="0" y="1919"/>
                    <a:pt x="556" y="2490"/>
                    <a:pt x="1244" y="2490"/>
                  </a:cubicBezTo>
                  <a:cubicBezTo>
                    <a:pt x="1933" y="2490"/>
                    <a:pt x="2489" y="1948"/>
                    <a:pt x="2489" y="1246"/>
                  </a:cubicBezTo>
                  <a:cubicBezTo>
                    <a:pt x="2489" y="552"/>
                    <a:pt x="1947" y="1"/>
                    <a:pt x="1271" y="1"/>
                  </a:cubicBezTo>
                  <a:close/>
                </a:path>
              </a:pathLst>
            </a:cu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58"/>
            <p:cNvSpPr/>
            <p:nvPr/>
          </p:nvSpPr>
          <p:spPr>
            <a:xfrm rot="-1954916">
              <a:off x="3882594" y="1250736"/>
              <a:ext cx="122845" cy="124709"/>
            </a:xfrm>
            <a:custGeom>
              <a:avLst/>
              <a:gdLst/>
              <a:ahLst/>
              <a:cxnLst/>
              <a:rect l="l" t="t" r="r" b="b"/>
              <a:pathLst>
                <a:path w="1450" h="1472" extrusionOk="0">
                  <a:moveTo>
                    <a:pt x="1343" y="1"/>
                  </a:moveTo>
                  <a:cubicBezTo>
                    <a:pt x="1099" y="1"/>
                    <a:pt x="0" y="140"/>
                    <a:pt x="0" y="140"/>
                  </a:cubicBezTo>
                  <a:lnTo>
                    <a:pt x="586" y="1472"/>
                  </a:lnTo>
                  <a:cubicBezTo>
                    <a:pt x="586" y="1472"/>
                    <a:pt x="1450" y="1267"/>
                    <a:pt x="1391" y="8"/>
                  </a:cubicBezTo>
                  <a:cubicBezTo>
                    <a:pt x="1391" y="3"/>
                    <a:pt x="1374" y="1"/>
                    <a:pt x="1343" y="1"/>
                  </a:cubicBezTo>
                  <a:close/>
                </a:path>
              </a:pathLst>
            </a:cu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Monthly Strategy Review Meeting by Slidesgo">
  <a:themeElements>
    <a:clrScheme name="Simple Light">
      <a:dk1>
        <a:srgbClr val="151F29"/>
      </a:dk1>
      <a:lt1>
        <a:srgbClr val="EBE0DD"/>
      </a:lt1>
      <a:dk2>
        <a:srgbClr val="FFFFFF"/>
      </a:dk2>
      <a:lt2>
        <a:srgbClr val="912A3C"/>
      </a:lt2>
      <a:accent1>
        <a:srgbClr val="DC7C61"/>
      </a:accent1>
      <a:accent2>
        <a:srgbClr val="BA6136"/>
      </a:accent2>
      <a:accent3>
        <a:srgbClr val="FFA35A"/>
      </a:accent3>
      <a:accent4>
        <a:srgbClr val="005458"/>
      </a:accent4>
      <a:accent5>
        <a:srgbClr val="528C98"/>
      </a:accent5>
      <a:accent6>
        <a:srgbClr val="2C8C64"/>
      </a:accent6>
      <a:hlink>
        <a:srgbClr val="151F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674</TotalTime>
  <Words>5786</Words>
  <Application>Microsoft Office PowerPoint</Application>
  <PresentationFormat>On-screen Show (16:9)</PresentationFormat>
  <Paragraphs>884</Paragraphs>
  <Slides>100</Slides>
  <Notes>46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100</vt:i4>
      </vt:variant>
    </vt:vector>
  </HeadingPairs>
  <TitlesOfParts>
    <vt:vector size="110" baseType="lpstr">
      <vt:lpstr>Viga</vt:lpstr>
      <vt:lpstr>Poppins</vt:lpstr>
      <vt:lpstr>Gaegu</vt:lpstr>
      <vt:lpstr>Arial</vt:lpstr>
      <vt:lpstr>Fira Sans Extra Condensed Medium</vt:lpstr>
      <vt:lpstr>Archivo Black</vt:lpstr>
      <vt:lpstr>Calibri</vt:lpstr>
      <vt:lpstr>Paytone One</vt:lpstr>
      <vt:lpstr>Karla</vt:lpstr>
      <vt:lpstr>Monthly Strategy Review Meeting by Slidesgo</vt:lpstr>
      <vt:lpstr>Pharmaceutical Market Analysis  in Egypt </vt:lpstr>
      <vt:lpstr>Team Members</vt:lpstr>
      <vt:lpstr>Document Contents</vt:lpstr>
      <vt:lpstr>01</vt:lpstr>
      <vt:lpstr>Business Understanding</vt:lpstr>
      <vt:lpstr>Dataset Overview</vt:lpstr>
      <vt:lpstr>PowerPoint Presentation</vt:lpstr>
      <vt:lpstr>Key Business Logic Concepts</vt:lpstr>
      <vt:lpstr>Time Period Abbreviations</vt:lpstr>
      <vt:lpstr>Sales &amp; Value Abbreviations</vt:lpstr>
      <vt:lpstr>ATC Classification</vt:lpstr>
      <vt:lpstr>ATC Symbols</vt:lpstr>
      <vt:lpstr>NFC Classification (Pharmaceutical Form)</vt:lpstr>
      <vt:lpstr>NFC Classification (Pharmaceutical Form)</vt:lpstr>
      <vt:lpstr>NFC Symbols</vt:lpstr>
      <vt:lpstr>Market Channel Abbreviations</vt:lpstr>
      <vt:lpstr>Diabetes-Specific ATC4 Abbreviations</vt:lpstr>
      <vt:lpstr>Some Abbreviations</vt:lpstr>
      <vt:lpstr>Contribution % vs Market Share %</vt:lpstr>
      <vt:lpstr>PowerPoint Presentation</vt:lpstr>
      <vt:lpstr>Performance Analysis </vt:lpstr>
      <vt:lpstr>PowerPoint Presentation</vt:lpstr>
      <vt:lpstr>PowerPoint Presentation</vt:lpstr>
      <vt:lpstr>Product Performance</vt:lpstr>
      <vt:lpstr>Competitive Intelligence</vt:lpstr>
      <vt:lpstr>Strategic Decision-Making Questions</vt:lpstr>
      <vt:lpstr>Market Channel Distribution</vt:lpstr>
      <vt:lpstr>Data Cleaning</vt:lpstr>
      <vt:lpstr>Data Cleaning Workflow</vt:lpstr>
      <vt:lpstr>Power Query Transformation Checklist</vt:lpstr>
      <vt:lpstr>DAX Measures Library</vt:lpstr>
      <vt:lpstr>DAX Optimization Rules</vt:lpstr>
      <vt:lpstr>PowerPoint Presentation</vt:lpstr>
      <vt:lpstr>PowerPoint Presentation</vt:lpstr>
      <vt:lpstr>PowerPoint Presentation</vt:lpstr>
      <vt:lpstr>PowerPoint Presentation</vt:lpstr>
      <vt:lpstr>Dashboard Design</vt:lpstr>
      <vt:lpstr>316,330</vt:lpstr>
      <vt:lpstr>Where we are</vt:lpstr>
      <vt:lpstr>Implementation Roadmap </vt:lpstr>
      <vt:lpstr>Visualization always reinforces the insight</vt:lpstr>
      <vt:lpstr>3,190</vt:lpstr>
      <vt:lpstr>Dashboard Pages Overview</vt:lpstr>
      <vt:lpstr>Power BI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Insights</vt:lpstr>
      <vt:lpstr>Market Overview</vt:lpstr>
      <vt:lpstr>Market Scale &amp; Growth Metrics</vt:lpstr>
      <vt:lpstr>PowerPoint Presentation</vt:lpstr>
      <vt:lpstr>Therapeutic Class Insights</vt:lpstr>
      <vt:lpstr>PowerPoint Presentation</vt:lpstr>
      <vt:lpstr>THE DIABETES MEGA-STORY</vt:lpstr>
      <vt:lpstr>Competitive Intelligence</vt:lpstr>
      <vt:lpstr>PowerPoint Presentation</vt:lpstr>
      <vt:lpstr>PRODUCT INSIGHTS</vt:lpstr>
      <vt:lpstr>Top Products Driving the Market</vt:lpstr>
      <vt:lpstr>MANUFACTURER INSIGHTS</vt:lpstr>
      <vt:lpstr>Leading Manufacturers MAT Jan 2026 </vt:lpstr>
      <vt:lpstr>Geographic Insights</vt:lpstr>
      <vt:lpstr>Regional Performance Summary</vt:lpstr>
      <vt:lpstr>Egypt Pharmaceutical Market</vt:lpstr>
      <vt:lpstr>Regional Performance Summary</vt:lpstr>
      <vt:lpstr>Governorate Opportunity Tiers</vt:lpstr>
      <vt:lpstr>Strategic Opportunity</vt:lpstr>
      <vt:lpstr>Why NOT the Alternatives?</vt:lpstr>
      <vt:lpstr>Strategic Opportunity: SGLT2 Diabetes Portfolio </vt:lpstr>
      <vt:lpstr>Launch Strategy</vt:lpstr>
      <vt:lpstr>Promotional Focus</vt:lpstr>
      <vt:lpstr>Geographic Targeting Priority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Mahmoud Ghonim</dc:creator>
  <cp:lastModifiedBy>mahmoud11645S4</cp:lastModifiedBy>
  <cp:revision>43</cp:revision>
  <dcterms:modified xsi:type="dcterms:W3CDTF">2026-06-06T17:28:42Z</dcterms:modified>
</cp:coreProperties>
</file>